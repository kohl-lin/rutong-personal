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Masters/slideMaster4.xml" ContentType="application/vnd.openxmlformats-officedocument.presentationml.slideMaster+xml"/>
  <Override PartName="/ppt/slideMasters/theme/theme5.xml" ContentType="application/vnd.openxmlformats-officedocument.theme+xml"/>
  <Override PartName="/ppt/slideMasters/slideMaster5.xml" ContentType="application/vnd.openxmlformats-officedocument.presentationml.slideMaster+xml"/>
  <Override PartName="/ppt/slideMasters/theme/theme6.xml" ContentType="application/vnd.openxmlformats-officedocument.theme+xml"/>
  <Override PartName="/ppt/slideMasters/slideMaster6.xml" ContentType="application/vnd.openxmlformats-officedocument.presentationml.slideMaster+xml"/>
  <Override PartName="/ppt/slideMasters/theme/theme7.xml" ContentType="application/vnd.openxmlformats-officedocument.theme+xml"/>
  <Override PartName="/ppt/slideMasters/slideMaster7.xml" ContentType="application/vnd.openxmlformats-officedocument.presentationml.slideMaster+xml"/>
  <Override PartName="/ppt/slideMasters/theme/theme8.xml" ContentType="application/vnd.openxmlformats-officedocument.theme+xml"/>
  <Override PartName="/ppt/slideMasters/slideMaster8.xml" ContentType="application/vnd.openxmlformats-officedocument.presentationml.slideMaster+xml"/>
  <Override PartName="/ppt/slideMasters/theme/theme9.xml" ContentType="application/vnd.openxmlformats-officedocument.theme+xml"/>
  <Override PartName="/ppt/slideMasters/slideMaster9.xml" ContentType="application/vnd.openxmlformats-officedocument.presentationml.slideMaster+xml"/>
  <Override PartName="/ppt/slideMasters/theme/theme10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1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9f0196844a14370" /><Relationship Type="http://schemas.openxmlformats.org/officeDocument/2006/relationships/extended-properties" Target="/docProps/app.xml" Id="R321d4c68c2e94dc2" /><Relationship Type="http://schemas.openxmlformats.org/officeDocument/2006/relationships/officeDocument" Target="/ppt/presentation.xml" Id="Rbc0087327e3546d8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b53ed8ef19454307"/>
    <p:sldMasterId xmlns:r="http://schemas.openxmlformats.org/officeDocument/2006/relationships" id="2147483693" r:id="R35fd672355e94a98"/>
    <p:sldMasterId xmlns:r="http://schemas.openxmlformats.org/officeDocument/2006/relationships" id="2147483728" r:id="R80c558265bd74476"/>
    <p:sldMasterId xmlns:r="http://schemas.openxmlformats.org/officeDocument/2006/relationships" id="2147483768" r:id="R97f88ec33bd14ab4"/>
    <p:sldMasterId xmlns:r="http://schemas.openxmlformats.org/officeDocument/2006/relationships" id="2147483782" r:id="R189cde8a3a1743a1"/>
    <p:sldMasterId xmlns:r="http://schemas.openxmlformats.org/officeDocument/2006/relationships" id="2147483805" r:id="Rc28cd7b58ec4465a"/>
    <p:sldMasterId xmlns:r="http://schemas.openxmlformats.org/officeDocument/2006/relationships" id="2147483811" r:id="R1c9f8ea98bf449b3"/>
    <p:sldMasterId xmlns:r="http://schemas.openxmlformats.org/officeDocument/2006/relationships" id="2147483921" r:id="Rdf13b52dfe2c4c35"/>
    <p:sldMasterId xmlns:r="http://schemas.openxmlformats.org/officeDocument/2006/relationships" id="2147483958" r:id="R3ff465ebd1e3427e"/>
  </p:sldMasterIdLst>
  <p:notesMasterIdLst>
    <p:notesMasterId xmlns:r="http://schemas.openxmlformats.org/officeDocument/2006/relationships" r:id="Rb60ab0b26aed4c13"/>
  </p:notesMasterIdLst>
  <p:sldIdLst>
    <p:sldId xmlns:r="http://schemas.openxmlformats.org/officeDocument/2006/relationships" id="256" r:id="Rfd347769e0a945c5"/>
    <p:sldId xmlns:r="http://schemas.openxmlformats.org/officeDocument/2006/relationships" id="257" r:id="Ra8a49dd516834fcb"/>
    <p:sldId xmlns:r="http://schemas.openxmlformats.org/officeDocument/2006/relationships" id="258" r:id="R7a99a686d7304dde"/>
    <p:sldId xmlns:r="http://schemas.openxmlformats.org/officeDocument/2006/relationships" id="259" r:id="Rc5d85a0a89f84235"/>
    <p:sldId xmlns:r="http://schemas.openxmlformats.org/officeDocument/2006/relationships" id="260" r:id="Re629d3adc25f4b98"/>
    <p:sldId xmlns:r="http://schemas.openxmlformats.org/officeDocument/2006/relationships" id="261" r:id="R7a12e9c62be246a4"/>
    <p:sldId xmlns:r="http://schemas.openxmlformats.org/officeDocument/2006/relationships" id="262" r:id="R0c97cbd8e45b4cb6"/>
    <p:sldId xmlns:r="http://schemas.openxmlformats.org/officeDocument/2006/relationships" id="263" r:id="R8c25618bc59e4568"/>
    <p:sldId xmlns:r="http://schemas.openxmlformats.org/officeDocument/2006/relationships" id="264" r:id="Re857978407154bb9"/>
    <p:sldId xmlns:r="http://schemas.openxmlformats.org/officeDocument/2006/relationships" id="265" r:id="Rd9b07e31a5fb43bd"/>
    <p:sldId xmlns:r="http://schemas.openxmlformats.org/officeDocument/2006/relationships" id="266" r:id="R0d2518619b184005"/>
    <p:sldId xmlns:r="http://schemas.openxmlformats.org/officeDocument/2006/relationships" id="267" r:id="R68a5fba81cc24331"/>
    <p:sldId xmlns:r="http://schemas.openxmlformats.org/officeDocument/2006/relationships" id="268" r:id="Rac125c30c4104bae"/>
    <p:sldId xmlns:r="http://schemas.openxmlformats.org/officeDocument/2006/relationships" id="269" r:id="Rd9087fdaeeca44b9"/>
    <p:sldId xmlns:r="http://schemas.openxmlformats.org/officeDocument/2006/relationships" id="270" r:id="Re48ae1d00e2f4e4e"/>
    <p:sldId xmlns:r="http://schemas.openxmlformats.org/officeDocument/2006/relationships" id="271" r:id="R70d95b3b174945b5"/>
    <p:sldId xmlns:r="http://schemas.openxmlformats.org/officeDocument/2006/relationships" id="272" r:id="Rb164fedba90e45d0"/>
    <p:sldId xmlns:r="http://schemas.openxmlformats.org/officeDocument/2006/relationships" id="273" r:id="R6b62a0eb45a34647"/>
    <p:sldId xmlns:r="http://schemas.openxmlformats.org/officeDocument/2006/relationships" id="274" r:id="R709e59cdf05d47ac"/>
    <p:sldId xmlns:r="http://schemas.openxmlformats.org/officeDocument/2006/relationships" id="275" r:id="R99753eec22904252"/>
    <p:sldId xmlns:r="http://schemas.openxmlformats.org/officeDocument/2006/relationships" id="276" r:id="R9802e4bb50174663"/>
    <p:sldId xmlns:r="http://schemas.openxmlformats.org/officeDocument/2006/relationships" id="277" r:id="R0ef85571593741e3"/>
    <p:sldId xmlns:r="http://schemas.openxmlformats.org/officeDocument/2006/relationships" id="278" r:id="R30568944a7d0449b"/>
    <p:sldId xmlns:r="http://schemas.openxmlformats.org/officeDocument/2006/relationships" id="279" r:id="R75b67710bc9e4ca7"/>
    <p:sldId xmlns:r="http://schemas.openxmlformats.org/officeDocument/2006/relationships" id="280" r:id="R95a2d5c58b024911"/>
    <p:sldId xmlns:r="http://schemas.openxmlformats.org/officeDocument/2006/relationships" id="281" r:id="R2eb84de794eb4188"/>
    <p:sldId xmlns:r="http://schemas.openxmlformats.org/officeDocument/2006/relationships" id="282" r:id="R71975ad47c664892"/>
    <p:sldId xmlns:r="http://schemas.openxmlformats.org/officeDocument/2006/relationships" id="283" r:id="R32bf99394f1d4fea"/>
    <p:sldId xmlns:r="http://schemas.openxmlformats.org/officeDocument/2006/relationships" id="284" r:id="R7a6a782fc3aa4e8f"/>
    <p:sldId xmlns:r="http://schemas.openxmlformats.org/officeDocument/2006/relationships" id="285" r:id="R0628582b1e404313"/>
    <p:sldId xmlns:r="http://schemas.openxmlformats.org/officeDocument/2006/relationships" id="286" r:id="Rba851dfbe7e1422f"/>
    <p:sldId xmlns:r="http://schemas.openxmlformats.org/officeDocument/2006/relationships" id="287" r:id="R324b79835e224089"/>
    <p:sldId xmlns:r="http://schemas.openxmlformats.org/officeDocument/2006/relationships" id="288" r:id="R76bc461173fb4819"/>
    <p:sldId xmlns:r="http://schemas.openxmlformats.org/officeDocument/2006/relationships" id="289" r:id="R43435511c3b641e0"/>
    <p:sldId xmlns:r="http://schemas.openxmlformats.org/officeDocument/2006/relationships" id="290" r:id="Rdb0e21f6247c4bec"/>
    <p:sldId xmlns:r="http://schemas.openxmlformats.org/officeDocument/2006/relationships" id="291" r:id="R60b97890720a4716"/>
    <p:sldId xmlns:r="http://schemas.openxmlformats.org/officeDocument/2006/relationships" id="292" r:id="R4346dfc413ea4cae"/>
    <p:sldId xmlns:r="http://schemas.openxmlformats.org/officeDocument/2006/relationships" id="293" r:id="R551358d43e7a4b18"/>
    <p:sldId xmlns:r="http://schemas.openxmlformats.org/officeDocument/2006/relationships" id="294" r:id="R5e45fe7a451745d4"/>
    <p:sldId xmlns:r="http://schemas.openxmlformats.org/officeDocument/2006/relationships" id="295" r:id="R4d3abc938fb04908"/>
    <p:sldId xmlns:r="http://schemas.openxmlformats.org/officeDocument/2006/relationships" id="296" r:id="Rb1fce791c6cc4171"/>
    <p:sldId xmlns:r="http://schemas.openxmlformats.org/officeDocument/2006/relationships" id="297" r:id="Re9e2c45ea06e46a4"/>
    <p:sldId xmlns:r="http://schemas.openxmlformats.org/officeDocument/2006/relationships" id="298" r:id="R1611ecfd0f884344"/>
    <p:sldId xmlns:r="http://schemas.openxmlformats.org/officeDocument/2006/relationships" id="299" r:id="R7d9daed4c8604d7c"/>
    <p:sldId xmlns:r="http://schemas.openxmlformats.org/officeDocument/2006/relationships" id="300" r:id="R543c7d376abc44cb"/>
    <p:sldId xmlns:r="http://schemas.openxmlformats.org/officeDocument/2006/relationships" id="301" r:id="Rdc5128baa5ff42ef"/>
    <p:sldId xmlns:r="http://schemas.openxmlformats.org/officeDocument/2006/relationships" id="302" r:id="Rc6b364e856fb42ad"/>
    <p:sldId xmlns:r="http://schemas.openxmlformats.org/officeDocument/2006/relationships" id="303" r:id="Rcbf5c24ce39749d4"/>
    <p:sldId xmlns:r="http://schemas.openxmlformats.org/officeDocument/2006/relationships" id="304" r:id="R17439971b0264198"/>
    <p:sldId xmlns:r="http://schemas.openxmlformats.org/officeDocument/2006/relationships" id="305" r:id="Re1ad49028c634496"/>
    <p:sldId xmlns:r="http://schemas.openxmlformats.org/officeDocument/2006/relationships" id="306" r:id="R9bcbee196bf04b5e"/>
    <p:sldId xmlns:r="http://schemas.openxmlformats.org/officeDocument/2006/relationships" id="307" r:id="Rb303520fce0d4f9b"/>
    <p:sldId xmlns:r="http://schemas.openxmlformats.org/officeDocument/2006/relationships" id="308" r:id="R83cb0fe5aecc422a"/>
    <p:sldId xmlns:r="http://schemas.openxmlformats.org/officeDocument/2006/relationships" id="309" r:id="R2ace0481191748e8"/>
    <p:sldId xmlns:r="http://schemas.openxmlformats.org/officeDocument/2006/relationships" id="310" r:id="R254e3d7c1d064556"/>
  </p:sldIdLst>
  <p:sldSz cx="12188950" cy="6858000"/>
  <p:notesSz cx="6858000" cy="9144000"/>
  <p:embeddedFontLst>
    <p:embeddedFont>
      <p:font typeface="Quattrocento Sans"/>
      <p:regular xmlns:r="http://schemas.openxmlformats.org/officeDocument/2006/relationships" r:id="R667d7d390f8d4d58"/>
      <p:bold xmlns:r="http://schemas.openxmlformats.org/officeDocument/2006/relationships" r:id="R00cdacf7fffb4cdd"/>
      <p:italic xmlns:r="http://schemas.openxmlformats.org/officeDocument/2006/relationships" r:id="R2efcc4255ed24d2f"/>
      <p:boldItalic xmlns:r="http://schemas.openxmlformats.org/officeDocument/2006/relationships" r:id="R56aea46158554895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xmlns:r="http://schemas.openxmlformats.org/officeDocument/2006/relationships" def="{80D8D8A9-949E-4B8C-BB15-63F78EA36203}">
  <a:tblStyle styleId="{80D8D8A9-949E-4B8C-BB15-63F78EA3620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CDD7BB8A-1EDB-4F6B-BC6B-4E1E84436C22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3546CAA0-FA0E-4CCD-B290-D40629149F50}" styleName="Table_2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4ba4935741f4700" /><Relationship Type="http://schemas.openxmlformats.org/officeDocument/2006/relationships/slideMaster" Target="/ppt/slideMasters/slideMaster1.xml" Id="Rb53ed8ef19454307" /><Relationship Type="http://schemas.openxmlformats.org/officeDocument/2006/relationships/slideMaster" Target="/ppt/slideMasters/slideMaster2.xml" Id="R35fd672355e94a98" /><Relationship Type="http://schemas.openxmlformats.org/officeDocument/2006/relationships/slideMaster" Target="/ppt/slideMasters/slideMaster3.xml" Id="R80c558265bd74476" /><Relationship Type="http://schemas.openxmlformats.org/officeDocument/2006/relationships/slideMaster" Target="/ppt/slideMasters/slideMaster4.xml" Id="R97f88ec33bd14ab4" /><Relationship Type="http://schemas.openxmlformats.org/officeDocument/2006/relationships/slideMaster" Target="/ppt/slideMasters/slideMaster5.xml" Id="R189cde8a3a1743a1" /><Relationship Type="http://schemas.openxmlformats.org/officeDocument/2006/relationships/slideMaster" Target="/ppt/slideMasters/slideMaster6.xml" Id="Rc28cd7b58ec4465a" /><Relationship Type="http://schemas.openxmlformats.org/officeDocument/2006/relationships/slideMaster" Target="/ppt/slideMasters/slideMaster7.xml" Id="R1c9f8ea98bf449b3" /><Relationship Type="http://schemas.openxmlformats.org/officeDocument/2006/relationships/slideMaster" Target="/ppt/slideMasters/slideMaster8.xml" Id="Rdf13b52dfe2c4c35" /><Relationship Type="http://schemas.openxmlformats.org/officeDocument/2006/relationships/slideMaster" Target="/ppt/slideMasters/slideMaster9.xml" Id="R3ff465ebd1e3427e" /><Relationship Type="http://schemas.openxmlformats.org/officeDocument/2006/relationships/notesMaster" Target="/ppt/notesMasters/notesMaster1.xml" Id="Rb60ab0b26aed4c13" /><Relationship Type="http://schemas.openxmlformats.org/officeDocument/2006/relationships/presProps" Target="/ppt/presProps.xml" Id="R547d903d297f45ea" /><Relationship Type="http://schemas.openxmlformats.org/officeDocument/2006/relationships/viewProps" Target="/ppt/viewProps.xml" Id="R4258ca6747cd4b13" /><Relationship Type="http://schemas.openxmlformats.org/officeDocument/2006/relationships/tableStyles" Target="/ppt/tableStyles.xml" Id="Rb9b3598441294651" /><Relationship Type="http://schemas.openxmlformats.org/officeDocument/2006/relationships/font" Target="/ppt/fonts/font.dat" Id="R667d7d390f8d4d58" /><Relationship Type="http://schemas.openxmlformats.org/officeDocument/2006/relationships/font" Target="/ppt/fonts/font2.dat" Id="R00cdacf7fffb4cdd" /><Relationship Type="http://schemas.openxmlformats.org/officeDocument/2006/relationships/font" Target="/ppt/fonts/font3.dat" Id="R2efcc4255ed24d2f" /><Relationship Type="http://schemas.openxmlformats.org/officeDocument/2006/relationships/font" Target="/ppt/fonts/font4.dat" Id="R56aea46158554895" /><Relationship Type="http://schemas.openxmlformats.org/officeDocument/2006/relationships/slide" Target="/ppt/slides/slide1.xml" Id="Rfd347769e0a945c5" /><Relationship Type="http://schemas.openxmlformats.org/officeDocument/2006/relationships/slide" Target="/ppt/slides/slide2.xml" Id="Ra8a49dd516834fcb" /><Relationship Type="http://schemas.openxmlformats.org/officeDocument/2006/relationships/slide" Target="/ppt/slides/slide3.xml" Id="R7a99a686d7304dde" /><Relationship Type="http://schemas.openxmlformats.org/officeDocument/2006/relationships/slide" Target="/ppt/slides/slide4.xml" Id="Rc5d85a0a89f84235" /><Relationship Type="http://schemas.openxmlformats.org/officeDocument/2006/relationships/slide" Target="/ppt/slides/slide5.xml" Id="Re629d3adc25f4b98" /><Relationship Type="http://schemas.openxmlformats.org/officeDocument/2006/relationships/slide" Target="/ppt/slides/slide6.xml" Id="R7a12e9c62be246a4" /><Relationship Type="http://schemas.openxmlformats.org/officeDocument/2006/relationships/slide" Target="/ppt/slides/slide7.xml" Id="R0c97cbd8e45b4cb6" /><Relationship Type="http://schemas.openxmlformats.org/officeDocument/2006/relationships/slide" Target="/ppt/slides/slide8.xml" Id="R8c25618bc59e4568" /><Relationship Type="http://schemas.openxmlformats.org/officeDocument/2006/relationships/slide" Target="/ppt/slides/slide9.xml" Id="Re857978407154bb9" /><Relationship Type="http://schemas.openxmlformats.org/officeDocument/2006/relationships/slide" Target="/ppt/slides/slide10.xml" Id="Rd9b07e31a5fb43bd" /><Relationship Type="http://schemas.openxmlformats.org/officeDocument/2006/relationships/slide" Target="/ppt/slides/slide11.xml" Id="R0d2518619b184005" /><Relationship Type="http://schemas.openxmlformats.org/officeDocument/2006/relationships/slide" Target="/ppt/slides/slide12.xml" Id="R68a5fba81cc24331" /><Relationship Type="http://schemas.openxmlformats.org/officeDocument/2006/relationships/slide" Target="/ppt/slides/slide13.xml" Id="Rac125c30c4104bae" /><Relationship Type="http://schemas.openxmlformats.org/officeDocument/2006/relationships/slide" Target="/ppt/slides/slide14.xml" Id="Rd9087fdaeeca44b9" /><Relationship Type="http://schemas.openxmlformats.org/officeDocument/2006/relationships/slide" Target="/ppt/slides/slide15.xml" Id="Re48ae1d00e2f4e4e" /><Relationship Type="http://schemas.openxmlformats.org/officeDocument/2006/relationships/slide" Target="/ppt/slides/slide16.xml" Id="R70d95b3b174945b5" /><Relationship Type="http://schemas.openxmlformats.org/officeDocument/2006/relationships/slide" Target="/ppt/slides/slide17.xml" Id="Rb164fedba90e45d0" /><Relationship Type="http://schemas.openxmlformats.org/officeDocument/2006/relationships/slide" Target="/ppt/slides/slide18.xml" Id="R6b62a0eb45a34647" /><Relationship Type="http://schemas.openxmlformats.org/officeDocument/2006/relationships/slide" Target="/ppt/slides/slide19.xml" Id="R709e59cdf05d47ac" /><Relationship Type="http://schemas.openxmlformats.org/officeDocument/2006/relationships/slide" Target="/ppt/slides/slide20.xml" Id="R99753eec22904252" /><Relationship Type="http://schemas.openxmlformats.org/officeDocument/2006/relationships/slide" Target="/ppt/slides/slide21.xml" Id="R9802e4bb50174663" /><Relationship Type="http://schemas.openxmlformats.org/officeDocument/2006/relationships/slide" Target="/ppt/slides/slide22.xml" Id="R0ef85571593741e3" /><Relationship Type="http://schemas.openxmlformats.org/officeDocument/2006/relationships/slide" Target="/ppt/slides/slide23.xml" Id="R30568944a7d0449b" /><Relationship Type="http://schemas.openxmlformats.org/officeDocument/2006/relationships/slide" Target="/ppt/slides/slide24.xml" Id="R75b67710bc9e4ca7" /><Relationship Type="http://schemas.openxmlformats.org/officeDocument/2006/relationships/slide" Target="/ppt/slides/slide25.xml" Id="R95a2d5c58b024911" /><Relationship Type="http://schemas.openxmlformats.org/officeDocument/2006/relationships/slide" Target="/ppt/slides/slide26.xml" Id="R2eb84de794eb4188" /><Relationship Type="http://schemas.openxmlformats.org/officeDocument/2006/relationships/slide" Target="/ppt/slides/slide27.xml" Id="R71975ad47c664892" /><Relationship Type="http://schemas.openxmlformats.org/officeDocument/2006/relationships/slide" Target="/ppt/slides/slide28.xml" Id="R32bf99394f1d4fea" /><Relationship Type="http://schemas.openxmlformats.org/officeDocument/2006/relationships/slide" Target="/ppt/slides/slide29.xml" Id="R7a6a782fc3aa4e8f" /><Relationship Type="http://schemas.openxmlformats.org/officeDocument/2006/relationships/slide" Target="/ppt/slides/slide30.xml" Id="R0628582b1e404313" /><Relationship Type="http://schemas.openxmlformats.org/officeDocument/2006/relationships/slide" Target="/ppt/slides/slide31.xml" Id="Rba851dfbe7e1422f" /><Relationship Type="http://schemas.openxmlformats.org/officeDocument/2006/relationships/slide" Target="/ppt/slides/slide32.xml" Id="R324b79835e224089" /><Relationship Type="http://schemas.openxmlformats.org/officeDocument/2006/relationships/slide" Target="/ppt/slides/slide33.xml" Id="R76bc461173fb4819" /><Relationship Type="http://schemas.openxmlformats.org/officeDocument/2006/relationships/slide" Target="/ppt/slides/slide34.xml" Id="R43435511c3b641e0" /><Relationship Type="http://schemas.openxmlformats.org/officeDocument/2006/relationships/slide" Target="/ppt/slides/slide35.xml" Id="Rdb0e21f6247c4bec" /><Relationship Type="http://schemas.openxmlformats.org/officeDocument/2006/relationships/slide" Target="/ppt/slides/slide36.xml" Id="R60b97890720a4716" /><Relationship Type="http://schemas.openxmlformats.org/officeDocument/2006/relationships/slide" Target="/ppt/slides/slide37.xml" Id="R4346dfc413ea4cae" /><Relationship Type="http://schemas.openxmlformats.org/officeDocument/2006/relationships/slide" Target="/ppt/slides/slide38.xml" Id="R551358d43e7a4b18" /><Relationship Type="http://schemas.openxmlformats.org/officeDocument/2006/relationships/slide" Target="/ppt/slides/slide39.xml" Id="R5e45fe7a451745d4" /><Relationship Type="http://schemas.openxmlformats.org/officeDocument/2006/relationships/slide" Target="/ppt/slides/slide40.xml" Id="R4d3abc938fb04908" /><Relationship Type="http://schemas.openxmlformats.org/officeDocument/2006/relationships/slide" Target="/ppt/slides/slide41.xml" Id="Rb1fce791c6cc4171" /><Relationship Type="http://schemas.openxmlformats.org/officeDocument/2006/relationships/slide" Target="/ppt/slides/slide42.xml" Id="Re9e2c45ea06e46a4" /><Relationship Type="http://schemas.openxmlformats.org/officeDocument/2006/relationships/slide" Target="/ppt/slides/slide43.xml" Id="R1611ecfd0f884344" /><Relationship Type="http://schemas.openxmlformats.org/officeDocument/2006/relationships/slide" Target="/ppt/slides/slide44.xml" Id="R7d9daed4c8604d7c" /><Relationship Type="http://schemas.openxmlformats.org/officeDocument/2006/relationships/slide" Target="/ppt/slides/slide45.xml" Id="R543c7d376abc44cb" /><Relationship Type="http://schemas.openxmlformats.org/officeDocument/2006/relationships/slide" Target="/ppt/slides/slide46.xml" Id="Rdc5128baa5ff42ef" /><Relationship Type="http://schemas.openxmlformats.org/officeDocument/2006/relationships/slide" Target="/ppt/slides/slide47.xml" Id="Rc6b364e856fb42ad" /><Relationship Type="http://schemas.openxmlformats.org/officeDocument/2006/relationships/slide" Target="/ppt/slides/slide48.xml" Id="Rcbf5c24ce39749d4" /><Relationship Type="http://schemas.openxmlformats.org/officeDocument/2006/relationships/slide" Target="/ppt/slides/slide49.xml" Id="R17439971b0264198" /><Relationship Type="http://schemas.openxmlformats.org/officeDocument/2006/relationships/slide" Target="/ppt/slides/slide50.xml" Id="Re1ad49028c634496" /><Relationship Type="http://schemas.openxmlformats.org/officeDocument/2006/relationships/slide" Target="/ppt/slides/slide51.xml" Id="R9bcbee196bf04b5e" /><Relationship Type="http://schemas.openxmlformats.org/officeDocument/2006/relationships/slide" Target="/ppt/slides/slide52.xml" Id="Rb303520fce0d4f9b" /><Relationship Type="http://schemas.openxmlformats.org/officeDocument/2006/relationships/slide" Target="/ppt/slides/slide53.xml" Id="R83cb0fe5aecc422a" /><Relationship Type="http://schemas.openxmlformats.org/officeDocument/2006/relationships/slide" Target="/ppt/slides/slide54.xml" Id="R2ace0481191748e8" /><Relationship Type="http://schemas.openxmlformats.org/officeDocument/2006/relationships/slide" Target="/ppt/slides/slide55.xml" Id="R254e3d7c1d06455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11.xml" Id="Rc501fb965fcb429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11.xml><?xml version="1.0" encoding="utf-8"?>
<a:theme xmlns:a="http://schemas.openxmlformats.org/drawingml/2006/main" name="CM Report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93c4a8c5a2c46c4" /><Relationship Type="http://schemas.openxmlformats.org/officeDocument/2006/relationships/notesMaster" Target="/ppt/notesMasters/notesMaster1.xml" Id="R23d62599b21c4ec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aa2fb2d2aab49c8" /><Relationship Type="http://schemas.openxmlformats.org/officeDocument/2006/relationships/notesMaster" Target="/ppt/notesMasters/notesMaster1.xml" Id="R2fe1494c734c4fe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5ea0df4ff904937" /><Relationship Type="http://schemas.openxmlformats.org/officeDocument/2006/relationships/notesMaster" Target="/ppt/notesMasters/notesMaster1.xml" Id="Re728cd7b27b4409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da271006dd54717" /><Relationship Type="http://schemas.openxmlformats.org/officeDocument/2006/relationships/notesMaster" Target="/ppt/notesMasters/notesMaster1.xml" Id="R1b967859b4e24ac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5485541228a4dd3" /><Relationship Type="http://schemas.openxmlformats.org/officeDocument/2006/relationships/notesMaster" Target="/ppt/notesMasters/notesMaster1.xml" Id="R0e0c593e4e48458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6638c8ff645448f" /><Relationship Type="http://schemas.openxmlformats.org/officeDocument/2006/relationships/notesMaster" Target="/ppt/notesMasters/notesMaster1.xml" Id="R0043caf207774d0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65280cea59e471b" /><Relationship Type="http://schemas.openxmlformats.org/officeDocument/2006/relationships/notesMaster" Target="/ppt/notesMasters/notesMaster1.xml" Id="Ref21385b7ebf4e3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fbd24c595564e18" /><Relationship Type="http://schemas.openxmlformats.org/officeDocument/2006/relationships/notesMaster" Target="/ppt/notesMasters/notesMaster1.xml" Id="R5176ff3f189f4ee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e37f3f0f4184467" /><Relationship Type="http://schemas.openxmlformats.org/officeDocument/2006/relationships/notesMaster" Target="/ppt/notesMasters/notesMaster1.xml" Id="Rf1da0f4d02a74c5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a025f5324b74a0c" /><Relationship Type="http://schemas.openxmlformats.org/officeDocument/2006/relationships/notesMaster" Target="/ppt/notesMasters/notesMaster1.xml" Id="Rbef08923380a476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7c10c94c3844b79" /><Relationship Type="http://schemas.openxmlformats.org/officeDocument/2006/relationships/notesMaster" Target="/ppt/notesMasters/notesMaster1.xml" Id="Rb16225f5a06a4af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5d8d6bc8b00440b" /><Relationship Type="http://schemas.openxmlformats.org/officeDocument/2006/relationships/notesMaster" Target="/ppt/notesMasters/notesMaster1.xml" Id="R24390b70087b492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28c38582a2c46dc" /><Relationship Type="http://schemas.openxmlformats.org/officeDocument/2006/relationships/notesMaster" Target="/ppt/notesMasters/notesMaster1.xml" Id="R4bc52c2fd4f0488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04d39b5135549d1" /><Relationship Type="http://schemas.openxmlformats.org/officeDocument/2006/relationships/notesMaster" Target="/ppt/notesMasters/notesMaster1.xml" Id="R23840082a54c4fd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6c5b5df2f4f4594" /><Relationship Type="http://schemas.openxmlformats.org/officeDocument/2006/relationships/notesMaster" Target="/ppt/notesMasters/notesMaster1.xml" Id="R69f7a933c764400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b63ce3dec5f4ede" /><Relationship Type="http://schemas.openxmlformats.org/officeDocument/2006/relationships/notesMaster" Target="/ppt/notesMasters/notesMaster1.xml" Id="Rf2852b3da6a74d8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68753de2ef7485c" /><Relationship Type="http://schemas.openxmlformats.org/officeDocument/2006/relationships/notesMaster" Target="/ppt/notesMasters/notesMaster1.xml" Id="Rdf133917ab38437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d5397785fed47f1" /><Relationship Type="http://schemas.openxmlformats.org/officeDocument/2006/relationships/notesMaster" Target="/ppt/notesMasters/notesMaster1.xml" Id="R5206cb341df6413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4a5834ef40c4b47" /><Relationship Type="http://schemas.openxmlformats.org/officeDocument/2006/relationships/notesMaster" Target="/ppt/notesMasters/notesMaster1.xml" Id="R72f80a3d4b964ef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72eef109e2942bd" /><Relationship Type="http://schemas.openxmlformats.org/officeDocument/2006/relationships/notesMaster" Target="/ppt/notesMasters/notesMaster1.xml" Id="R88ad7df7497a49f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3cae45cde6c4dc2" /><Relationship Type="http://schemas.openxmlformats.org/officeDocument/2006/relationships/notesMaster" Target="/ppt/notesMasters/notesMaster1.xml" Id="Rda30152f40a948a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b9fd5a8232743d8" /><Relationship Type="http://schemas.openxmlformats.org/officeDocument/2006/relationships/notesMaster" Target="/ppt/notesMasters/notesMaster1.xml" Id="R6a7b9ab17f6740a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2a7b4a67836453e" /><Relationship Type="http://schemas.openxmlformats.org/officeDocument/2006/relationships/notesMaster" Target="/ppt/notesMasters/notesMaster1.xml" Id="R0439ad724eef41a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cd1a0b711f84222" /><Relationship Type="http://schemas.openxmlformats.org/officeDocument/2006/relationships/notesMaster" Target="/ppt/notesMasters/notesMaster1.xml" Id="R4ceca3a3e75c458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5a72e5c45f1469e" /><Relationship Type="http://schemas.openxmlformats.org/officeDocument/2006/relationships/notesMaster" Target="/ppt/notesMasters/notesMaster1.xml" Id="R51094d195494417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77328e0a63346b3" /><Relationship Type="http://schemas.openxmlformats.org/officeDocument/2006/relationships/notesMaster" Target="/ppt/notesMasters/notesMaster1.xml" Id="Rdf4b0acfee81405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8c18a994be1404c" /><Relationship Type="http://schemas.openxmlformats.org/officeDocument/2006/relationships/notesMaster" Target="/ppt/notesMasters/notesMaster1.xml" Id="R2e00fafa1431489f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93c3b7340ee84b46" /><Relationship Type="http://schemas.openxmlformats.org/officeDocument/2006/relationships/notesMaster" Target="/ppt/notesMasters/notesMaster1.xml" Id="R908b680ff93f46bf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9e475bb043834d4d" /><Relationship Type="http://schemas.openxmlformats.org/officeDocument/2006/relationships/notesMaster" Target="/ppt/notesMasters/notesMaster1.xml" Id="R2d2fbb3101a6462e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4075cce221ae4e06" /><Relationship Type="http://schemas.openxmlformats.org/officeDocument/2006/relationships/notesMaster" Target="/ppt/notesMasters/notesMaster1.xml" Id="R715c04923a3f4970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1f02462ae2d74d4d" /><Relationship Type="http://schemas.openxmlformats.org/officeDocument/2006/relationships/notesMaster" Target="/ppt/notesMasters/notesMaster1.xml" Id="R7dc8d82258664198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e95a4d50da444748" /><Relationship Type="http://schemas.openxmlformats.org/officeDocument/2006/relationships/notesMaster" Target="/ppt/notesMasters/notesMaster1.xml" Id="R2637629c5ae94581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d2aed1bb862645d8" /><Relationship Type="http://schemas.openxmlformats.org/officeDocument/2006/relationships/notesMaster" Target="/ppt/notesMasters/notesMaster1.xml" Id="R9febcec0cd3b459e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55b6e09756d44d76" /><Relationship Type="http://schemas.openxmlformats.org/officeDocument/2006/relationships/notesMaster" Target="/ppt/notesMasters/notesMaster1.xml" Id="R36f8ee0d557c44e9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14a6651a964e4b5a" /><Relationship Type="http://schemas.openxmlformats.org/officeDocument/2006/relationships/notesMaster" Target="/ppt/notesMasters/notesMaster1.xml" Id="R989b7c2b35a042b6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3ed6eccabf774c84" /><Relationship Type="http://schemas.openxmlformats.org/officeDocument/2006/relationships/notesMaster" Target="/ppt/notesMasters/notesMaster1.xml" Id="Rcd1bc16b8d9e4d4e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f14d862405ad418f" /><Relationship Type="http://schemas.openxmlformats.org/officeDocument/2006/relationships/notesMaster" Target="/ppt/notesMasters/notesMaster1.xml" Id="R6b0fe9d5707c45f6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71e6ca5cb64c40a5" /><Relationship Type="http://schemas.openxmlformats.org/officeDocument/2006/relationships/notesMaster" Target="/ppt/notesMasters/notesMaster1.xml" Id="Rcd47d8e29dbb4034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88199cc9a6b640d8" /><Relationship Type="http://schemas.openxmlformats.org/officeDocument/2006/relationships/notesMaster" Target="/ppt/notesMasters/notesMaster1.xml" Id="R8e120eaad61747ce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60424029c9a94614" /><Relationship Type="http://schemas.openxmlformats.org/officeDocument/2006/relationships/notesMaster" Target="/ppt/notesMasters/notesMaster1.xml" Id="Rcba2c5e9ce014585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ca28ed03e1464c2b" /><Relationship Type="http://schemas.openxmlformats.org/officeDocument/2006/relationships/notesMaster" Target="/ppt/notesMasters/notesMaster1.xml" Id="Rc7ed287ed0da44c6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2f701e29e9604c48" /><Relationship Type="http://schemas.openxmlformats.org/officeDocument/2006/relationships/notesMaster" Target="/ppt/notesMasters/notesMaster1.xml" Id="R952e6b64346e4655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e5f879417be540e2" /><Relationship Type="http://schemas.openxmlformats.org/officeDocument/2006/relationships/notesMaster" Target="/ppt/notesMasters/notesMaster1.xml" Id="Rbf2bc1417d454a29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e56e86062b544097" /><Relationship Type="http://schemas.openxmlformats.org/officeDocument/2006/relationships/notesMaster" Target="/ppt/notesMasters/notesMaster1.xml" Id="R3b4ea8a58ee94df7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6f6a05a9a8454865" /><Relationship Type="http://schemas.openxmlformats.org/officeDocument/2006/relationships/notesMaster" Target="/ppt/notesMasters/notesMaster1.xml" Id="Radea71f3834f40b6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850a0ed62041435d" /><Relationship Type="http://schemas.openxmlformats.org/officeDocument/2006/relationships/notesMaster" Target="/ppt/notesMasters/notesMaster1.xml" Id="R0ef618c305a24616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3f3bebe84510497c" /><Relationship Type="http://schemas.openxmlformats.org/officeDocument/2006/relationships/notesMaster" Target="/ppt/notesMasters/notesMaster1.xml" Id="R09cda573d75d481c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2082a4d2f1f246a3" /><Relationship Type="http://schemas.openxmlformats.org/officeDocument/2006/relationships/notesMaster" Target="/ppt/notesMasters/notesMaster1.xml" Id="Re513097c269c4964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8b1fee7b99f64110" /><Relationship Type="http://schemas.openxmlformats.org/officeDocument/2006/relationships/notesMaster" Target="/ppt/notesMasters/notesMaster1.xml" Id="R698392f78cea46e2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f367ce5470f14488" /><Relationship Type="http://schemas.openxmlformats.org/officeDocument/2006/relationships/notesMaster" Target="/ppt/notesMasters/notesMaster1.xml" Id="R89c9f181617941ab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37e87f6418b946be" /><Relationship Type="http://schemas.openxmlformats.org/officeDocument/2006/relationships/notesMaster" Target="/ppt/notesMasters/notesMaster1.xml" Id="Rb640e92dd09b4d44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fd8df4c6e9434229" /><Relationship Type="http://schemas.openxmlformats.org/officeDocument/2006/relationships/notesMaster" Target="/ppt/notesMasters/notesMaster1.xml" Id="Rafcd5297ba3946b3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ea53356a8b574b43" /><Relationship Type="http://schemas.openxmlformats.org/officeDocument/2006/relationships/notesMaster" Target="/ppt/notesMasters/notesMaster1.xml" Id="R2f6a328d35bf479f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f35748680c354a59" /><Relationship Type="http://schemas.openxmlformats.org/officeDocument/2006/relationships/notesMaster" Target="/ppt/notesMasters/notesMaster1.xml" Id="R7228a6c81fd14af9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68c914997e334aa5" /><Relationship Type="http://schemas.openxmlformats.org/officeDocument/2006/relationships/notesMaster" Target="/ppt/notesMasters/notesMaster1.xml" Id="Rb97a064c266e478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34290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34290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9b8bfcef2a463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b9ca753e8646b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9d75a228f8436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d63e90223546d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c0ab8637e64d4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52891ee353447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af9d7680744f1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75571431164a5d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a03b76db924ad0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fdb3936e774574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edfe1d7b9c4e3b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73e0abdc4949b3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8a35d58a804de4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95fb8de4e5436c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ead310f8e440ef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827c7318174a96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a01afec9304b68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fb809c934e4425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aa4efe20a744a4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de4b02edab48b5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3af532717440a8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988bd503b64601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c0d5f842b94dc6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0a6e810af94c62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de16c32a6345ad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085f881d1d4629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07ebe6f187416c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ce6e44458e42c9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e57333b9274538" /></Relationships>
</file>

<file path=ppt/slideLayouts/_rels/slideLayout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9588bd21fc4918" /></Relationships>
</file>

<file path=ppt/slideLayouts/_rels/slideLayout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5c8e5afcf540b9" /></Relationships>
</file>

<file path=ppt/slideLayouts/_rels/slideLayout3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649c3ca0a34b29" /></Relationships>
</file>

<file path=ppt/slideLayouts/_rels/slideLayout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dab68e5fee4759" /></Relationships>
</file>

<file path=ppt/slideLayouts/_rels/slideLayout3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71749a051a4054" /></Relationships>
</file>

<file path=ppt/slideLayouts/_rels/slideLayout3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03977b3c9746b4" /></Relationships>
</file>

<file path=ppt/slideLayouts/_rels/slideLayout3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a53a0ee4614c3c" /></Relationships>
</file>

<file path=ppt/slideLayouts/_rels/slideLayout3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436c92578d42a9" /></Relationships>
</file>

<file path=ppt/slideLayouts/_rels/slideLayout3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9c2d94ab724def" /></Relationships>
</file>

<file path=ppt/slideLayouts/_rels/slideLayout3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687e2c2d444894" /></Relationships>
</file>

<file path=ppt/slideLayouts/_rels/slideLayout4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fa4d01b3b74ab7" /></Relationships>
</file>

<file path=ppt/slideLayouts/_rels/slideLayout4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1951612c594e2d" /></Relationships>
</file>

<file path=ppt/slideLayouts/_rels/slideLayout4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d53d08bb7d4d57" /></Relationships>
</file>

<file path=ppt/slideLayouts/_rels/slideLayout4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193146c0434a20" /></Relationships>
</file>

<file path=ppt/slideLayouts/_rels/slideLayout4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4d50f6050b4404" /></Relationships>
</file>

<file path=ppt/slideLayouts/_rels/slideLayout4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7436a4eca4d45e1" /></Relationships>
</file>

<file path=ppt/slideLayouts/_rels/slideLayout4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75da8d9358f4cf8" /></Relationships>
</file>

<file path=ppt/slideLayouts/_rels/slideLayout4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03127e7defa4796" /></Relationships>
</file>

<file path=ppt/slideLayouts/_rels/slideLayout4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7f661633d9a45d4" /></Relationships>
</file>

<file path=ppt/slideLayouts/_rels/slideLayout4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2841766485c4b30" /></Relationships>
</file>

<file path=ppt/slideLayouts/_rels/slideLayout5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6c17cbb7e784a28" /></Relationships>
</file>

<file path=ppt/slideLayouts/_rels/slideLayout5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0ba813675f44834" /></Relationships>
</file>

<file path=ppt/slideLayouts/_rels/slideLayout5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eda2d010c474440" /></Relationships>
</file>

<file path=ppt/slideLayouts/_rels/slideLayout5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c8beaed66a649a6" /></Relationships>
</file>

<file path=ppt/slideLayouts/_rels/slideLayout5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a5bea30d24e4d16" /></Relationships>
</file>

<file path=ppt/slideLayouts/_rels/slideLayout5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69b5605c6614589" /></Relationships>
</file>

<file path=ppt/slideLayouts/_rels/slideLayout5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be57c9276eb477c" /></Relationships>
</file>

<file path=ppt/slideLayouts/_rels/slideLayout5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6ee72767cbc4129" /></Relationships>
</file>

<file path=ppt/slideLayouts/_rels/slideLayout5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725f3ce63904923" /></Relationships>
</file>

<file path=ppt/slideLayouts/_rels/slideLayout5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1b27007a2d7436e" /></Relationships>
</file>

<file path=ppt/slideLayouts/_rels/slideLayout6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f245d2bc0ef431f" /></Relationships>
</file>

<file path=ppt/slideLayouts/_rels/slideLayout6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45ddd08a22648e7" /></Relationships>
</file>

<file path=ppt/slideLayouts/_rels/slideLayout6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1ee95ed63ee4fa3" /></Relationships>
</file>

<file path=ppt/slideLayouts/_rels/slideLayout6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7e8c4dfa00e434b" /></Relationships>
</file>

<file path=ppt/slideLayouts/_rels/slideLayout6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c7be6345f1441a0" /></Relationships>
</file>

<file path=ppt/slideLayouts/_rels/slideLayout6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dfaf3535a7342dd" /></Relationships>
</file>

<file path=ppt/slideLayouts/_rels/slideLayout6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b44230250984adc" /></Relationships>
</file>

<file path=ppt/slideLayouts/_rels/slideLayout6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2d615b3850f46b6" /></Relationships>
</file>

<file path=ppt/slideLayouts/_rels/slideLayout6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e0ae13193084e9a" /></Relationships>
</file>

<file path=ppt/slideLayouts/_rels/slideLayout6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b46a46b16a44526" /></Relationships>
</file>

<file path=ppt/slideLayouts/_rels/slideLayout7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b757725f64b4f15" /></Relationships>
</file>

<file path=ppt/slideLayouts/_rels/slideLayout7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fb96911fbc94049" /></Relationships>
</file>

<file path=ppt/slideLayouts/_rels/slideLayout7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e71a6d10a0749f1" /></Relationships>
</file>

<file path=ppt/slideLayouts/_rels/slideLayout7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5e4b22cc43e4c11" /></Relationships>
</file>

<file path=ppt/slideLayouts/_rels/slideLayout7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6f593f976ab4c92" /></Relationships>
</file>

<file path=ppt/slideLayouts/_rels/slideLayout7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68c04cc19654ebf" /></Relationships>
</file>

<file path=ppt/slideLayouts/_rels/slideLayout7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5191af1c13a4906" /></Relationships>
</file>

<file path=ppt/slideLayouts/_rels/slideLayout7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eb81fc7a2c5402a" /></Relationships>
</file>

<file path=ppt/slideLayouts/_rels/slideLayout7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24714b685d14d6a" /></Relationships>
</file>

<file path=ppt/slideLayouts/_rels/slideLayout79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f103a8a234814ed9" /></Relationships>
</file>

<file path=ppt/slideLayouts/_rels/slideLayout80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a3e2459730e048e9" /></Relationships>
</file>

<file path=ppt/slideLayouts/_rels/slideLayout81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8013e87285f24aeb" /></Relationships>
</file>

<file path=ppt/slideLayouts/_rels/slideLayout82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655534703fa84d03" /></Relationships>
</file>

<file path=ppt/slideLayouts/_rels/slideLayout8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45e46e786af246bb" /></Relationships>
</file>

<file path=ppt/slideLayouts/_rels/slideLayout8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26dbb6f283b0402b" /></Relationships>
</file>

<file path=ppt/slideLayouts/_rels/slideLayout8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54d5ae2993a34ca2" /></Relationships>
</file>

<file path=ppt/slideLayouts/_rels/slideLayout86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087e4999d5114ab0" /></Relationships>
</file>

<file path=ppt/slideLayouts/_rels/slideLayout87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8d8f2e328d0348d0" /></Relationships>
</file>

<file path=ppt/slideLayouts/_rels/slideLayout88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2b785cc7441149fb" /></Relationships>
</file>

<file path=ppt/slideLayouts/_rels/slideLayout89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4254ae58c4bd4241" /></Relationships>
</file>

<file path=ppt/slideLayouts/_rels/slideLayout90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996f2dcc27574503" /></Relationships>
</file>

<file path=ppt/slideLayouts/_rels/slideLayout91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33421d78acb74e07" /></Relationships>
</file>

<file path=ppt/slideLayouts/_rels/slideLayout92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2744b3a1f8a84189" /></Relationships>
</file>

<file path=ppt/slideLayouts/_rels/slideLayout9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e4282a7f84af409f" /></Relationships>
</file>

<file path=ppt/slideLayouts/_rels/slideLayout9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ff29feeaed444e43" /></Relationships>
</file>

<file path=ppt/slideLayouts/_rels/slideLayout9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0607dc3257be4e78" /></Relationships>
</file>

<file path=ppt/slideLayouts/_rels/slideLayout96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46adb3d305744faa" /></Relationships>
</file>

<file path=ppt/slideLayouts/_rels/slideLayout97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766da8d219bd4b9c" /></Relationships>
</file>

<file path=ppt/slideLayouts/_rels/slideLayout98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8660c5b9424c47f1" /></Relationships>
</file>

<file path=ppt/slideLayouts/_rels/slideLayout99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e19017031dbb469e" /></Relationships>
</file>

<file path=ppt/slideLayouts/_rels/slideLayout100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11e4a89c31684adb" /></Relationships>
</file>

<file path=ppt/slideLayouts/_rels/slideLayout101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088b1124be754ffb" /></Relationships>
</file>

<file path=ppt/slideLayouts/_rels/slideLayout102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de09bbb705a24065" /></Relationships>
</file>

<file path=ppt/slideLayouts/_rels/slideLayout10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e553508e609040e1" /></Relationships>
</file>

<file path=ppt/slideLayouts/_rels/slideLayout10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15465113b71d4163" /></Relationships>
</file>

<file path=ppt/slideLayouts/_rels/slideLayout10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eb4b8cf7688f4bff" /></Relationships>
</file>

<file path=ppt/slideLayouts/_rels/slideLayout106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dd0a110625044d0f" /></Relationships>
</file>

<file path=ppt/slideLayouts/_rels/slideLayout107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f2ad57a1bf9548c2" /></Relationships>
</file>

<file path=ppt/slideLayouts/_rels/slideLayout108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c1ddeeb96970420a" /></Relationships>
</file>

<file path=ppt/slideLayouts/_rels/slideLayout109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0fac29722aba409e" /></Relationships>
</file>

<file path=ppt/slideLayouts/_rels/slideLayout1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65e5b9203d1e47c2" /></Relationships>
</file>

<file path=ppt/slideLayouts/_rels/slideLayout1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114a54005e144557" /></Relationships>
</file>

<file path=ppt/slideLayouts/_rels/slideLayout1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4533d1548f174785" /></Relationships>
</file>

<file path=ppt/slideLayouts/_rels/slideLayout1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6c7c79da77894f26" /></Relationships>
</file>

<file path=ppt/slideLayouts/_rels/slideLayout1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f432af6c4be8434e" /></Relationships>
</file>

<file path=ppt/slideLayouts/_rels/slideLayout1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547d42ef85a4472f" /></Relationships>
</file>

<file path=ppt/slideLayouts/_rels/slideLayout1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6aaca205308448e0" /></Relationships>
</file>

<file path=ppt/slideLayouts/_rels/slideLayout1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a29a891545f84890" /></Relationships>
</file>

<file path=ppt/slideLayouts/_rels/slideLayout1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f048fb6582bf4b8b" /></Relationships>
</file>

<file path=ppt/slideLayouts/_rels/slideLayout1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ce415db681a64f15" /></Relationships>
</file>

<file path=ppt/slideLayouts/_rels/slideLayout1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55bca2e731214005" /></Relationships>
</file>

<file path=ppt/slideLayouts/_rels/slideLayout1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fe94878293244880" /></Relationships>
</file>

<file path=ppt/slideLayouts/_rels/slideLayout1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a648f24c75c44b15" /></Relationships>
</file>

<file path=ppt/slideLayouts/_rels/slideLayout1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4c2972991bfd482e" /></Relationships>
</file>

<file path=ppt/slideLayouts/_rels/slideLayout1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0ba7cfa83d7540ec" /></Relationships>
</file>

<file path=ppt/slideLayouts/_rels/slideLayout1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2e027c00918d421a" /></Relationships>
</file>

<file path=ppt/slideLayouts/_rels/slideLayout1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7aa1d9c386a74c5b" /></Relationships>
</file>

<file path=ppt/slideLayouts/_rels/slideLayout1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0115012938304259" /></Relationships>
</file>

<file path=ppt/slideLayouts/_rels/slideLayout1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718326de8dbb487d" /></Relationships>
</file>

<file path=ppt/slideLayouts/_rels/slideLayout1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74b0b5baaec9402d" /></Relationships>
</file>

<file path=ppt/slideLayouts/_rels/slideLayout1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a7ef3eac162840e3" /></Relationships>
</file>

<file path=ppt/slideLayouts/_rels/slideLayout1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f490ec020f2c4562" /></Relationships>
</file>

<file path=ppt/slideLayouts/_rels/slideLayout132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99411f050f224423" /></Relationships>
</file>

<file path=ppt/slideLayouts/_rels/slideLayout1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61530d10522a4bbe" /></Relationships>
</file>

<file path=ppt/slideLayouts/_rels/slideLayout134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02aa6752d2b14c82" /></Relationships>
</file>

<file path=ppt/slideLayouts/_rels/slideLayout135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730058288ca14141" /></Relationships>
</file>

<file path=ppt/slideLayouts/_rels/slideLayout136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d1e310a004084f53" /></Relationships>
</file>

<file path=ppt/slideLayouts/_rels/slideLayout137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07768f0841394641" /></Relationships>
</file>

<file path=ppt/slideLayouts/_rels/slideLayout138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4e5c0e21e4dc44e4" /></Relationships>
</file>

<file path=ppt/slideLayouts/_rels/slideLayout139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9eb8592ec62746f3" /></Relationships>
</file>

<file path=ppt/slideLayouts/_rels/slideLayout140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bfbd4a6a98d649ec" /></Relationships>
</file>

<file path=ppt/slideLayouts/_rels/slideLayout141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92c2f7f91c86422d" /></Relationships>
</file>

<file path=ppt/slideLayouts/_rels/slideLayout142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af00c38b9c3647ca" /></Relationships>
</file>

<file path=ppt/slideLayouts/_rels/slideLayout143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95bbe1ca6c334a4f" /></Relationships>
</file>

<file path=ppt/slideLayouts/_rels/slideLayout144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fe1a7672d96c43db" /></Relationships>
</file>

<file path=ppt/slideLayouts/_rels/slideLayout145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19dcf59fba4147ca" /></Relationships>
</file>

<file path=ppt/slideLayouts/_rels/slideLayout146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0c06018526af414c" /></Relationships>
</file>

<file path=ppt/slideLayouts/_rels/slideLayout147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66fddf86e11d4aed" /></Relationships>
</file>

<file path=ppt/slideLayouts/_rels/slideLayout148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43665439024f4af9" /></Relationships>
</file>

<file path=ppt/slideLayouts/_rels/slideLayout149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cbae9fd9ec254ea3" /></Relationships>
</file>

<file path=ppt/slideLayouts/_rels/slideLayout150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24076d30a30d4011" /></Relationships>
</file>

<file path=ppt/slideLayouts/_rels/slideLayout151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cf717278cf5c49ff" /></Relationships>
</file>

<file path=ppt/slideLayouts/_rels/slideLayout152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b244c034c36c46ec" /></Relationships>
</file>

<file path=ppt/slideLayouts/_rels/slideLayout153.xml.rels>&#65279;<?xml version="1.0" encoding="utf-8"?><Relationships xmlns="http://schemas.openxmlformats.org/package/2006/relationships"><Relationship Type="http://schemas.openxmlformats.org/officeDocument/2006/relationships/slideMaster" Target="/ppt/slideMasters/slideMaster6.xml" Id="Rdb7d2d041827465c" /></Relationships>
</file>

<file path=ppt/slideLayouts/_rels/slideLayout154.xml.rels>&#65279;<?xml version="1.0" encoding="utf-8"?><Relationships xmlns="http://schemas.openxmlformats.org/package/2006/relationships"><Relationship Type="http://schemas.openxmlformats.org/officeDocument/2006/relationships/slideMaster" Target="/ppt/slideMasters/slideMaster6.xml" Id="Rc18d2981b4fb4684" /></Relationships>
</file>

<file path=ppt/slideLayouts/_rels/slideLayout155.xml.rels>&#65279;<?xml version="1.0" encoding="utf-8"?><Relationships xmlns="http://schemas.openxmlformats.org/package/2006/relationships"><Relationship Type="http://schemas.openxmlformats.org/officeDocument/2006/relationships/slideMaster" Target="/ppt/slideMasters/slideMaster6.xml" Id="R8dd93268b0f54d07" /></Relationships>
</file>

<file path=ppt/slideLayouts/_rels/slideLayout156.xml.rels>&#65279;<?xml version="1.0" encoding="utf-8"?><Relationships xmlns="http://schemas.openxmlformats.org/package/2006/relationships"><Relationship Type="http://schemas.openxmlformats.org/officeDocument/2006/relationships/slideMaster" Target="/ppt/slideMasters/slideMaster6.xml" Id="Rc83091373a4a4f11" /></Relationships>
</file>

<file path=ppt/slideLayouts/_rels/slideLayout157.xml.rels>&#65279;<?xml version="1.0" encoding="utf-8"?><Relationships xmlns="http://schemas.openxmlformats.org/package/2006/relationships"><Relationship Type="http://schemas.openxmlformats.org/officeDocument/2006/relationships/slideMaster" Target="/ppt/slideMasters/slideMaster6.xml" Id="R99deb04894514214" /></Relationships>
</file>

<file path=ppt/slideLayouts/_rels/slideLayout158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a6378bd776f845ad" /></Relationships>
</file>

<file path=ppt/slideLayouts/_rels/slideLayout159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0531b6c54de54ca7" /></Relationships>
</file>

<file path=ppt/slideLayouts/_rels/slideLayout160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619a4a840d5d45f5" /></Relationships>
</file>

<file path=ppt/slideLayouts/_rels/slideLayout161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efee900f39fd4dfa" /></Relationships>
</file>

<file path=ppt/slideLayouts/_rels/slideLayout162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c68767c69fc44b22" /></Relationships>
</file>

<file path=ppt/slideLayouts/_rels/slideLayout163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99c2347d6cad40b3" /></Relationships>
</file>

<file path=ppt/slideLayouts/_rels/slideLayout164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09f9f86b8791477e" /></Relationships>
</file>

<file path=ppt/slideLayouts/_rels/slideLayout165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1c6cd8544a6c44a6" /></Relationships>
</file>

<file path=ppt/slideLayouts/_rels/slideLayout166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64c075b0c8a54291" /></Relationships>
</file>

<file path=ppt/slideLayouts/_rels/slideLayout167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2df7b2d6e1154591" /></Relationships>
</file>

<file path=ppt/slideLayouts/_rels/slideLayout168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2ec1c213580848b1" /></Relationships>
</file>

<file path=ppt/slideLayouts/_rels/slideLayout169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b8306e5d7c504bb6" /></Relationships>
</file>

<file path=ppt/slideLayouts/_rels/slideLayout170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3d27af0ed90941c8" /></Relationships>
</file>

<file path=ppt/slideLayouts/_rels/slideLayout171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79cd5f3cfd204b07" /></Relationships>
</file>

<file path=ppt/slideLayouts/_rels/slideLayout172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1415f65cd62b46af" /></Relationships>
</file>

<file path=ppt/slideLayouts/_rels/slideLayout173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5fb325e4566040da" /></Relationships>
</file>

<file path=ppt/slideLayouts/_rels/slideLayout174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f11bd4fe7eda4df0" /></Relationships>
</file>

<file path=ppt/slideLayouts/_rels/slideLayout175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462fca3c953244ee" /></Relationships>
</file>

<file path=ppt/slideLayouts/_rels/slideLayout176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1fa69e38542e4a63" /></Relationships>
</file>

<file path=ppt/slideLayouts/_rels/slideLayout177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dae07bf9e69242b0" /></Relationships>
</file>

<file path=ppt/slideLayouts/_rels/slideLayout178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9741f4bd32094688" /></Relationships>
</file>

<file path=ppt/slideLayouts/_rels/slideLayout179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ef26ab4c2f7e4094" /></Relationships>
</file>

<file path=ppt/slideLayouts/_rels/slideLayout180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2769d52968744181" /></Relationships>
</file>

<file path=ppt/slideLayouts/_rels/slideLayout181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0fb23a9250f64897" /></Relationships>
</file>

<file path=ppt/slideLayouts/_rels/slideLayout182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a9d26f000f7b4e36" /></Relationships>
</file>

<file path=ppt/slideLayouts/_rels/slideLayout183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172399a8109a412f" /></Relationships>
</file>

<file path=ppt/slideLayouts/_rels/slideLayout184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07814da2bc134a12" /></Relationships>
</file>

<file path=ppt/slideLayouts/_rels/slideLayout185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8a2e8cc62af54319" /></Relationships>
</file>

<file path=ppt/slideLayouts/_rels/slideLayout186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4c9a387ee2a84b3f" /></Relationships>
</file>

<file path=ppt/slideLayouts/_rels/slideLayout187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d3e2ef332a8b4c56" /></Relationships>
</file>

<file path=ppt/slideLayouts/_rels/slideLayout188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4b33637fff4a4500" /></Relationships>
</file>

<file path=ppt/slideLayouts/_rels/slideLayout189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587cc6a440714741" /></Relationships>
</file>

<file path=ppt/slideLayouts/_rels/slideLayout190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bac9fbbfa18d4c0c" /></Relationships>
</file>

<file path=ppt/slideLayouts/_rels/slideLayout191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8bd5e1ac54f34090" /></Relationships>
</file>

<file path=ppt/slideLayouts/_rels/slideLayout192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e6f00d8d994c4a64" /></Relationships>
</file>

<file path=ppt/slideLayouts/_rels/slideLayout193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4329516a1bbd4369" /></Relationships>
</file>

<file path=ppt/slideLayouts/_rels/slideLayout194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a78b6e3ca85e4fda" /></Relationships>
</file>

<file path=ppt/slideLayouts/_rels/slideLayout195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b0f3ac3940d443ab" /></Relationships>
</file>

<file path=ppt/slideLayouts/_rels/slideLayout196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d5dc16e1f31647bf" /></Relationships>
</file>

<file path=ppt/slideLayouts/_rels/slideLayout197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d12ffd350fd847ff" /></Relationships>
</file>

<file path=ppt/slideLayouts/_rels/slideLayout198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a5456ae402fa4034" /></Relationships>
</file>

<file path=ppt/slideLayouts/_rels/slideLayout199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dc4d6ffaae9e401f" /></Relationships>
</file>

<file path=ppt/slideLayouts/_rels/slideLayout200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bdc2fdf049e548d4" /></Relationships>
</file>

<file path=ppt/slideLayouts/_rels/slideLayout201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ef5dc729bae14f12" /></Relationships>
</file>

<file path=ppt/slideLayouts/_rels/slideLayout202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0a9d60ed3ca84ba4" /></Relationships>
</file>

<file path=ppt/slideLayouts/_rels/slideLayout203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cc95eb49fe474181" /></Relationships>
</file>

<file path=ppt/slideLayouts/_rels/slideLayout204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d8c612d364e74bf3" /></Relationships>
</file>

<file path=ppt/slideLayouts/_rels/slideLayout205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26ab4c5db3e044c6" /></Relationships>
</file>

<file path=ppt/slideLayouts/_rels/slideLayout206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97dd28653a0c4916" /></Relationships>
</file>

<file path=ppt/slideLayouts/_rels/slideLayout207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570009f4fedc4973" /></Relationships>
</file>

<file path=ppt/slideLayouts/_rels/slideLayout208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e7bf2ed7b4714e8d" /></Relationships>
</file>

<file path=ppt/slideLayouts/_rels/slideLayout209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74874777829649d9" /></Relationships>
</file>

<file path=ppt/slideLayouts/_rels/slideLayout2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3ac1591b35894bb4" /></Relationships>
</file>

<file path=ppt/slideLayouts/_rels/slideLayout2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f13b1ec2d3474092" /></Relationships>
</file>

<file path=ppt/slideLayouts/_rels/slideLayout2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cbca87e051d34d11" /></Relationships>
</file>

<file path=ppt/slideLayouts/_rels/slideLayout2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97d44948b5e54776" /></Relationships>
</file>

<file path=ppt/slideLayouts/_rels/slideLayout2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7581ee87682d4519" /></Relationships>
</file>

<file path=ppt/slideLayouts/_rels/slideLayout2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cde0f09aff84494d" /></Relationships>
</file>

<file path=ppt/slideLayouts/_rels/slideLayout2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fc8fa65c80ec4622" /></Relationships>
</file>

<file path=ppt/slideLayouts/_rels/slideLayout2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c4ceb7fdfddc4f8d" /></Relationships>
</file>

<file path=ppt/slideLayouts/_rels/slideLayout2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3eb086afef324f9e" /></Relationships>
</file>

<file path=ppt/slideLayouts/_rels/slideLayout2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60b82298fc5c44c5" /></Relationships>
</file>

<file path=ppt/slideLayouts/_rels/slideLayout2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8a83fb8c78c84e08" /></Relationships>
</file>

<file path=ppt/slideLayouts/_rels/slideLayout2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48cc4ca497ce4369" /></Relationships>
</file>

<file path=ppt/slideLayouts/_rels/slideLayout2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296dfe69fd2a41f8" /></Relationships>
</file>

<file path=ppt/slideLayouts/_rels/slideLayout2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2824214a96f544db" /></Relationships>
</file>

<file path=ppt/slideLayouts/_rels/slideLayout2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8b13c90855c3432a" /></Relationships>
</file>

<file path=ppt/slideLayouts/_rels/slideLayout2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4cbd6e2fbbba4688" /></Relationships>
</file>

<file path=ppt/slideLayouts/_rels/slideLayout2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d840729198894414" /></Relationships>
</file>

<file path=ppt/slideLayouts/_rels/slideLayout2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da9925421b1840da" /></Relationships>
</file>

<file path=ppt/slideLayouts/_rels/slideLayout2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3b02dec87efd4c69" /></Relationships>
</file>

<file path=ppt/slideLayouts/_rels/slideLayout2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d4c9f97e4d7f467f" /></Relationships>
</file>

<file path=ppt/slideLayouts/_rels/slideLayout2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59b48aa10f5e4487" /></Relationships>
</file>

<file path=ppt/slideLayouts/_rels/slideLayout2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086b195b761f4ad6" /></Relationships>
</file>

<file path=ppt/slideLayouts/_rels/slideLayout232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9d5f2bbf672f4bf2" /></Relationships>
</file>

<file path=ppt/slideLayouts/_rels/slideLayout2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5d156ea377164780" /></Relationships>
</file>

<file path=ppt/slideLayouts/_rels/slideLayout234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37b1abf9fd5c4a6f" /></Relationships>
</file>

<file path=ppt/slideLayouts/_rels/slideLayout235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9555fa897992425e" /></Relationships>
</file>

<file path=ppt/slideLayouts/_rels/slideLayout236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b07598b70c524f00" /></Relationships>
</file>

<file path=ppt/slideLayouts/_rels/slideLayout237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4e191c79cfca47f9" /></Relationships>
</file>

<file path=ppt/slideLayouts/_rels/slideLayout238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f223cc4917714f13" /></Relationships>
</file>

<file path=ppt/slideLayouts/_rels/slideLayout239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5e296ae284574017" /></Relationships>
</file>

<file path=ppt/slideLayouts/_rels/slideLayout240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bc491449d38f4bff" /></Relationships>
</file>

<file path=ppt/slideLayouts/_rels/slideLayout241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8b4aba8ff5614b10" /></Relationships>
</file>

<file path=ppt/slideLayouts/_rels/slideLayout242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3fb7f1799e364bb0" /></Relationships>
</file>

<file path=ppt/slideLayouts/_rels/slideLayout243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81df52744daf4a12" /></Relationships>
</file>

<file path=ppt/slideLayouts/_rels/slideLayout244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08b0dab198b347d7" /></Relationships>
</file>

<file path=ppt/slideLayouts/_rels/slideLayout245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0ad78d6c5fe445ee" /></Relationships>
</file>

<file path=ppt/slideLayouts/_rels/slideLayout246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42411cccacfc4b15" /></Relationships>
</file>

<file path=ppt/slideLayouts/_rels/slideLayout247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56b990cff0df4365" /></Relationships>
</file>

<file path=ppt/slideLayouts/_rels/slideLayout248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c338ae9f3c984e25" /></Relationships>
</file>

<file path=ppt/slideLayouts/_rels/slideLayout249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81150d9d078546e0" /></Relationships>
</file>

<file path=ppt/slideLayouts/_rels/slideLayout250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f34512cb30e840a1" /></Relationships>
</file>

<file path=ppt/slideLayouts/_rels/slideLayout251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700b4a103fdd4f15" /></Relationships>
</file>

<file path=ppt/slideLayouts/_rels/slideLayout252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1d87106dfeaf4258" /></Relationships>
</file>

<file path=ppt/slideLayouts/_rels/slideLayout253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0bdb1af1cd844fa8" /></Relationships>
</file>

<file path=ppt/slideLayouts/_rels/slideLayout254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76370d9835764a80" /></Relationships>
</file>

<file path=ppt/slideLayouts/_rels/slideLayout255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d328bf9a3bfe440c" /></Relationships>
</file>

<file path=ppt/slideLayouts/_rels/slideLayout256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61876cbd4d604f73" /></Relationships>
</file>

<file path=ppt/slideLayouts/_rels/slideLayout257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c08e3d8b35654ef5" /></Relationships>
</file>

<file path=ppt/slideLayouts/_rels/slideLayout258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0024a70ddd614763" /></Relationships>
</file>

<file path=ppt/slideLayouts/_rels/slideLayout259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2df4e9e955a44f47" /></Relationships>
</file>

<file path=ppt/slideLayouts/_rels/slideLayout260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a9ddcc79f4344381" /></Relationships>
</file>

<file path=ppt/slideLayouts/_rels/slideLayout261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a9d6bb9d06cf4901" /></Relationships>
</file>

<file path=ppt/slideLayouts/_rels/slideLayout262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d89ba95e7e4d45c2" /></Relationships>
</file>

<file path=ppt/slideLayouts/_rels/slideLayout263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38fd6de12cae4890" /></Relationships>
</file>

<file path=ppt/slideLayouts/_rels/slideLayout264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39190dd27cc545ed" /></Relationships>
</file>

<file path=ppt/slideLayouts/_rels/slideLayout265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2633992d11e44654" /></Relationships>
</file>

<file path=ppt/slideLayouts/_rels/slideLayout266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0c7dd72bbf264d2b" /></Relationships>
</file>

<file path=ppt/slideLayouts/_rels/slideLayout267.xml.rels>&#65279;<?xml version="1.0" encoding="utf-8"?><Relationships xmlns="http://schemas.openxmlformats.org/package/2006/relationships"><Relationship Type="http://schemas.openxmlformats.org/officeDocument/2006/relationships/slideMaster" Target="/ppt/slideMasters/slideMaster8.xml" Id="R149566cb4fe0488c" /></Relationships>
</file>

<file path=ppt/slideLayouts/_rels/slideLayout268.xml.rels>&#65279;<?xml version="1.0" encoding="utf-8"?><Relationships xmlns="http://schemas.openxmlformats.org/package/2006/relationships"><Relationship Type="http://schemas.openxmlformats.org/officeDocument/2006/relationships/slideMaster" Target="/ppt/slideMasters/slideMaster8.xml" Id="Raf213a46122f4d07" /></Relationships>
</file>

<file path=ppt/slideLayouts/_rels/slideLayout269.xml.rels>&#65279;<?xml version="1.0" encoding="utf-8"?><Relationships xmlns="http://schemas.openxmlformats.org/package/2006/relationships"><Relationship Type="http://schemas.openxmlformats.org/officeDocument/2006/relationships/slideMaster" Target="/ppt/slideMasters/slideMaster8.xml" Id="R4d52b58fc7e948d8" /></Relationships>
</file>

<file path=ppt/slideLayouts/_rels/slideLayout270.xml.rels>&#65279;<?xml version="1.0" encoding="utf-8"?><Relationships xmlns="http://schemas.openxmlformats.org/package/2006/relationships"><Relationship Type="http://schemas.openxmlformats.org/officeDocument/2006/relationships/slideMaster" Target="/ppt/slideMasters/slideMaster8.xml" Id="R199d78785b674ec7" /></Relationships>
</file>

<file path=ppt/slideLayouts/_rels/slideLayout271.xml.rels>&#65279;<?xml version="1.0" encoding="utf-8"?><Relationships xmlns="http://schemas.openxmlformats.org/package/2006/relationships"><Relationship Type="http://schemas.openxmlformats.org/officeDocument/2006/relationships/slideMaster" Target="/ppt/slideMasters/slideMaster8.xml" Id="R8aa09c3d69e94af5" /></Relationships>
</file>

<file path=ppt/slideLayouts/_rels/slideLayout272.xml.rels>&#65279;<?xml version="1.0" encoding="utf-8"?><Relationships xmlns="http://schemas.openxmlformats.org/package/2006/relationships"><Relationship Type="http://schemas.openxmlformats.org/officeDocument/2006/relationships/slideMaster" Target="/ppt/slideMasters/slideMaster8.xml" Id="R633bfe894ba54376" /></Relationships>
</file>

<file path=ppt/slideLayouts/_rels/slideLayout273.xml.rels>&#65279;<?xml version="1.0" encoding="utf-8"?><Relationships xmlns="http://schemas.openxmlformats.org/package/2006/relationships"><Relationship Type="http://schemas.openxmlformats.org/officeDocument/2006/relationships/slideMaster" Target="/ppt/slideMasters/slideMaster8.xml" Id="R4240671421444f51" /></Relationships>
</file>

<file path=ppt/slideLayouts/_rels/slideLayout274.xml.rels>&#65279;<?xml version="1.0" encoding="utf-8"?><Relationships xmlns="http://schemas.openxmlformats.org/package/2006/relationships"><Relationship Type="http://schemas.openxmlformats.org/officeDocument/2006/relationships/slideMaster" Target="/ppt/slideMasters/slideMaster8.xml" Id="Raec1acd0bb0b430e" /></Relationships>
</file>

<file path=ppt/slideLayouts/_rels/slideLayout275.xml.rels>&#65279;<?xml version="1.0" encoding="utf-8"?><Relationships xmlns="http://schemas.openxmlformats.org/package/2006/relationships"><Relationship Type="http://schemas.openxmlformats.org/officeDocument/2006/relationships/slideMaster" Target="/ppt/slideMasters/slideMaster8.xml" Id="Ra0134686f6df434a" /></Relationships>
</file>

<file path=ppt/slideLayouts/_rels/slideLayout276.xml.rels>&#65279;<?xml version="1.0" encoding="utf-8"?><Relationships xmlns="http://schemas.openxmlformats.org/package/2006/relationships"><Relationship Type="http://schemas.openxmlformats.org/officeDocument/2006/relationships/slideMaster" Target="/ppt/slideMasters/slideMaster8.xml" Id="Rf2ff4342332c4bee" /></Relationships>
</file>

<file path=ppt/slideLayouts/_rels/slideLayout277.xml.rels>&#65279;<?xml version="1.0" encoding="utf-8"?><Relationships xmlns="http://schemas.openxmlformats.org/package/2006/relationships"><Relationship Type="http://schemas.openxmlformats.org/officeDocument/2006/relationships/slideMaster" Target="/ppt/slideMasters/slideMaster8.xml" Id="R87013bf25003437c" /></Relationships>
</file>

<file path=ppt/slideLayouts/_rels/slideLayout278.xml.rels>&#65279;<?xml version="1.0" encoding="utf-8"?><Relationships xmlns="http://schemas.openxmlformats.org/package/2006/relationships"><Relationship Type="http://schemas.openxmlformats.org/officeDocument/2006/relationships/slideMaster" Target="/ppt/slideMasters/slideMaster8.xml" Id="R014ffe5637bf4498" /></Relationships>
</file>

<file path=ppt/slideLayouts/_rels/slideLayout279.xml.rels>&#65279;<?xml version="1.0" encoding="utf-8"?><Relationships xmlns="http://schemas.openxmlformats.org/package/2006/relationships"><Relationship Type="http://schemas.openxmlformats.org/officeDocument/2006/relationships/slideMaster" Target="/ppt/slideMasters/slideMaster8.xml" Id="R154366e351f74fb1" /></Relationships>
</file>

<file path=ppt/slideLayouts/_rels/slideLayout280.xml.rels>&#65279;<?xml version="1.0" encoding="utf-8"?><Relationships xmlns="http://schemas.openxmlformats.org/package/2006/relationships"><Relationship Type="http://schemas.openxmlformats.org/officeDocument/2006/relationships/slideMaster" Target="/ppt/slideMasters/slideMaster8.xml" Id="R8f78643c9d704556" /></Relationships>
</file>

<file path=ppt/slideLayouts/_rels/slideLayout281.xml.rels>&#65279;<?xml version="1.0" encoding="utf-8"?><Relationships xmlns="http://schemas.openxmlformats.org/package/2006/relationships"><Relationship Type="http://schemas.openxmlformats.org/officeDocument/2006/relationships/slideMaster" Target="/ppt/slideMasters/slideMaster8.xml" Id="R323f990f55ca4f60" /></Relationships>
</file>

<file path=ppt/slideLayouts/_rels/slideLayout282.xml.rels>&#65279;<?xml version="1.0" encoding="utf-8"?><Relationships xmlns="http://schemas.openxmlformats.org/package/2006/relationships"><Relationship Type="http://schemas.openxmlformats.org/officeDocument/2006/relationships/slideMaster" Target="/ppt/slideMasters/slideMaster8.xml" Id="R0a24b90258454d90" /></Relationships>
</file>

<file path=ppt/slideLayouts/_rels/slideLayout283.xml.rels>&#65279;<?xml version="1.0" encoding="utf-8"?><Relationships xmlns="http://schemas.openxmlformats.org/package/2006/relationships"><Relationship Type="http://schemas.openxmlformats.org/officeDocument/2006/relationships/slideMaster" Target="/ppt/slideMasters/slideMaster8.xml" Id="R6907172ed0304c7e" /></Relationships>
</file>

<file path=ppt/slideLayouts/_rels/slideLayout284.xml.rels>&#65279;<?xml version="1.0" encoding="utf-8"?><Relationships xmlns="http://schemas.openxmlformats.org/package/2006/relationships"><Relationship Type="http://schemas.openxmlformats.org/officeDocument/2006/relationships/slideMaster" Target="/ppt/slideMasters/slideMaster8.xml" Id="Rff44f224997b4a63" /></Relationships>
</file>

<file path=ppt/slideLayouts/_rels/slideLayout285.xml.rels>&#65279;<?xml version="1.0" encoding="utf-8"?><Relationships xmlns="http://schemas.openxmlformats.org/package/2006/relationships"><Relationship Type="http://schemas.openxmlformats.org/officeDocument/2006/relationships/slideMaster" Target="/ppt/slideMasters/slideMaster8.xml" Id="Rac0bfbd3c15d44c8" /></Relationships>
</file>

<file path=ppt/slideLayouts/_rels/slideLayout286.xml.rels>&#65279;<?xml version="1.0" encoding="utf-8"?><Relationships xmlns="http://schemas.openxmlformats.org/package/2006/relationships"><Relationship Type="http://schemas.openxmlformats.org/officeDocument/2006/relationships/slideMaster" Target="/ppt/slideMasters/slideMaster8.xml" Id="Rf3e3ce40a6bd4e8c" /></Relationships>
</file>

<file path=ppt/slideLayouts/_rels/slideLayout287.xml.rels>&#65279;<?xml version="1.0" encoding="utf-8"?><Relationships xmlns="http://schemas.openxmlformats.org/package/2006/relationships"><Relationship Type="http://schemas.openxmlformats.org/officeDocument/2006/relationships/slideMaster" Target="/ppt/slideMasters/slideMaster8.xml" Id="Rad8f9e3da3c94d95" /></Relationships>
</file>

<file path=ppt/slideLayouts/_rels/slideLayout288.xml.rels>&#65279;<?xml version="1.0" encoding="utf-8"?><Relationships xmlns="http://schemas.openxmlformats.org/package/2006/relationships"><Relationship Type="http://schemas.openxmlformats.org/officeDocument/2006/relationships/slideMaster" Target="/ppt/slideMasters/slideMaster8.xml" Id="Rbfbcc1679e5a4cc1" /></Relationships>
</file>

<file path=ppt/slideLayouts/_rels/slideLayout289.xml.rels>&#65279;<?xml version="1.0" encoding="utf-8"?><Relationships xmlns="http://schemas.openxmlformats.org/package/2006/relationships"><Relationship Type="http://schemas.openxmlformats.org/officeDocument/2006/relationships/slideMaster" Target="/ppt/slideMasters/slideMaster8.xml" Id="R34175c3677d74d74" /></Relationships>
</file>

<file path=ppt/slideLayouts/_rels/slideLayout290.xml.rels>&#65279;<?xml version="1.0" encoding="utf-8"?><Relationships xmlns="http://schemas.openxmlformats.org/package/2006/relationships"><Relationship Type="http://schemas.openxmlformats.org/officeDocument/2006/relationships/slideMaster" Target="/ppt/slideMasters/slideMaster8.xml" Id="R478ddaeaa9b448ee" /></Relationships>
</file>

<file path=ppt/slideLayouts/_rels/slideLayout291.xml.rels>&#65279;<?xml version="1.0" encoding="utf-8"?><Relationships xmlns="http://schemas.openxmlformats.org/package/2006/relationships"><Relationship Type="http://schemas.openxmlformats.org/officeDocument/2006/relationships/slideMaster" Target="/ppt/slideMasters/slideMaster8.xml" Id="Rd2c206a720464734" /></Relationships>
</file>

<file path=ppt/slideLayouts/_rels/slideLayout292.xml.rels>&#65279;<?xml version="1.0" encoding="utf-8"?><Relationships xmlns="http://schemas.openxmlformats.org/package/2006/relationships"><Relationship Type="http://schemas.openxmlformats.org/officeDocument/2006/relationships/slideMaster" Target="/ppt/slideMasters/slideMaster8.xml" Id="R688785e72e304c06" /><Relationship Type="http://schemas.openxmlformats.org/officeDocument/2006/relationships/image" Target="/ppt/media/image.png" Id="Rbd8d6551d2254e2a" /></Relationships>
</file>

<file path=ppt/slideLayouts/_rels/slideLayout293.xml.rels>&#65279;<?xml version="1.0" encoding="utf-8"?><Relationships xmlns="http://schemas.openxmlformats.org/package/2006/relationships"><Relationship Type="http://schemas.openxmlformats.org/officeDocument/2006/relationships/slideMaster" Target="/ppt/slideMasters/slideMaster8.xml" Id="Rffb4b64600ca4a88" /></Relationships>
</file>

<file path=ppt/slideLayouts/_rels/slideLayout294.xml.rels>&#65279;<?xml version="1.0" encoding="utf-8"?><Relationships xmlns="http://schemas.openxmlformats.org/package/2006/relationships"><Relationship Type="http://schemas.openxmlformats.org/officeDocument/2006/relationships/slideMaster" Target="/ppt/slideMasters/slideMaster8.xml" Id="R1843d1cedcca48da" /><Relationship Type="http://schemas.openxmlformats.org/officeDocument/2006/relationships/image" Target="/ppt/media/image.png" Id="R6b60fff61fc64e7d" /></Relationships>
</file>

<file path=ppt/slideLayouts/_rels/slideLayout295.xml.rels>&#65279;<?xml version="1.0" encoding="utf-8"?><Relationships xmlns="http://schemas.openxmlformats.org/package/2006/relationships"><Relationship Type="http://schemas.openxmlformats.org/officeDocument/2006/relationships/slideMaster" Target="/ppt/slideMasters/slideMaster8.xml" Id="R3266ad3d48bb4184" /><Relationship Type="http://schemas.openxmlformats.org/officeDocument/2006/relationships/image" Target="/ppt/media/image.png" Id="R3dc8d0ca2f7f45f5" /></Relationships>
</file>

<file path=ppt/slideLayouts/_rels/slideLayout296.xml.rels>&#65279;<?xml version="1.0" encoding="utf-8"?><Relationships xmlns="http://schemas.openxmlformats.org/package/2006/relationships"><Relationship Type="http://schemas.openxmlformats.org/officeDocument/2006/relationships/slideMaster" Target="/ppt/slideMasters/slideMaster8.xml" Id="Re0f0380751604b0a" /></Relationships>
</file>

<file path=ppt/slideLayouts/_rels/slideLayout297.xml.rels>&#65279;<?xml version="1.0" encoding="utf-8"?><Relationships xmlns="http://schemas.openxmlformats.org/package/2006/relationships"><Relationship Type="http://schemas.openxmlformats.org/officeDocument/2006/relationships/slideMaster" Target="/ppt/slideMasters/slideMaster8.xml" Id="R055284f26b7c4a2c" /></Relationships>
</file>

<file path=ppt/slideLayouts/_rels/slideLayout298.xml.rels>&#65279;<?xml version="1.0" encoding="utf-8"?><Relationships xmlns="http://schemas.openxmlformats.org/package/2006/relationships"><Relationship Type="http://schemas.openxmlformats.org/officeDocument/2006/relationships/slideMaster" Target="/ppt/slideMasters/slideMaster8.xml" Id="R014c4e77551b42bf" /></Relationships>
</file>

<file path=ppt/slideLayouts/_rels/slideLayout299.xml.rels>&#65279;<?xml version="1.0" encoding="utf-8"?><Relationships xmlns="http://schemas.openxmlformats.org/package/2006/relationships"><Relationship Type="http://schemas.openxmlformats.org/officeDocument/2006/relationships/slideMaster" Target="/ppt/slideMasters/slideMaster8.xml" Id="Rd455cd456030486d" /></Relationships>
</file>

<file path=ppt/slideLayouts/_rels/slideLayout300.xml.rels>&#65279;<?xml version="1.0" encoding="utf-8"?><Relationships xmlns="http://schemas.openxmlformats.org/package/2006/relationships"><Relationship Type="http://schemas.openxmlformats.org/officeDocument/2006/relationships/slideMaster" Target="/ppt/slideMasters/slideMaster8.xml" Id="Re73d3098ef734027" /></Relationships>
</file>

<file path=ppt/slideLayouts/_rels/slideLayout301.xml.rels>&#65279;<?xml version="1.0" encoding="utf-8"?><Relationships xmlns="http://schemas.openxmlformats.org/package/2006/relationships"><Relationship Type="http://schemas.openxmlformats.org/officeDocument/2006/relationships/slideMaster" Target="/ppt/slideMasters/slideMaster8.xml" Id="R7554a59e5d6644a9" /></Relationships>
</file>

<file path=ppt/slideLayouts/_rels/slideLayout302.xml.rels>&#65279;<?xml version="1.0" encoding="utf-8"?><Relationships xmlns="http://schemas.openxmlformats.org/package/2006/relationships"><Relationship Type="http://schemas.openxmlformats.org/officeDocument/2006/relationships/slideMaster" Target="/ppt/slideMasters/slideMaster8.xml" Id="R1d4eafdc75a341a6" /></Relationships>
</file>

<file path=ppt/slideLayouts/_rels/slideLayout303.xml.rels>&#65279;<?xml version="1.0" encoding="utf-8"?><Relationships xmlns="http://schemas.openxmlformats.org/package/2006/relationships"><Relationship Type="http://schemas.openxmlformats.org/officeDocument/2006/relationships/slideMaster" Target="/ppt/slideMasters/slideMaster9.xml" Id="R6097018a228c4091" /></Relationships>
</file>

<file path=ppt/slideLayouts/slideLayout1.xml><?xml version="1.0" encoding="utf-8"?>
<p:sldLayout xmlns:p="http://schemas.openxmlformats.org/presentationml/2006/main" matchingName="Title Slide" type="title">
  <p:cSld name="Sanitized Layout 00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anitized-shape-22">
            <a:extLst xmlns:a="http://schemas.openxmlformats.org/drawingml/2006/main">
              <a:ext uri="{FF2B5EF4-FFF2-40B4-BE49-F238E27FC236}">
                <a16:creationId xmlns:a16="http://schemas.microsoft.com/office/drawing/2014/main" id="{F33A48FD-17CF-4040-A96A-C9FDF9EF4B6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3619" y="2875171"/>
            <a:ext cx="9141600" cy="141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" name="sanitized-shape-23">
            <a:extLst xmlns:a="http://schemas.openxmlformats.org/drawingml/2006/main">
              <a:ext uri="{FF2B5EF4-FFF2-40B4-BE49-F238E27FC236}">
                <a16:creationId xmlns:a16="http://schemas.microsoft.com/office/drawing/2014/main" id="{36C78CB8-FF17-4B83-8F29-F8682CB0A03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3619" y="4287401"/>
            <a:ext cx="9141600" cy="55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ctr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rgbClr val="BDBDBD"/>
              </a:buClr>
              <a:buSzPts val="2400"/>
              <a:buFont typeface="Arial"/>
              <a:buNone/>
              <a:defRPr sz="2400" b="0" i="0" u="none" cap="none">
                <a:solidFill>
                  <a:srgbClr val="757070"/>
                </a:solidFill>
                <a:latin typeface="Arial"/>
                <a:ea typeface="Arial"/>
                <a:cs typeface="Arial"/>
              </a:defRPr>
            </a:lvl1pPr>
            <a:lvl2pPr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  <a:defRPr sz="1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1" name="sanitized-shape-24">
            <a:extLst xmlns:a="http://schemas.openxmlformats.org/drawingml/2006/main">
              <a:ext uri="{FF2B5EF4-FFF2-40B4-BE49-F238E27FC236}">
                <a16:creationId xmlns:a16="http://schemas.microsoft.com/office/drawing/2014/main" id="{4D94CABD-20A3-4C32-8D14-1D727671433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577468" y="6356351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2" name="sanitized-shape-25">
            <a:extLst xmlns:a="http://schemas.openxmlformats.org/drawingml/2006/main">
              <a:ext uri="{FF2B5EF4-FFF2-40B4-BE49-F238E27FC236}">
                <a16:creationId xmlns:a16="http://schemas.microsoft.com/office/drawing/2014/main" id="{87E5B199-F3E1-4686-89C9-248F7F34F0A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7590" y="6356351"/>
            <a:ext cx="41139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3" name="sanitized-shape-26">
            <a:extLst xmlns:a="http://schemas.openxmlformats.org/drawingml/2006/main">
              <a:ext uri="{FF2B5EF4-FFF2-40B4-BE49-F238E27FC236}">
                <a16:creationId xmlns:a16="http://schemas.microsoft.com/office/drawing/2014/main" id="{FAD0F647-A9D5-4C90-B9DB-D1C63979903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913170" y="6356351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sp>
        <p:nvSpPr>
          <p:cNvPr id="14" name="sanitized-shape-27">
            <a:extLst xmlns:a="http://schemas.openxmlformats.org/drawingml/2006/main">
              <a:ext uri="{FF2B5EF4-FFF2-40B4-BE49-F238E27FC236}">
                <a16:creationId xmlns:a16="http://schemas.microsoft.com/office/drawing/2014/main" id="{929B54B8-923E-489E-A55A-C901A7416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71355"/>
            <a:ext cx="12189000" cy="112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4D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品类页，需更新数据">
  <p:cSld name="Sanitized Layout 003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3" name="sanitized-shape-28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" name="sanitized-shape-29">
            <a:extLst xmlns:a="http://schemas.openxmlformats.org/drawingml/2006/main">
              <a:ext uri="{FF2B5EF4-FFF2-40B4-BE49-F238E27FC236}">
                <a16:creationId xmlns:a16="http://schemas.microsoft.com/office/drawing/2014/main" id="{543EDFDC-6AAF-4B9A-B89D-DC2034ED2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9525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18" name="sanitized-shape-30">
            <a:extLst xmlns:a="http://schemas.openxmlformats.org/drawingml/2006/main">
              <a:ext uri="{FF2B5EF4-FFF2-40B4-BE49-F238E27FC236}">
                <a16:creationId xmlns:a16="http://schemas.microsoft.com/office/drawing/2014/main" id="{E3C5B69C-E132-44A6-9665-38D1D0974D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4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9" name="sanitized-shape-31">
            <a:extLst xmlns:a="http://schemas.openxmlformats.org/drawingml/2006/main">
              <a:ext uri="{FF2B5EF4-FFF2-40B4-BE49-F238E27FC236}">
                <a16:creationId xmlns:a16="http://schemas.microsoft.com/office/drawing/2014/main" id="{5341A0E4-8794-454C-8962-FEB7C4175AA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59991" y="635634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sp>
        <p:nvSpPr>
          <p:cNvPr id="20" name="sanitized-shape-32">
            <a:extLst xmlns:a="http://schemas.openxmlformats.org/drawingml/2006/main">
              <a:ext uri="{FF2B5EF4-FFF2-40B4-BE49-F238E27FC236}">
                <a16:creationId xmlns:a16="http://schemas.microsoft.com/office/drawing/2014/main" id="{3945B0DA-814D-4829-B5EC-605985B14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8668" y="6415085"/>
            <a:ext cx="8882700" cy="24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9950" tIns="54700" rIns="89950" bIns="449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100"/>
              <a:buFont typeface="Times New Roman"/>
              <a:buNone/>
            </a:pPr>
            <a:r>
              <a:rPr sz="1100" b="0" i="0" u="none" cap="none">
                <a:solidFill>
                  <a:srgbClr val="80808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概况页，另外更新数据">
  <p:cSld name="Sanitized Layout 004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0" name="sanitized-shape-33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" name="sanitized-shape-34">
            <a:extLst xmlns:a="http://schemas.openxmlformats.org/drawingml/2006/main">
              <a:ext uri="{FF2B5EF4-FFF2-40B4-BE49-F238E27FC236}">
                <a16:creationId xmlns:a16="http://schemas.microsoft.com/office/drawing/2014/main" id="{F0EEEE67-89DE-43AF-86C9-9A475B623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9525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25" name="sanitized-shape-35">
            <a:extLst xmlns:a="http://schemas.openxmlformats.org/drawingml/2006/main">
              <a:ext uri="{FF2B5EF4-FFF2-40B4-BE49-F238E27FC236}">
                <a16:creationId xmlns:a16="http://schemas.microsoft.com/office/drawing/2014/main" id="{FEF6514B-D4EC-44F9-9F79-253F0E7E45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4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6" name="sanitized-shape-36">
            <a:extLst xmlns:a="http://schemas.openxmlformats.org/drawingml/2006/main">
              <a:ext uri="{FF2B5EF4-FFF2-40B4-BE49-F238E27FC236}">
                <a16:creationId xmlns:a16="http://schemas.microsoft.com/office/drawing/2014/main" id="{20E679D4-01E8-4C02-9580-77FBD34F81E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59991" y="635634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sp>
        <p:nvSpPr>
          <p:cNvPr id="27" name="sanitized-shape-37">
            <a:extLst xmlns:a="http://schemas.openxmlformats.org/drawingml/2006/main">
              <a:ext uri="{FF2B5EF4-FFF2-40B4-BE49-F238E27FC236}">
                <a16:creationId xmlns:a16="http://schemas.microsoft.com/office/drawing/2014/main" id="{B24AA773-D7B5-4466-9856-F599AC20D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8668" y="6415085"/>
            <a:ext cx="8882700" cy="24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9950" tIns="54700" rIns="89950" bIns="449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100"/>
              <a:buFont typeface="Times New Roman"/>
              <a:buNone/>
            </a:pPr>
            <a:r>
              <a:rPr sz="1100" b="0" i="0" u="none" cap="none">
                <a:solidFill>
                  <a:srgbClr val="80808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结尾">
  <p:cSld name="Sanitized Layout 005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9" name="sanitized-shape-38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" name="sanitized-shape-39">
            <a:extLst xmlns:a="http://schemas.openxmlformats.org/drawingml/2006/main">
              <a:ext uri="{FF2B5EF4-FFF2-40B4-BE49-F238E27FC236}">
                <a16:creationId xmlns:a16="http://schemas.microsoft.com/office/drawing/2014/main" id="{AFD2D6ED-9F64-4681-837C-A5849661A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9525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33" name="sanitized-shape-40">
            <a:extLst xmlns:a="http://schemas.openxmlformats.org/drawingml/2006/main">
              <a:ext uri="{FF2B5EF4-FFF2-40B4-BE49-F238E27FC236}">
                <a16:creationId xmlns:a16="http://schemas.microsoft.com/office/drawing/2014/main" id="{256491DB-0D26-4DF3-8173-D224AB15A5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4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4" name="sanitized-shape-41">
            <a:extLst xmlns:a="http://schemas.openxmlformats.org/drawingml/2006/main">
              <a:ext uri="{FF2B5EF4-FFF2-40B4-BE49-F238E27FC236}">
                <a16:creationId xmlns:a16="http://schemas.microsoft.com/office/drawing/2014/main" id="{51208CFB-71DA-4566-96D4-45FBAD9275A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59991" y="635634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sp>
        <p:nvSpPr>
          <p:cNvPr id="35" name="sanitized-shape-42">
            <a:extLst xmlns:a="http://schemas.openxmlformats.org/drawingml/2006/main">
              <a:ext uri="{FF2B5EF4-FFF2-40B4-BE49-F238E27FC236}">
                <a16:creationId xmlns:a16="http://schemas.microsoft.com/office/drawing/2014/main" id="{2419D636-9F8B-4897-95A3-863EBF89C93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0728" y="1244338"/>
            <a:ext cx="10767600" cy="38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2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743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3200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657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4114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6" name="sanitized-shape-43">
            <a:extLst xmlns:a="http://schemas.openxmlformats.org/drawingml/2006/main">
              <a:ext uri="{FF2B5EF4-FFF2-40B4-BE49-F238E27FC236}">
                <a16:creationId xmlns:a16="http://schemas.microsoft.com/office/drawing/2014/main" id="{F11179F4-655E-49A0-B90B-48C4C903A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8668" y="6415085"/>
            <a:ext cx="8882700" cy="24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9950" tIns="54700" rIns="89950" bIns="449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100"/>
              <a:buFont typeface="Times New Roman"/>
              <a:buNone/>
            </a:pPr>
            <a:r>
              <a:rPr sz="1100" b="0" i="0" u="none" cap="none">
                <a:solidFill>
                  <a:srgbClr val="80808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Content">
  <p:cSld name="Sanitized Layout 006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sanitized-shape-44">
            <a:extLst xmlns:a="http://schemas.openxmlformats.org/drawingml/2006/main">
              <a:ext uri="{FF2B5EF4-FFF2-40B4-BE49-F238E27FC236}">
                <a16:creationId xmlns:a16="http://schemas.microsoft.com/office/drawing/2014/main" id="{46E8464E-164B-4E3C-A795-FAAE9B1AF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7590" y="6356350"/>
            <a:ext cx="41139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1pPr>
            <a:lvl2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2pPr>
            <a:lvl3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3pPr>
            <a:lvl4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4pPr>
            <a:lvl5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5pPr>
            <a:lvl6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6pPr>
            <a:lvl7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7pPr>
            <a:lvl8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8pPr>
            <a:lvl9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9pPr>
          </a:lstStyle>
          <a:p xmlns:a="http://schemas.openxmlformats.org/drawingml/2006/main">
            <a:r>
              <a:t/>
            </a:r>
          </a:p>
        </p:txBody>
      </p:sp>
      <p:cxnSp>
        <p:nvCxnSpPr>
          <p:cNvPr id="49" name="sanitized-shape-45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" name="sanitized-shape-46">
            <a:extLst xmlns:a="http://schemas.openxmlformats.org/drawingml/2006/main">
              <a:ext uri="{FF2B5EF4-FFF2-40B4-BE49-F238E27FC236}">
                <a16:creationId xmlns:a16="http://schemas.microsoft.com/office/drawing/2014/main" id="{B844174F-805A-4492-949B-71B1178CDE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36416" y="101600"/>
            <a:ext cx="10741800" cy="58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900"/>
              <a:buFont typeface="Arial"/>
              <a:buNone/>
              <a:defRPr sz="1900"/>
            </a:lvl2pPr>
            <a:lvl3pPr>
              <a:spcBef>
                <a:spcPts val="0"/>
              </a:spcBef>
              <a:spcAft>
                <a:spcPts val="0"/>
              </a:spcAft>
              <a:buSzPts val="1900"/>
              <a:buFont typeface="Arial"/>
              <a:buNone/>
              <a:defRPr sz="1900"/>
            </a:lvl3pPr>
            <a:lvl4pPr>
              <a:spcBef>
                <a:spcPts val="0"/>
              </a:spcBef>
              <a:spcAft>
                <a:spcPts val="0"/>
              </a:spcAft>
              <a:buSzPts val="1900"/>
              <a:buFont typeface="Arial"/>
              <a:buNone/>
              <a:defRPr sz="1900"/>
            </a:lvl4pPr>
            <a:lvl5pPr>
              <a:spcBef>
                <a:spcPts val="0"/>
              </a:spcBef>
              <a:spcAft>
                <a:spcPts val="0"/>
              </a:spcAft>
              <a:buSzPts val="1900"/>
              <a:buFont typeface="Arial"/>
              <a:buNone/>
              <a:defRPr sz="1900"/>
            </a:lvl5pPr>
            <a:lvl6pPr>
              <a:spcBef>
                <a:spcPts val="0"/>
              </a:spcBef>
              <a:spcAft>
                <a:spcPts val="0"/>
              </a:spcAft>
              <a:buSzPts val="1900"/>
              <a:buFont typeface="Arial"/>
              <a:buNone/>
              <a:defRPr sz="1900"/>
            </a:lvl6pPr>
            <a:lvl7pPr>
              <a:spcBef>
                <a:spcPts val="0"/>
              </a:spcBef>
              <a:spcAft>
                <a:spcPts val="0"/>
              </a:spcAft>
              <a:buSzPts val="1900"/>
              <a:buFont typeface="Arial"/>
              <a:buNone/>
              <a:defRPr sz="1900"/>
            </a:lvl7pPr>
            <a:lvl8pPr>
              <a:spcBef>
                <a:spcPts val="0"/>
              </a:spcBef>
              <a:spcAft>
                <a:spcPts val="0"/>
              </a:spcAft>
              <a:buSzPts val="1900"/>
              <a:buFont typeface="Arial"/>
              <a:buNone/>
              <a:defRPr sz="1900"/>
            </a:lvl8pPr>
            <a:lvl9pPr>
              <a:spcBef>
                <a:spcPts val="0"/>
              </a:spcBef>
              <a:spcAft>
                <a:spcPts val="0"/>
              </a:spcAft>
              <a:buSzPts val="1900"/>
              <a:buFont typeface="Arial"/>
              <a:buNone/>
              <a:defRPr sz="1900"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2" name="sanitized-shape-47">
            <a:extLst xmlns:a="http://schemas.openxmlformats.org/drawingml/2006/main">
              <a:ext uri="{FF2B5EF4-FFF2-40B4-BE49-F238E27FC236}">
                <a16:creationId xmlns:a16="http://schemas.microsoft.com/office/drawing/2014/main" id="{B39E4DE3-39E3-4EE4-9A06-CA68DBB1C96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36416" y="1741998"/>
            <a:ext cx="10741800" cy="43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2pPr>
            <a:lvl3pPr marL="13716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3pPr>
            <a:lvl4pPr marL="18288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4pPr>
            <a:lvl5pPr marL="22860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5pPr>
            <a:lvl6pPr marL="2743200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■"/>
              <a:defRPr sz="1900"/>
            </a:lvl6pPr>
            <a:lvl7pPr marL="3200400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  <a:defRPr sz="1900"/>
            </a:lvl7pPr>
            <a:lvl8pPr marL="3657600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  <a:defRPr sz="1900"/>
            </a:lvl8pPr>
            <a:lvl9pPr marL="4114800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■"/>
              <a:defRPr sz="1900"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3" name="sanitized-shape-48">
            <a:extLst xmlns:a="http://schemas.openxmlformats.org/drawingml/2006/main">
              <a:ext uri="{FF2B5EF4-FFF2-40B4-BE49-F238E27FC236}">
                <a16:creationId xmlns:a16="http://schemas.microsoft.com/office/drawing/2014/main" id="{433CA104-AC1A-4287-B02B-F950ED05A96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5473" y="6356350"/>
            <a:ext cx="766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2_Standard header only 12">
  <p:cSld name="Sanitized Layout 007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54" name="sanitized-shape-49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7" name="sanitized-shape-50">
            <a:extLst xmlns:a="http://schemas.openxmlformats.org/drawingml/2006/main">
              <a:ext uri="{FF2B5EF4-FFF2-40B4-BE49-F238E27FC236}">
                <a16:creationId xmlns:a16="http://schemas.microsoft.com/office/drawing/2014/main" id="{F9DEB4AD-4FC7-4D8D-A66C-902E6DEEE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9525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48" name="sanitized-shape-51">
            <a:extLst xmlns:a="http://schemas.openxmlformats.org/drawingml/2006/main">
              <a:ext uri="{FF2B5EF4-FFF2-40B4-BE49-F238E27FC236}">
                <a16:creationId xmlns:a16="http://schemas.microsoft.com/office/drawing/2014/main" id="{F3C208C6-C032-4AE5-BE4B-2A7BF0A435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3"/>
            <a:ext cx="107673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9" name="sanitized-shape-52">
            <a:extLst xmlns:a="http://schemas.openxmlformats.org/drawingml/2006/main">
              <a:ext uri="{FF2B5EF4-FFF2-40B4-BE49-F238E27FC236}">
                <a16:creationId xmlns:a16="http://schemas.microsoft.com/office/drawing/2014/main" id="{728982E9-20DE-4060-A416-BFB34494442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59991" y="635634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sp>
        <p:nvSpPr>
          <p:cNvPr id="50" name="sanitized-shape-53">
            <a:extLst xmlns:a="http://schemas.openxmlformats.org/drawingml/2006/main">
              <a:ext uri="{FF2B5EF4-FFF2-40B4-BE49-F238E27FC236}">
                <a16:creationId xmlns:a16="http://schemas.microsoft.com/office/drawing/2014/main" id="{E4D6BE33-7EC8-48FD-AFAC-491B993DF2B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0727" y="1244339"/>
            <a:ext cx="10767300" cy="38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2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743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3200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657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4114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1" name="sanitized-shape-54">
            <a:extLst xmlns:a="http://schemas.openxmlformats.org/drawingml/2006/main">
              <a:ext uri="{FF2B5EF4-FFF2-40B4-BE49-F238E27FC236}">
                <a16:creationId xmlns:a16="http://schemas.microsoft.com/office/drawing/2014/main" id="{BC330639-D107-4F8D-B066-3E91913BC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8669" y="6415085"/>
            <a:ext cx="8882700" cy="24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9950" tIns="54700" rIns="89950" bIns="449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100"/>
              <a:buFont typeface="Times New Roman"/>
              <a:buNone/>
            </a:pPr>
            <a:r>
              <a:rPr sz="1100" b="0" i="0" u="none" cap="none">
                <a:solidFill>
                  <a:srgbClr val="80808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品类页，需更新数据1">
  <p:cSld name="Sanitized Layout 008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60" name="sanitized-shape-55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4" name="sanitized-shape-56">
            <a:extLst xmlns:a="http://schemas.openxmlformats.org/drawingml/2006/main">
              <a:ext uri="{FF2B5EF4-FFF2-40B4-BE49-F238E27FC236}">
                <a16:creationId xmlns:a16="http://schemas.microsoft.com/office/drawing/2014/main" id="{ACDE11B6-D71C-4AE0-8466-C7F8A7F9A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336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9525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55" name="sanitized-shape-57">
            <a:extLst xmlns:a="http://schemas.openxmlformats.org/drawingml/2006/main">
              <a:ext uri="{FF2B5EF4-FFF2-40B4-BE49-F238E27FC236}">
                <a16:creationId xmlns:a16="http://schemas.microsoft.com/office/drawing/2014/main" id="{7EF43E00-F8E2-457D-B8FA-24A4EB1F86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36" y="119094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6" name="sanitized-shape-58">
            <a:extLst xmlns:a="http://schemas.openxmlformats.org/drawingml/2006/main">
              <a:ext uri="{FF2B5EF4-FFF2-40B4-BE49-F238E27FC236}">
                <a16:creationId xmlns:a16="http://schemas.microsoft.com/office/drawing/2014/main" id="{EC056660-954E-48BA-AF8C-C84A29C7BDF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60086" y="635634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sp>
        <p:nvSpPr>
          <p:cNvPr id="57" name="sanitized-shape-59">
            <a:extLst xmlns:a="http://schemas.openxmlformats.org/drawingml/2006/main">
              <a:ext uri="{FF2B5EF4-FFF2-40B4-BE49-F238E27FC236}">
                <a16:creationId xmlns:a16="http://schemas.microsoft.com/office/drawing/2014/main" id="{81CBD8B2-ACC2-4CFA-962D-80ECEFCDE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8685" y="6415085"/>
            <a:ext cx="8883000" cy="24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9950" tIns="54700" rIns="89950" bIns="449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100"/>
              <a:buFont typeface="Times New Roman"/>
              <a:buNone/>
            </a:pPr>
            <a:r>
              <a:rPr sz="1100" b="0" i="0" u="none" cap="none">
                <a:solidFill>
                  <a:srgbClr val="80808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Title and body 1">
  <p:cSld name="Sanitized Layout 009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sanitized-shape-60">
            <a:extLst xmlns:a="http://schemas.openxmlformats.org/drawingml/2006/main">
              <a:ext uri="{FF2B5EF4-FFF2-40B4-BE49-F238E27FC236}">
                <a16:creationId xmlns:a16="http://schemas.microsoft.com/office/drawing/2014/main" id="{4F0F23E8-433A-41C4-8B31-61629BF8C4C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496934" y="6451715"/>
            <a:ext cx="731400" cy="524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121875" rIns="121875" bIns="121875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cap="none">
                <a:solidFill>
                  <a:srgbClr val="B7B7B7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cap="none">
                <a:solidFill>
                  <a:srgbClr val="B7B7B7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cap="none">
                <a:solidFill>
                  <a:srgbClr val="B7B7B7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cap="none">
                <a:solidFill>
                  <a:srgbClr val="B7B7B7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cap="none">
                <a:solidFill>
                  <a:srgbClr val="B7B7B7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cap="none">
                <a:solidFill>
                  <a:srgbClr val="B7B7B7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cap="none">
                <a:solidFill>
                  <a:srgbClr val="B7B7B7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cap="none">
                <a:solidFill>
                  <a:srgbClr val="B7B7B7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cap="none">
                <a:solidFill>
                  <a:srgbClr val="B7B7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sp>
        <p:nvSpPr>
          <p:cNvPr id="61" name="sanitized-shape-61">
            <a:extLst xmlns:a="http://schemas.openxmlformats.org/drawingml/2006/main">
              <a:ext uri="{FF2B5EF4-FFF2-40B4-BE49-F238E27FC236}">
                <a16:creationId xmlns:a16="http://schemas.microsoft.com/office/drawing/2014/main" id="{595B88C8-29A0-4F5D-8E93-A9E674E67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096" y="107873"/>
            <a:ext cx="10954800" cy="4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</a:p>
        </p:txBody>
      </p:sp>
      <p:sp>
        <p:nvSpPr>
          <p:cNvPr id="62" name="sanitized-shape-62">
            <a:extLst xmlns:a="http://schemas.openxmlformats.org/drawingml/2006/main">
              <a:ext uri="{FF2B5EF4-FFF2-40B4-BE49-F238E27FC236}">
                <a16:creationId xmlns:a16="http://schemas.microsoft.com/office/drawing/2014/main" id="{AB69D4E8-C8DD-4D23-AC3F-AEBF80E062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7096" y="107873"/>
            <a:ext cx="10954800" cy="4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121875" rIns="121875" bIns="121875" anchor="b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i="0" u="none" cap="none">
                <a:solidFill>
                  <a:srgbClr val="000000"/>
                </a:solidFill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3" name="sanitized-shape-63">
            <a:extLst xmlns:a="http://schemas.openxmlformats.org/drawingml/2006/main">
              <a:ext uri="{FF2B5EF4-FFF2-40B4-BE49-F238E27FC236}">
                <a16:creationId xmlns:a16="http://schemas.microsoft.com/office/drawing/2014/main" id="{FB749B74-8B3E-48E8-927C-3435CA560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8668" y="6415085"/>
            <a:ext cx="8882700" cy="24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9950" tIns="54700" rIns="89950" bIns="449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100"/>
              <a:buFont typeface="Times New Roman"/>
              <a:buNone/>
            </a:pPr>
            <a:r>
              <a:rPr sz="1100" b="0" i="0" u="none" cap="none">
                <a:solidFill>
                  <a:srgbClr val="80808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2_Standard header only 8">
  <p:cSld name="Sanitized Layout 010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3" name="sanitized-shape-64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7" name="sanitized-shape-65">
            <a:extLst xmlns:a="http://schemas.openxmlformats.org/drawingml/2006/main">
              <a:ext uri="{FF2B5EF4-FFF2-40B4-BE49-F238E27FC236}">
                <a16:creationId xmlns:a16="http://schemas.microsoft.com/office/drawing/2014/main" id="{41FCE29D-70C8-4BDB-9E5A-4F3C1C219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9525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t/>
            </a:r>
          </a:p>
        </p:txBody>
      </p:sp>
      <p:sp>
        <p:nvSpPr>
          <p:cNvPr id="68" name="sanitized-shape-66">
            <a:extLst xmlns:a="http://schemas.openxmlformats.org/drawingml/2006/main">
              <a:ext uri="{FF2B5EF4-FFF2-40B4-BE49-F238E27FC236}">
                <a16:creationId xmlns:a16="http://schemas.microsoft.com/office/drawing/2014/main" id="{D9C571DA-07D1-4E23-A5A3-65CCDCE66D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3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51425" rIns="51425" bIns="51425" anchor="b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9" name="sanitized-shape-67">
            <a:extLst xmlns:a="http://schemas.openxmlformats.org/drawingml/2006/main">
              <a:ext uri="{FF2B5EF4-FFF2-40B4-BE49-F238E27FC236}">
                <a16:creationId xmlns:a16="http://schemas.microsoft.com/office/drawing/2014/main" id="{924E78D7-BBA3-405E-A328-BA3BB27D1A7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59991" y="635634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sp>
        <p:nvSpPr>
          <p:cNvPr id="70" name="sanitized-shape-68">
            <a:extLst xmlns:a="http://schemas.openxmlformats.org/drawingml/2006/main">
              <a:ext uri="{FF2B5EF4-FFF2-40B4-BE49-F238E27FC236}">
                <a16:creationId xmlns:a16="http://schemas.microsoft.com/office/drawing/2014/main" id="{A79ECDE2-9789-49C6-B623-DD61CF816C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0729" y="1244337"/>
            <a:ext cx="10767600" cy="38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34250" rIns="68550" bIns="34250" anchor="t">
            <a:no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2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743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3200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657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4114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2_Standard header only 1 1">
  <p:cSld name="Sanitized Layout 011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80" name="sanitized-shape-69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3" name="sanitized-shape-70">
            <a:extLst xmlns:a="http://schemas.openxmlformats.org/drawingml/2006/main">
              <a:ext uri="{FF2B5EF4-FFF2-40B4-BE49-F238E27FC236}">
                <a16:creationId xmlns:a16="http://schemas.microsoft.com/office/drawing/2014/main" id="{22163E1B-2F64-4DBB-B44D-807180041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4D2D"/>
          </a:solidFill>
          <a:ln xmlns:a="http://schemas.openxmlformats.org/drawingml/2006/main" w="9525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74" name="sanitized-shape-71">
            <a:extLst xmlns:a="http://schemas.openxmlformats.org/drawingml/2006/main">
              <a:ext uri="{FF2B5EF4-FFF2-40B4-BE49-F238E27FC236}">
                <a16:creationId xmlns:a16="http://schemas.microsoft.com/office/drawing/2014/main" id="{A906FC50-4081-49BD-83E2-559A63851B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3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5" name="sanitized-shape-72">
            <a:extLst xmlns:a="http://schemas.openxmlformats.org/drawingml/2006/main">
              <a:ext uri="{FF2B5EF4-FFF2-40B4-BE49-F238E27FC236}">
                <a16:creationId xmlns:a16="http://schemas.microsoft.com/office/drawing/2014/main" id="{DC94FC0B-6D66-406E-9916-FDA5E0F997B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59991" y="635634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sp>
        <p:nvSpPr>
          <p:cNvPr id="76" name="sanitized-shape-73">
            <a:extLst xmlns:a="http://schemas.openxmlformats.org/drawingml/2006/main">
              <a:ext uri="{FF2B5EF4-FFF2-40B4-BE49-F238E27FC236}">
                <a16:creationId xmlns:a16="http://schemas.microsoft.com/office/drawing/2014/main" id="{FB778735-4F6B-468D-979D-5D2F385801A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0729" y="1244337"/>
            <a:ext cx="10767600" cy="38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743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3200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657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4114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7" name="sanitized-shape-74">
            <a:extLst xmlns:a="http://schemas.openxmlformats.org/drawingml/2006/main">
              <a:ext uri="{FF2B5EF4-FFF2-40B4-BE49-F238E27FC236}">
                <a16:creationId xmlns:a16="http://schemas.microsoft.com/office/drawing/2014/main" id="{C3C5CD20-0C38-4C11-B28D-EA4746A86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8669" y="6415085"/>
            <a:ext cx="8882700" cy="24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9950" tIns="54700" rIns="89950" bIns="449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100"/>
              <a:buFont typeface="Times New Roman"/>
              <a:buNone/>
            </a:pPr>
            <a:r>
              <a:rPr sz="1100" b="0" i="0" u="none" cap="none">
                <a:solidFill>
                  <a:srgbClr val="80808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Title and Content 5">
  <p:cSld name="Sanitized Layout 01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0" name="sanitized-shape-75">
            <a:extLst xmlns:a="http://schemas.openxmlformats.org/drawingml/2006/main">
              <a:ext uri="{FF2B5EF4-FFF2-40B4-BE49-F238E27FC236}">
                <a16:creationId xmlns:a16="http://schemas.microsoft.com/office/drawing/2014/main" id="{B67D007F-3824-48C5-B057-39FEAE9F2FD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406191" y="6403534"/>
            <a:ext cx="7314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51425" tIns="25700" rIns="51425" bIns="25700" anchor="t">
            <a:noAutofit/>
          </a:bodyPr>
          <a:lstStyle xmlns:a="http://schemas.openxmlformats.org/drawingml/2006/main">
            <a:lvl1pPr>
              <a:buNone/>
              <a:defRPr>
                <a:latin typeface="Calibri"/>
                <a:ea typeface="Calibri"/>
                <a:cs typeface="Calibri"/>
              </a:defRPr>
            </a:lvl1pPr>
            <a:lvl2pPr>
              <a:buNone/>
              <a:defRPr>
                <a:latin typeface="Calibri"/>
                <a:ea typeface="Calibri"/>
                <a:cs typeface="Calibri"/>
              </a:defRPr>
            </a:lvl2pPr>
            <a:lvl3pPr>
              <a:buNone/>
              <a:defRPr>
                <a:latin typeface="Calibri"/>
                <a:ea typeface="Calibri"/>
                <a:cs typeface="Calibri"/>
              </a:defRPr>
            </a:lvl3pPr>
            <a:lvl4pPr>
              <a:buNone/>
              <a:defRPr>
                <a:latin typeface="Calibri"/>
                <a:ea typeface="Calibri"/>
                <a:cs typeface="Calibri"/>
              </a:defRPr>
            </a:lvl4pPr>
            <a:lvl5pPr>
              <a:buNone/>
              <a:defRPr>
                <a:latin typeface="Calibri"/>
                <a:ea typeface="Calibri"/>
                <a:cs typeface="Calibri"/>
              </a:defRPr>
            </a:lvl5pPr>
            <a:lvl6pPr>
              <a:buNone/>
              <a:defRPr>
                <a:latin typeface="Calibri"/>
                <a:ea typeface="Calibri"/>
                <a:cs typeface="Calibri"/>
              </a:defRPr>
            </a:lvl6pPr>
            <a:lvl7pPr>
              <a:buNone/>
              <a:defRPr>
                <a:latin typeface="Calibri"/>
                <a:ea typeface="Calibri"/>
                <a:cs typeface="Calibri"/>
              </a:defRPr>
            </a:lvl7pPr>
            <a:lvl8pPr>
              <a:buNone/>
              <a:defRPr>
                <a:latin typeface="Calibri"/>
                <a:ea typeface="Calibri"/>
                <a:cs typeface="Calibri"/>
              </a:defRPr>
            </a:lvl8pPr>
            <a:lvl9pPr>
              <a:buNone/>
              <a:defRPr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cxnSp>
        <p:nvCxnSpPr>
          <p:cNvPr id="90" name="sanitized-shape-76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2" name="sanitized-shape-77">
            <a:extLst xmlns:a="http://schemas.openxmlformats.org/drawingml/2006/main">
              <a:ext uri="{FF2B5EF4-FFF2-40B4-BE49-F238E27FC236}">
                <a16:creationId xmlns:a16="http://schemas.microsoft.com/office/drawing/2014/main" id="{67803757-305D-4EB6-AC40-2FF997A61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9525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84" name="sanitized-shape-78">
            <a:extLst xmlns:a="http://schemas.openxmlformats.org/drawingml/2006/main">
              <a:ext uri="{FF2B5EF4-FFF2-40B4-BE49-F238E27FC236}">
                <a16:creationId xmlns:a16="http://schemas.microsoft.com/office/drawing/2014/main" id="{F94C743C-0591-4BEA-954D-AD7385E7BD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3"/>
            <a:ext cx="107673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</p:spTree>
  </p:cSld>
</p:sldLayout>
</file>

<file path=ppt/slideLayouts/slideLayout12.xml><?xml version="1.0" encoding="utf-8"?>
<p:sldLayout xmlns:p="http://schemas.openxmlformats.org/presentationml/2006/main" matchingName="自定义版式">
  <p:cSld name="Sanitized Layout 013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2" name="sanitized-shape-79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8" name="sanitized-shape-80">
            <a:extLst xmlns:a="http://schemas.openxmlformats.org/drawingml/2006/main">
              <a:ext uri="{FF2B5EF4-FFF2-40B4-BE49-F238E27FC236}">
                <a16:creationId xmlns:a16="http://schemas.microsoft.com/office/drawing/2014/main" id="{85AA78E3-D93F-4EB3-A4E5-C8EAF975D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9525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t/>
            </a:r>
          </a:p>
        </p:txBody>
      </p:sp>
      <p:sp>
        <p:nvSpPr>
          <p:cNvPr id="89" name="sanitized-shape-81">
            <a:extLst xmlns:a="http://schemas.openxmlformats.org/drawingml/2006/main">
              <a:ext uri="{FF2B5EF4-FFF2-40B4-BE49-F238E27FC236}">
                <a16:creationId xmlns:a16="http://schemas.microsoft.com/office/drawing/2014/main" id="{AE4D79B0-3DD7-4732-9EF9-C9714943DF9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59991" y="635634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13.xml><?xml version="1.0" encoding="utf-8"?>
<p:sldLayout xmlns:p="http://schemas.openxmlformats.org/presentationml/2006/main" showMasterSp="0" matchingName="3_Sub Titles and Contents 12">
  <p:cSld name="Sanitized Layout 014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0" name="sanitized-shape-82"/>
          <p:cNvCxnSpPr/>
          <p:nvPr/>
        </p:nvCxnSpPr>
        <p:spPr>
          <a:xfrm xmlns:a="http://schemas.openxmlformats.org/drawingml/2006/main">
            <a:off x="739224" y="651219"/>
            <a:ext cx="111936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2" name="sanitized-shape-83">
            <a:extLst xmlns:a="http://schemas.openxmlformats.org/drawingml/2006/main">
              <a:ext uri="{FF2B5EF4-FFF2-40B4-BE49-F238E27FC236}">
                <a16:creationId xmlns:a16="http://schemas.microsoft.com/office/drawing/2014/main" id="{B8B4A143-48B9-46A9-9595-DD61E60ADD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36416" y="76200"/>
            <a:ext cx="10741800" cy="58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None/>
              <a:defRPr sz="1900"/>
            </a:lvl1pPr>
            <a:lvl2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None/>
              <a:defRPr sz="1900"/>
            </a:lvl2pPr>
            <a:lvl3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None/>
              <a:defRPr sz="1900"/>
            </a:lvl3pPr>
            <a:lvl4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None/>
              <a:defRPr sz="1900"/>
            </a:lvl4pPr>
            <a:lvl5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None/>
              <a:defRPr sz="1900"/>
            </a:lvl5pPr>
            <a:lvl6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None/>
              <a:defRPr sz="1900"/>
            </a:lvl6pPr>
            <a:lvl7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None/>
              <a:defRPr sz="1900"/>
            </a:lvl7pPr>
            <a:lvl8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None/>
              <a:defRPr sz="1900"/>
            </a:lvl8pPr>
            <a:lvl9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None/>
              <a:defRPr sz="1900"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3" name="sanitized-shape-84">
            <a:extLst xmlns:a="http://schemas.openxmlformats.org/drawingml/2006/main">
              <a:ext uri="{FF2B5EF4-FFF2-40B4-BE49-F238E27FC236}">
                <a16:creationId xmlns:a16="http://schemas.microsoft.com/office/drawing/2014/main" id="{C1878436-717A-455C-9008-47B386D522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36416" y="1432100"/>
            <a:ext cx="6235500" cy="8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45700" rIns="45700" bIns="45700" anchor="t">
            <a:normAutofit/>
          </a:bodyPr>
          <a:lstStyle xmlns:a="http://schemas.openxmlformats.org/drawingml/2006/main">
            <a:lvl1pPr marL="4572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•"/>
              <a:defRPr sz="1500"/>
            </a:lvl1pPr>
            <a:lvl2pPr marL="9144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•"/>
              <a:defRPr sz="1500"/>
            </a:lvl2pPr>
            <a:lvl3pPr marL="13716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•"/>
              <a:defRPr sz="1500"/>
            </a:lvl3pPr>
            <a:lvl4pPr marL="18288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•"/>
              <a:defRPr sz="1500"/>
            </a:lvl4pPr>
            <a:lvl5pPr marL="22860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•"/>
              <a:defRPr sz="1500"/>
            </a:lvl5pPr>
            <a:lvl6pPr marL="27432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 sz="1900"/>
            </a:lvl6pPr>
            <a:lvl7pPr marL="32004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 sz="1900"/>
            </a:lvl7pPr>
            <a:lvl8pPr marL="36576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 sz="1900"/>
            </a:lvl8pPr>
            <a:lvl9pPr marL="41148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 sz="1900"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4" name="sanitized-shape-85">
            <a:extLst xmlns:a="http://schemas.openxmlformats.org/drawingml/2006/main">
              <a:ext uri="{FF2B5EF4-FFF2-40B4-BE49-F238E27FC236}">
                <a16:creationId xmlns:a16="http://schemas.microsoft.com/office/drawing/2014/main" id="{B5BF27B3-8C53-48B1-93D6-BED140AE337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733242" y="982563"/>
            <a:ext cx="5056200" cy="44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45700" rIns="45700" bIns="45700" anchor="ctr">
            <a:normAutofit/>
          </a:bodyPr>
          <a:lstStyle xmlns:a="http://schemas.openxmlformats.org/drawingml/2006/main">
            <a:lvl1pPr marL="4572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 sz="1900"/>
            </a:lvl1pPr>
            <a:lvl2pPr marL="9144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 sz="1900"/>
            </a:lvl2pPr>
            <a:lvl3pPr marL="13716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 sz="1900"/>
            </a:lvl3pPr>
            <a:lvl4pPr marL="18288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 sz="1900"/>
            </a:lvl4pPr>
            <a:lvl5pPr marL="22860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 sz="1900"/>
            </a:lvl5pPr>
            <a:lvl6pPr marL="27432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 sz="1900"/>
            </a:lvl6pPr>
            <a:lvl7pPr marL="32004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 sz="1900"/>
            </a:lvl7pPr>
            <a:lvl8pPr marL="36576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 sz="1900"/>
            </a:lvl8pPr>
            <a:lvl9pPr marL="41148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 sz="1900"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5" name="sanitized-shape-86">
            <a:extLst xmlns:a="http://schemas.openxmlformats.org/drawingml/2006/main">
              <a:ext uri="{FF2B5EF4-FFF2-40B4-BE49-F238E27FC236}">
                <a16:creationId xmlns:a16="http://schemas.microsoft.com/office/drawing/2014/main" id="{902A8CA6-2879-4738-803D-50291F31167F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733242" y="2455547"/>
            <a:ext cx="5056200" cy="44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45700" rIns="45700" bIns="45700" anchor="ctr">
            <a:normAutofit/>
          </a:bodyPr>
          <a:lstStyle xmlns:a="http://schemas.openxmlformats.org/drawingml/2006/main">
            <a:lvl1pPr marL="4572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 sz="1900"/>
            </a:lvl1pPr>
            <a:lvl2pPr marL="9144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 sz="1900"/>
            </a:lvl2pPr>
            <a:lvl3pPr marL="13716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 sz="1900"/>
            </a:lvl3pPr>
            <a:lvl4pPr marL="18288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 sz="1900"/>
            </a:lvl4pPr>
            <a:lvl5pPr marL="22860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 sz="1900"/>
            </a:lvl5pPr>
            <a:lvl6pPr marL="27432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 sz="1900"/>
            </a:lvl6pPr>
            <a:lvl7pPr marL="32004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 sz="1900"/>
            </a:lvl7pPr>
            <a:lvl8pPr marL="36576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 sz="1900"/>
            </a:lvl8pPr>
            <a:lvl9pPr marL="41148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 sz="1900"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6" name="sanitized-shape-87">
            <a:extLst xmlns:a="http://schemas.openxmlformats.org/drawingml/2006/main">
              <a:ext uri="{FF2B5EF4-FFF2-40B4-BE49-F238E27FC236}">
                <a16:creationId xmlns:a16="http://schemas.microsoft.com/office/drawing/2014/main" id="{8BDB7BA9-BA45-430A-B463-5C6BE77F73F6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733239" y="4055471"/>
            <a:ext cx="5056200" cy="44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45700" rIns="45700" bIns="45700" anchor="ctr">
            <a:normAutofit/>
          </a:bodyPr>
          <a:lstStyle xmlns:a="http://schemas.openxmlformats.org/drawingml/2006/main">
            <a:lvl1pPr marL="4572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 sz="1900"/>
            </a:lvl1pPr>
            <a:lvl2pPr marL="9144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 sz="1900"/>
            </a:lvl2pPr>
            <a:lvl3pPr marL="13716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 sz="1900"/>
            </a:lvl3pPr>
            <a:lvl4pPr marL="18288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 sz="1900"/>
            </a:lvl4pPr>
            <a:lvl5pPr marL="22860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 sz="1900"/>
            </a:lvl5pPr>
            <a:lvl6pPr marL="27432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 sz="1900"/>
            </a:lvl6pPr>
            <a:lvl7pPr marL="32004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 sz="1900"/>
            </a:lvl7pPr>
            <a:lvl8pPr marL="36576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 sz="1900"/>
            </a:lvl8pPr>
            <a:lvl9pPr marL="41148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 sz="1900"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7" name="sanitized-shape-88">
            <a:extLst xmlns:a="http://schemas.openxmlformats.org/drawingml/2006/main">
              <a:ext uri="{FF2B5EF4-FFF2-40B4-BE49-F238E27FC236}">
                <a16:creationId xmlns:a16="http://schemas.microsoft.com/office/drawing/2014/main" id="{BC239BFA-C66F-4065-BD33-637D7033269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718284" y="6406785"/>
            <a:ext cx="273600" cy="27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45700" rIns="45700" bIns="45700" anchor="ctr">
            <a:sp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14.xml><?xml version="1.0" encoding="utf-8"?>
<p:sldLayout xmlns:p="http://schemas.openxmlformats.org/presentationml/2006/main" matchingName="2_Standard header only 110">
  <p:cSld name="Sanitized Layout 015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9" name="sanitized-shape-89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2" name="sanitized-shape-90">
            <a:extLst xmlns:a="http://schemas.openxmlformats.org/drawingml/2006/main">
              <a:ext uri="{FF2B5EF4-FFF2-40B4-BE49-F238E27FC236}">
                <a16:creationId xmlns:a16="http://schemas.microsoft.com/office/drawing/2014/main" id="{335FF735-A366-43EC-A2EF-CB3FFAB94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9525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103" name="sanitized-shape-91">
            <a:extLst xmlns:a="http://schemas.openxmlformats.org/drawingml/2006/main">
              <a:ext uri="{FF2B5EF4-FFF2-40B4-BE49-F238E27FC236}">
                <a16:creationId xmlns:a16="http://schemas.microsoft.com/office/drawing/2014/main" id="{175FEDF1-FE85-4E69-B9C6-E1B2AD2365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4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4" name="sanitized-shape-92">
            <a:extLst xmlns:a="http://schemas.openxmlformats.org/drawingml/2006/main">
              <a:ext uri="{FF2B5EF4-FFF2-40B4-BE49-F238E27FC236}">
                <a16:creationId xmlns:a16="http://schemas.microsoft.com/office/drawing/2014/main" id="{095E1ACB-C590-4A54-99F6-17D2A9123F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59991" y="635634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sp>
        <p:nvSpPr>
          <p:cNvPr id="105" name="sanitized-shape-93">
            <a:extLst xmlns:a="http://schemas.openxmlformats.org/drawingml/2006/main">
              <a:ext uri="{FF2B5EF4-FFF2-40B4-BE49-F238E27FC236}">
                <a16:creationId xmlns:a16="http://schemas.microsoft.com/office/drawing/2014/main" id="{AD0C794B-A497-426B-9B13-D20AC2AE6F9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0728" y="1244338"/>
            <a:ext cx="10767600" cy="38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743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3200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657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4114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6" name="sanitized-shape-94">
            <a:extLst xmlns:a="http://schemas.openxmlformats.org/drawingml/2006/main">
              <a:ext uri="{FF2B5EF4-FFF2-40B4-BE49-F238E27FC236}">
                <a16:creationId xmlns:a16="http://schemas.microsoft.com/office/drawing/2014/main" id="{81ABEC25-4640-4EDC-9A50-2A6189165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8668" y="6415085"/>
            <a:ext cx="8882700" cy="24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9950" tIns="54700" rIns="89950" bIns="449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100"/>
              <a:buFont typeface="Times New Roman"/>
              <a:buNone/>
            </a:pPr>
            <a:r>
              <a:rPr sz="1100" b="0" i="0" u="none" cap="none">
                <a:solidFill>
                  <a:srgbClr val="80808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</p:cSld>
</p:sldLayout>
</file>

<file path=ppt/slideLayouts/slideLayout15.xml><?xml version="1.0" encoding="utf-8"?>
<p:sldLayout xmlns:p="http://schemas.openxmlformats.org/presentationml/2006/main" matchingName="2_Standard header only 3">
  <p:cSld name="Sanitized Layout 016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7" name="sanitized-shape-95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0" name="sanitized-shape-96">
            <a:extLst xmlns:a="http://schemas.openxmlformats.org/drawingml/2006/main">
              <a:ext uri="{FF2B5EF4-FFF2-40B4-BE49-F238E27FC236}">
                <a16:creationId xmlns:a16="http://schemas.microsoft.com/office/drawing/2014/main" id="{47099805-6BC4-40A5-A86A-55237B7D2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9525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111" name="sanitized-shape-97">
            <a:extLst xmlns:a="http://schemas.openxmlformats.org/drawingml/2006/main">
              <a:ext uri="{FF2B5EF4-FFF2-40B4-BE49-F238E27FC236}">
                <a16:creationId xmlns:a16="http://schemas.microsoft.com/office/drawing/2014/main" id="{2F65ADBF-61F7-42F0-BC33-CA79E60E33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3"/>
            <a:ext cx="107673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12" name="sanitized-shape-98">
            <a:extLst xmlns:a="http://schemas.openxmlformats.org/drawingml/2006/main">
              <a:ext uri="{FF2B5EF4-FFF2-40B4-BE49-F238E27FC236}">
                <a16:creationId xmlns:a16="http://schemas.microsoft.com/office/drawing/2014/main" id="{904F7488-5F41-404D-B743-5DB597DE6F9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59991" y="635634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sp>
        <p:nvSpPr>
          <p:cNvPr id="113" name="sanitized-shape-99">
            <a:extLst xmlns:a="http://schemas.openxmlformats.org/drawingml/2006/main">
              <a:ext uri="{FF2B5EF4-FFF2-40B4-BE49-F238E27FC236}">
                <a16:creationId xmlns:a16="http://schemas.microsoft.com/office/drawing/2014/main" id="{DEC184B3-50E1-4A5F-92A8-CF789B1EF5C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0727" y="1244337"/>
            <a:ext cx="10767300" cy="38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2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743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3200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657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4114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14" name="sanitized-shape-100">
            <a:extLst xmlns:a="http://schemas.openxmlformats.org/drawingml/2006/main">
              <a:ext uri="{FF2B5EF4-FFF2-40B4-BE49-F238E27FC236}">
                <a16:creationId xmlns:a16="http://schemas.microsoft.com/office/drawing/2014/main" id="{8B2DA453-D7C0-42E6-B857-F736B12D5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8668" y="6415085"/>
            <a:ext cx="8882700" cy="24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9950" tIns="54700" rIns="89950" bIns="449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100"/>
              <a:buFont typeface="Times New Roman"/>
              <a:buNone/>
            </a:pPr>
            <a:r>
              <a:rPr sz="1100" b="0" i="0" u="none" cap="none">
                <a:solidFill>
                  <a:srgbClr val="80808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</p:cSld>
</p:sldLayout>
</file>

<file path=ppt/slideLayouts/slideLayout16.xml><?xml version="1.0" encoding="utf-8"?>
<p:sldLayout xmlns:p="http://schemas.openxmlformats.org/presentationml/2006/main" matchingName="2_Title and Content">
  <p:cSld name="Sanitized Layout 017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6" name="sanitized-shape-101">
            <a:extLst xmlns:a="http://schemas.openxmlformats.org/drawingml/2006/main">
              <a:ext uri="{FF2B5EF4-FFF2-40B4-BE49-F238E27FC236}">
                <a16:creationId xmlns:a16="http://schemas.microsoft.com/office/drawing/2014/main" id="{D6A002D7-4FFD-48C2-A00C-07D5571BDEB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7590" y="6356350"/>
            <a:ext cx="41139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1pPr>
            <a:lvl2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2pPr>
            <a:lvl3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3pPr>
            <a:lvl4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4pPr>
            <a:lvl5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5pPr>
            <a:lvl6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6pPr>
            <a:lvl7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7pPr>
            <a:lvl8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8pPr>
            <a:lvl9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9pPr>
          </a:lstStyle>
          <a:p xmlns:a="http://schemas.openxmlformats.org/drawingml/2006/main">
            <a:r>
              <a:t/>
            </a:r>
          </a:p>
        </p:txBody>
      </p:sp>
      <p:cxnSp>
        <p:nvCxnSpPr>
          <p:cNvPr id="127" name="sanitized-shape-102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9" name="sanitized-shape-103">
            <a:extLst xmlns:a="http://schemas.openxmlformats.org/drawingml/2006/main">
              <a:ext uri="{FF2B5EF4-FFF2-40B4-BE49-F238E27FC236}">
                <a16:creationId xmlns:a16="http://schemas.microsoft.com/office/drawing/2014/main" id="{0BD99E65-40E4-4870-B612-C074C597B8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36416" y="101600"/>
            <a:ext cx="10741800" cy="58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900"/>
              <a:buFont typeface="Arial"/>
              <a:buNone/>
              <a:defRPr sz="1900"/>
            </a:lvl2pPr>
            <a:lvl3pPr>
              <a:spcBef>
                <a:spcPts val="0"/>
              </a:spcBef>
              <a:spcAft>
                <a:spcPts val="0"/>
              </a:spcAft>
              <a:buSzPts val="1900"/>
              <a:buFont typeface="Arial"/>
              <a:buNone/>
              <a:defRPr sz="1900"/>
            </a:lvl3pPr>
            <a:lvl4pPr>
              <a:spcBef>
                <a:spcPts val="0"/>
              </a:spcBef>
              <a:spcAft>
                <a:spcPts val="0"/>
              </a:spcAft>
              <a:buSzPts val="1900"/>
              <a:buFont typeface="Arial"/>
              <a:buNone/>
              <a:defRPr sz="1900"/>
            </a:lvl4pPr>
            <a:lvl5pPr>
              <a:spcBef>
                <a:spcPts val="0"/>
              </a:spcBef>
              <a:spcAft>
                <a:spcPts val="0"/>
              </a:spcAft>
              <a:buSzPts val="1900"/>
              <a:buFont typeface="Arial"/>
              <a:buNone/>
              <a:defRPr sz="1900"/>
            </a:lvl5pPr>
            <a:lvl6pPr>
              <a:spcBef>
                <a:spcPts val="0"/>
              </a:spcBef>
              <a:spcAft>
                <a:spcPts val="0"/>
              </a:spcAft>
              <a:buSzPts val="1900"/>
              <a:buFont typeface="Arial"/>
              <a:buNone/>
              <a:defRPr sz="1900"/>
            </a:lvl6pPr>
            <a:lvl7pPr>
              <a:spcBef>
                <a:spcPts val="0"/>
              </a:spcBef>
              <a:spcAft>
                <a:spcPts val="0"/>
              </a:spcAft>
              <a:buSzPts val="1900"/>
              <a:buFont typeface="Arial"/>
              <a:buNone/>
              <a:defRPr sz="1900"/>
            </a:lvl7pPr>
            <a:lvl8pPr>
              <a:spcBef>
                <a:spcPts val="0"/>
              </a:spcBef>
              <a:spcAft>
                <a:spcPts val="0"/>
              </a:spcAft>
              <a:buSzPts val="1900"/>
              <a:buFont typeface="Arial"/>
              <a:buNone/>
              <a:defRPr sz="1900"/>
            </a:lvl8pPr>
            <a:lvl9pPr>
              <a:spcBef>
                <a:spcPts val="0"/>
              </a:spcBef>
              <a:spcAft>
                <a:spcPts val="0"/>
              </a:spcAft>
              <a:buSzPts val="1900"/>
              <a:buFont typeface="Arial"/>
              <a:buNone/>
              <a:defRPr sz="1900"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20" name="sanitized-shape-104">
            <a:extLst xmlns:a="http://schemas.openxmlformats.org/drawingml/2006/main">
              <a:ext uri="{FF2B5EF4-FFF2-40B4-BE49-F238E27FC236}">
                <a16:creationId xmlns:a16="http://schemas.microsoft.com/office/drawing/2014/main" id="{95D174BE-CE65-4A14-BD5F-D796E2046F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36416" y="1314623"/>
            <a:ext cx="10741800" cy="43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2pPr>
            <a:lvl3pPr marL="13716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3pPr>
            <a:lvl4pPr marL="18288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4pPr>
            <a:lvl5pPr marL="22860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5pPr>
            <a:lvl6pPr marL="2743200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■"/>
              <a:defRPr sz="1900"/>
            </a:lvl6pPr>
            <a:lvl7pPr marL="3200400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  <a:defRPr sz="1900"/>
            </a:lvl7pPr>
            <a:lvl8pPr marL="3657600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  <a:defRPr sz="1900"/>
            </a:lvl8pPr>
            <a:lvl9pPr marL="4114800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■"/>
              <a:defRPr sz="1900"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21" name="sanitized-shape-105">
            <a:extLst xmlns:a="http://schemas.openxmlformats.org/drawingml/2006/main">
              <a:ext uri="{FF2B5EF4-FFF2-40B4-BE49-F238E27FC236}">
                <a16:creationId xmlns:a16="http://schemas.microsoft.com/office/drawing/2014/main" id="{428FA2A2-1EBB-412D-84B4-6137FAFE46A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5473" y="6356350"/>
            <a:ext cx="766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17.xml><?xml version="1.0" encoding="utf-8"?>
<p:sldLayout xmlns:p="http://schemas.openxmlformats.org/presentationml/2006/main" matchingName="Lovito page">
  <p:cSld name="Sanitized Layout 018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1" name="sanitized-shape-106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5" name="sanitized-shape-107">
            <a:extLst xmlns:a="http://schemas.openxmlformats.org/drawingml/2006/main">
              <a:ext uri="{FF2B5EF4-FFF2-40B4-BE49-F238E27FC236}">
                <a16:creationId xmlns:a16="http://schemas.microsoft.com/office/drawing/2014/main" id="{AAC1725E-C792-486C-A83E-5960C0409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9525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126" name="sanitized-shape-108">
            <a:extLst xmlns:a="http://schemas.openxmlformats.org/drawingml/2006/main">
              <a:ext uri="{FF2B5EF4-FFF2-40B4-BE49-F238E27FC236}">
                <a16:creationId xmlns:a16="http://schemas.microsoft.com/office/drawing/2014/main" id="{EE957C60-0F0A-43D7-9CFA-5634A0BE13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3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None/>
              <a:defRPr sz="19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27" name="sanitized-shape-109">
            <a:extLst xmlns:a="http://schemas.openxmlformats.org/drawingml/2006/main">
              <a:ext uri="{FF2B5EF4-FFF2-40B4-BE49-F238E27FC236}">
                <a16:creationId xmlns:a16="http://schemas.microsoft.com/office/drawing/2014/main" id="{97A7A436-9FD6-4992-8F0E-0959510461B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579509" y="6492800"/>
            <a:ext cx="6093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sp>
        <p:nvSpPr>
          <p:cNvPr id="128" name="sanitized-shape-110">
            <a:extLst xmlns:a="http://schemas.openxmlformats.org/drawingml/2006/main">
              <a:ext uri="{FF2B5EF4-FFF2-40B4-BE49-F238E27FC236}">
                <a16:creationId xmlns:a16="http://schemas.microsoft.com/office/drawing/2014/main" id="{C08BAF96-C8BB-486B-B53D-740D381E34D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0729" y="1244337"/>
            <a:ext cx="10767600" cy="38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743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3200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657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4114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</p:spTree>
  </p:cSld>
</p:sldLayout>
</file>

<file path=ppt/slideLayouts/slideLayout18.xml><?xml version="1.0" encoding="utf-8"?>
<p:sldLayout xmlns:p="http://schemas.openxmlformats.org/presentationml/2006/main" showMasterSp="0" matchingName="4_Multiple Contents">
  <p:cSld name="Sanitized Layout 019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0" name="sanitized-shape-111">
            <a:extLst xmlns:a="http://schemas.openxmlformats.org/drawingml/2006/main">
              <a:ext uri="{FF2B5EF4-FFF2-40B4-BE49-F238E27FC236}">
                <a16:creationId xmlns:a16="http://schemas.microsoft.com/office/drawing/2014/main" id="{1B7D280D-6C2C-4EC7-A979-751F0C62DB8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80313" y="3682094"/>
            <a:ext cx="5180400" cy="228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45700" rIns="45700" bIns="45700" anchor="t">
            <a:normAutofit/>
          </a:bodyPr>
          <a:lstStyle xmlns:a="http://schemas.openxmlformats.org/drawingml/2006/main">
            <a:lvl1pPr marL="457200" indent="-330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▪"/>
              <a:defRPr sz="1600">
                <a:latin typeface="Calibri"/>
                <a:ea typeface="Calibri"/>
                <a:cs typeface="Calibri"/>
              </a:defRPr>
            </a:lvl1pPr>
            <a:lvl2pPr marL="914400" indent="-330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o"/>
              <a:defRPr sz="1600"/>
            </a:lvl2pPr>
            <a:lvl3pPr marL="1371600" indent="-330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  <a:defRPr sz="1600"/>
            </a:lvl3pPr>
            <a:lvl4pPr marL="1828800" indent="-330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  <a:defRPr sz="1600"/>
            </a:lvl4pPr>
            <a:lvl5pPr marL="2286000" indent="-330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  <a:defRPr sz="1600"/>
            </a:lvl5pPr>
            <a:lvl6pPr marL="274320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31" name="sanitized-shape-112">
            <a:extLst xmlns:a="http://schemas.openxmlformats.org/drawingml/2006/main">
              <a:ext uri="{FF2B5EF4-FFF2-40B4-BE49-F238E27FC236}">
                <a16:creationId xmlns:a16="http://schemas.microsoft.com/office/drawing/2014/main" id="{0655FEFF-F725-4439-B393-0140DC0EF2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7808" y="206970"/>
            <a:ext cx="10741800" cy="58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>
                <a:latin typeface="Calibri"/>
                <a:ea typeface="Calibri"/>
                <a:cs typeface="Calibri"/>
              </a:defRPr>
            </a:lvl1pPr>
            <a:lvl2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32" name="sanitized-shape-113">
            <a:extLst xmlns:a="http://schemas.openxmlformats.org/drawingml/2006/main">
              <a:ext uri="{FF2B5EF4-FFF2-40B4-BE49-F238E27FC236}">
                <a16:creationId xmlns:a16="http://schemas.microsoft.com/office/drawing/2014/main" id="{AC5D35CD-8660-4DFA-B9EA-19E9CB83681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991870" y="6385045"/>
            <a:ext cx="301800" cy="30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45700" rIns="45700" bIns="45700" anchor="ctr">
            <a:sp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cxnSp>
        <p:nvCxnSpPr>
          <p:cNvPr id="148" name="sanitized-shape-114"/>
          <p:cNvCxnSpPr/>
          <p:nvPr/>
        </p:nvCxnSpPr>
        <p:spPr>
          <a:xfrm xmlns:a="http://schemas.openxmlformats.org/drawingml/2006/main">
            <a:off x="955285" y="785569"/>
            <a:ext cx="108855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5" name="sanitized-shape-115">
            <a:extLst xmlns:a="http://schemas.openxmlformats.org/drawingml/2006/main">
              <a:ext uri="{FF2B5EF4-FFF2-40B4-BE49-F238E27FC236}">
                <a16:creationId xmlns:a16="http://schemas.microsoft.com/office/drawing/2014/main" id="{52E85D17-7A92-4795-9209-C95EDA670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8112" y="6415795"/>
            <a:ext cx="6684600" cy="44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00" tIns="91400" rIns="91400" bIns="914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800"/>
              <a:buFont typeface="Arial"/>
              <a:buNone/>
            </a:pPr>
            <a:r>
              <a:rPr sz="1000" b="0" i="0" u="none" cap="none">
                <a:solidFill>
                  <a:srgbClr val="808080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36" name="sanitized-shape-116">
            <a:extLst xmlns:a="http://schemas.openxmlformats.org/drawingml/2006/main">
              <a:ext uri="{FF2B5EF4-FFF2-40B4-BE49-F238E27FC236}">
                <a16:creationId xmlns:a16="http://schemas.microsoft.com/office/drawing/2014/main" id="{96951ADB-BA5D-4EE9-A64F-2B08AFE7A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5712" y="6444243"/>
            <a:ext cx="387600" cy="37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2625" tIns="102625" rIns="102625" bIns="1026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69ADA83D-DF77-AA76-6DA0-7A70CD7A4D20}" type="slidenum">
              <a:rPr sz="1000" b="0" i="0" u="none" cap="none">
                <a:solidFill>
                  <a:srgbClr val="7F7F7F"/>
                </a:solidFill>
                <a:latin typeface="Calibri"/>
                <a:ea typeface="Calibri"/>
                <a:cs typeface="Calibri"/>
              </a:rPr>
              <a:t/>
            </a:fld>
          </a:p>
        </p:txBody>
      </p:sp>
    </p:spTree>
  </p:cSld>
</p:sldLayout>
</file>

<file path=ppt/slideLayouts/slideLayout19.xml><?xml version="1.0" encoding="utf-8"?>
<p:sldLayout xmlns:p="http://schemas.openxmlformats.org/presentationml/2006/main" matchingName="1_Title and Content">
  <p:cSld name="Sanitized Layout 020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8" name="sanitized-shape-117">
            <a:extLst xmlns:a="http://schemas.openxmlformats.org/drawingml/2006/main">
              <a:ext uri="{FF2B5EF4-FFF2-40B4-BE49-F238E27FC236}">
                <a16:creationId xmlns:a16="http://schemas.microsoft.com/office/drawing/2014/main" id="{B1A1BEAC-0A56-4E32-9816-5C10DBDA732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406191" y="6403534"/>
            <a:ext cx="7314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51425" tIns="25700" rIns="51425" bIns="25700" anchor="t">
            <a:noAutofit/>
          </a:bodyPr>
          <a:lstStyle xmlns:a="http://schemas.openxmlformats.org/drawingml/2006/main">
            <a:lvl1pPr>
              <a:buNone/>
              <a:defRPr>
                <a:latin typeface="Calibri"/>
                <a:ea typeface="Calibri"/>
                <a:cs typeface="Calibri"/>
              </a:defRPr>
            </a:lvl1pPr>
            <a:lvl2pPr>
              <a:buNone/>
              <a:defRPr>
                <a:latin typeface="Calibri"/>
                <a:ea typeface="Calibri"/>
                <a:cs typeface="Calibri"/>
              </a:defRPr>
            </a:lvl2pPr>
            <a:lvl3pPr>
              <a:buNone/>
              <a:defRPr>
                <a:latin typeface="Calibri"/>
                <a:ea typeface="Calibri"/>
                <a:cs typeface="Calibri"/>
              </a:defRPr>
            </a:lvl3pPr>
            <a:lvl4pPr>
              <a:buNone/>
              <a:defRPr>
                <a:latin typeface="Calibri"/>
                <a:ea typeface="Calibri"/>
                <a:cs typeface="Calibri"/>
              </a:defRPr>
            </a:lvl4pPr>
            <a:lvl5pPr>
              <a:buNone/>
              <a:defRPr>
                <a:latin typeface="Calibri"/>
                <a:ea typeface="Calibri"/>
                <a:cs typeface="Calibri"/>
              </a:defRPr>
            </a:lvl5pPr>
            <a:lvl6pPr>
              <a:buNone/>
              <a:defRPr>
                <a:latin typeface="Calibri"/>
                <a:ea typeface="Calibri"/>
                <a:cs typeface="Calibri"/>
              </a:defRPr>
            </a:lvl6pPr>
            <a:lvl7pPr>
              <a:buNone/>
              <a:defRPr>
                <a:latin typeface="Calibri"/>
                <a:ea typeface="Calibri"/>
                <a:cs typeface="Calibri"/>
              </a:defRPr>
            </a:lvl7pPr>
            <a:lvl8pPr>
              <a:buNone/>
              <a:defRPr>
                <a:latin typeface="Calibri"/>
                <a:ea typeface="Calibri"/>
                <a:cs typeface="Calibri"/>
              </a:defRPr>
            </a:lvl8pPr>
            <a:lvl9pPr>
              <a:buNone/>
              <a:defRPr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cxnSp>
        <p:nvCxnSpPr>
          <p:cNvPr id="148" name="sanitized-shape-118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1" name="sanitized-shape-119">
            <a:extLst xmlns:a="http://schemas.openxmlformats.org/drawingml/2006/main">
              <a:ext uri="{FF2B5EF4-FFF2-40B4-BE49-F238E27FC236}">
                <a16:creationId xmlns:a16="http://schemas.microsoft.com/office/drawing/2014/main" id="{F71EEFAC-3171-4964-BFC3-9831B8B503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4"/>
            <a:ext cx="107673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42" name="sanitized-shape-120">
            <a:extLst xmlns:a="http://schemas.openxmlformats.org/drawingml/2006/main">
              <a:ext uri="{FF2B5EF4-FFF2-40B4-BE49-F238E27FC236}">
                <a16:creationId xmlns:a16="http://schemas.microsoft.com/office/drawing/2014/main" id="{CCC75522-8AF5-4FF1-91B0-EEC295B53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</p:spTree>
  </p:cSld>
</p:sldLayout>
</file>

<file path=ppt/slideLayouts/slideLayout20.xml><?xml version="1.0" encoding="utf-8"?>
<p:sldLayout xmlns:p="http://schemas.openxmlformats.org/presentationml/2006/main" matchingName="2_Standard header only 1 11">
  <p:cSld name="Sanitized Layout 021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3" name="sanitized-shape-121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6" name="sanitized-shape-122">
            <a:extLst xmlns:a="http://schemas.openxmlformats.org/drawingml/2006/main">
              <a:ext uri="{FF2B5EF4-FFF2-40B4-BE49-F238E27FC236}">
                <a16:creationId xmlns:a16="http://schemas.microsoft.com/office/drawing/2014/main" id="{AD5436E3-4DB7-4CBC-88BE-D43426DB0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147" name="sanitized-shape-123">
            <a:extLst xmlns:a="http://schemas.openxmlformats.org/drawingml/2006/main">
              <a:ext uri="{FF2B5EF4-FFF2-40B4-BE49-F238E27FC236}">
                <a16:creationId xmlns:a16="http://schemas.microsoft.com/office/drawing/2014/main" id="{29E573BB-3D7B-44F8-AEC3-480EF2DF29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4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48" name="sanitized-shape-124">
            <a:extLst xmlns:a="http://schemas.openxmlformats.org/drawingml/2006/main">
              <a:ext uri="{FF2B5EF4-FFF2-40B4-BE49-F238E27FC236}">
                <a16:creationId xmlns:a16="http://schemas.microsoft.com/office/drawing/2014/main" id="{3A3C07F8-867F-4A83-A964-5182627E564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59991" y="635634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sp>
        <p:nvSpPr>
          <p:cNvPr id="149" name="sanitized-shape-125">
            <a:extLst xmlns:a="http://schemas.openxmlformats.org/drawingml/2006/main">
              <a:ext uri="{FF2B5EF4-FFF2-40B4-BE49-F238E27FC236}">
                <a16:creationId xmlns:a16="http://schemas.microsoft.com/office/drawing/2014/main" id="{A983C300-80A5-4DC6-B9D1-118967BEB3A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0728" y="1244338"/>
            <a:ext cx="10767600" cy="38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743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3200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657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4114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50" name="sanitized-shape-126">
            <a:extLst xmlns:a="http://schemas.openxmlformats.org/drawingml/2006/main">
              <a:ext uri="{FF2B5EF4-FFF2-40B4-BE49-F238E27FC236}">
                <a16:creationId xmlns:a16="http://schemas.microsoft.com/office/drawing/2014/main" id="{6653B615-4802-4032-99DC-47351FC42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8668" y="6415085"/>
            <a:ext cx="8882700" cy="24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9950" tIns="54700" rIns="89950" bIns="449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100"/>
              <a:buFont typeface="Times New Roman"/>
              <a:buNone/>
            </a:pPr>
            <a:r>
              <a:rPr sz="1100" b="0" i="0" u="none" cap="none">
                <a:solidFill>
                  <a:srgbClr val="80808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</p:cSld>
</p:sldLayout>
</file>

<file path=ppt/slideLayouts/slideLayout21.xml><?xml version="1.0" encoding="utf-8"?>
<p:sldLayout xmlns:p="http://schemas.openxmlformats.org/presentationml/2006/main" matchingName="3_Sub Titles and Contents">
  <p:cSld name="Sanitized Layout 02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2" name="sanitized-shape-127">
            <a:extLst xmlns:a="http://schemas.openxmlformats.org/drawingml/2006/main">
              <a:ext uri="{FF2B5EF4-FFF2-40B4-BE49-F238E27FC236}">
                <a16:creationId xmlns:a16="http://schemas.microsoft.com/office/drawing/2014/main" id="{DE50FB01-0647-491E-9432-726E7D0D6F0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7989" y="1573132"/>
            <a:ext cx="6236100" cy="8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60925" rIns="121875" bIns="60925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Arial"/>
                <a:ea typeface="Arial"/>
                <a:cs typeface="Arial"/>
              </a:defRPr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900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900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900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900"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53" name="sanitized-shape-128">
            <a:extLst xmlns:a="http://schemas.openxmlformats.org/drawingml/2006/main">
              <a:ext uri="{FF2B5EF4-FFF2-40B4-BE49-F238E27FC236}">
                <a16:creationId xmlns:a16="http://schemas.microsoft.com/office/drawing/2014/main" id="{F7B0F236-335F-40C3-A68F-233ADDABE81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7989" y="2975184"/>
            <a:ext cx="6236100" cy="90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60925" rIns="121875" bIns="60925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Arial"/>
                <a:ea typeface="Arial"/>
                <a:cs typeface="Arial"/>
              </a:defRPr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900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900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900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900"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54" name="sanitized-shape-129">
            <a:extLst xmlns:a="http://schemas.openxmlformats.org/drawingml/2006/main">
              <a:ext uri="{FF2B5EF4-FFF2-40B4-BE49-F238E27FC236}">
                <a16:creationId xmlns:a16="http://schemas.microsoft.com/office/drawing/2014/main" id="{2E0599F7-9500-4F00-8618-4476CAFACDE0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837989" y="4495621"/>
            <a:ext cx="6236100" cy="116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60925" rIns="121875" bIns="60925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Arial"/>
                <a:ea typeface="Arial"/>
                <a:cs typeface="Arial"/>
              </a:defRPr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900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900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900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900"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55" name="sanitized-shape-130">
            <a:extLst xmlns:a="http://schemas.openxmlformats.org/drawingml/2006/main">
              <a:ext uri="{FF2B5EF4-FFF2-40B4-BE49-F238E27FC236}">
                <a16:creationId xmlns:a16="http://schemas.microsoft.com/office/drawing/2014/main" id="{C081DAD8-D838-481F-9E13-FD2376C1FBE3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834814" y="1123968"/>
            <a:ext cx="5056200" cy="43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60925" rIns="121875" bIns="60925" anchor="ctr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1900" b="1">
                <a:solidFill>
                  <a:srgbClr val="EE4D2D"/>
                </a:solidFill>
                <a:latin typeface="Arial"/>
                <a:ea typeface="Arial"/>
                <a:cs typeface="Arial"/>
              </a:defRPr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900"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900"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900"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900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900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900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900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900"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56" name="sanitized-shape-131">
            <a:extLst xmlns:a="http://schemas.openxmlformats.org/drawingml/2006/main">
              <a:ext uri="{FF2B5EF4-FFF2-40B4-BE49-F238E27FC236}">
                <a16:creationId xmlns:a16="http://schemas.microsoft.com/office/drawing/2014/main" id="{7C851802-ECBE-403C-88CF-6308413F3B46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834815" y="2524676"/>
            <a:ext cx="5056200" cy="43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60925" rIns="121875" bIns="60925" anchor="ctr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1900" b="1">
                <a:solidFill>
                  <a:srgbClr val="EE4D2D"/>
                </a:solidFill>
                <a:latin typeface="Arial"/>
                <a:ea typeface="Arial"/>
                <a:cs typeface="Arial"/>
              </a:defRPr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900"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900"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900"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900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900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900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900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900"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57" name="sanitized-shape-132">
            <a:extLst xmlns:a="http://schemas.openxmlformats.org/drawingml/2006/main">
              <a:ext uri="{FF2B5EF4-FFF2-40B4-BE49-F238E27FC236}">
                <a16:creationId xmlns:a16="http://schemas.microsoft.com/office/drawing/2014/main" id="{BE21D4BC-728D-4948-BC46-43E982E55A93}"/>
              </a:ext>
            </a:extLst>
          </p:cNvPr>
          <p:cNvSpPr>
            <a:spLocks xmlns:a="http://schemas.openxmlformats.org/drawingml/2006/main" noGrp="1"/>
          </p:cNvSpPr>
          <p:nvPr>
            <p:ph type="body" idx="6"/>
          </p:nvPr>
        </p:nvSpPr>
        <p:spPr>
          <a:xfrm xmlns:a="http://schemas.openxmlformats.org/drawingml/2006/main">
            <a:off x="834814" y="4046259"/>
            <a:ext cx="5056200" cy="43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60925" rIns="121875" bIns="60925" anchor="ctr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1900" b="1">
                <a:solidFill>
                  <a:srgbClr val="EE4D2D"/>
                </a:solidFill>
                <a:latin typeface="Arial"/>
                <a:ea typeface="Arial"/>
                <a:cs typeface="Arial"/>
              </a:defRPr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900"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900"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900"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900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900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900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900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900"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58" name="sanitized-shape-133">
            <a:extLst xmlns:a="http://schemas.openxmlformats.org/drawingml/2006/main">
              <a:ext uri="{FF2B5EF4-FFF2-40B4-BE49-F238E27FC236}">
                <a16:creationId xmlns:a16="http://schemas.microsoft.com/office/drawing/2014/main" id="{67DFED43-C9C1-41EF-AB27-82758A4CCF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7989" y="256477"/>
            <a:ext cx="10857000" cy="45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60925" rIns="121875" bIns="6092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9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59" name="sanitized-shape-134">
            <a:extLst xmlns:a="http://schemas.openxmlformats.org/drawingml/2006/main">
              <a:ext uri="{FF2B5EF4-FFF2-40B4-BE49-F238E27FC236}">
                <a16:creationId xmlns:a16="http://schemas.microsoft.com/office/drawing/2014/main" id="{9D40CB01-0A0D-4A50-A613-5BF6D94F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5674" y="6385063"/>
            <a:ext cx="434400" cy="30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60925" rIns="121875" bIns="6092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rPr sz="12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fld>
          </a:p>
        </p:txBody>
      </p:sp>
      <p:sp>
        <p:nvSpPr>
          <p:cNvPr id="160" name="sanitized-shape-135">
            <a:extLst xmlns:a="http://schemas.openxmlformats.org/drawingml/2006/main">
              <a:ext uri="{FF2B5EF4-FFF2-40B4-BE49-F238E27FC236}">
                <a16:creationId xmlns:a16="http://schemas.microsoft.com/office/drawing/2014/main" id="{AB201555-2671-4B9B-ADAA-EEB8DAFBB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8669" y="6415085"/>
            <a:ext cx="8882700" cy="24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9950" tIns="54700" rIns="89950" bIns="449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500"/>
              <a:buFont typeface="Times New Roman"/>
              <a:buNone/>
            </a:pPr>
            <a:r>
              <a:rPr sz="1100" b="0" i="0" u="none" cap="none">
                <a:solidFill>
                  <a:srgbClr val="80808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61" name="sanitized-shape-136">
            <a:extLst xmlns:a="http://schemas.openxmlformats.org/drawingml/2006/main">
              <a:ext uri="{FF2B5EF4-FFF2-40B4-BE49-F238E27FC236}">
                <a16:creationId xmlns:a16="http://schemas.microsoft.com/office/drawing/2014/main" id="{2F4D1972-E74E-471A-8646-8A7A85DC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950" y="1544885"/>
            <a:ext cx="671700" cy="1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022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60925" rIns="121875" bIns="609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62" name="sanitized-shape-137">
            <a:extLst xmlns:a="http://schemas.openxmlformats.org/drawingml/2006/main">
              <a:ext uri="{FF2B5EF4-FFF2-40B4-BE49-F238E27FC236}">
                <a16:creationId xmlns:a16="http://schemas.microsoft.com/office/drawing/2014/main" id="{E41DE038-DABF-4FB3-9F3D-B9959B70B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950" y="1928259"/>
            <a:ext cx="671700" cy="1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74C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60925" rIns="121875" bIns="609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63" name="sanitized-shape-138">
            <a:extLst xmlns:a="http://schemas.openxmlformats.org/drawingml/2006/main">
              <a:ext uri="{FF2B5EF4-FFF2-40B4-BE49-F238E27FC236}">
                <a16:creationId xmlns:a16="http://schemas.microsoft.com/office/drawing/2014/main" id="{7CED992D-59DE-413A-88DF-B9767F319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950" y="2311632"/>
            <a:ext cx="671700" cy="1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AB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60925" rIns="121875" bIns="609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64" name="sanitized-shape-139">
            <a:extLst xmlns:a="http://schemas.openxmlformats.org/drawingml/2006/main">
              <a:ext uri="{FF2B5EF4-FFF2-40B4-BE49-F238E27FC236}">
                <a16:creationId xmlns:a16="http://schemas.microsoft.com/office/drawing/2014/main" id="{310A84E7-F824-411F-A133-E13464E8B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950" y="2695005"/>
            <a:ext cx="671700" cy="1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3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60925" rIns="121875" bIns="609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65" name="sanitized-shape-140">
            <a:extLst xmlns:a="http://schemas.openxmlformats.org/drawingml/2006/main">
              <a:ext uri="{FF2B5EF4-FFF2-40B4-BE49-F238E27FC236}">
                <a16:creationId xmlns:a16="http://schemas.microsoft.com/office/drawing/2014/main" id="{7E4D70B3-E230-4FE6-83B6-2CAF9F6C4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950" y="1167784"/>
            <a:ext cx="671700" cy="1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422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60925" rIns="121875" bIns="609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66" name="sanitized-shape-141">
            <a:extLst xmlns:a="http://schemas.openxmlformats.org/drawingml/2006/main">
              <a:ext uri="{FF2B5EF4-FFF2-40B4-BE49-F238E27FC236}">
                <a16:creationId xmlns:a16="http://schemas.microsoft.com/office/drawing/2014/main" id="{55795FCC-82F7-4D8A-8E5D-C71761F04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950" y="3078379"/>
            <a:ext cx="671700" cy="1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9B6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60925" rIns="121875" bIns="609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67" name="sanitized-shape-142">
            <a:extLst xmlns:a="http://schemas.openxmlformats.org/drawingml/2006/main">
              <a:ext uri="{FF2B5EF4-FFF2-40B4-BE49-F238E27FC236}">
                <a16:creationId xmlns:a16="http://schemas.microsoft.com/office/drawing/2014/main" id="{D6B40F44-200A-4877-9B3D-3BB8DFA13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950" y="3461752"/>
            <a:ext cx="671700" cy="1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A8B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60925" rIns="121875" bIns="609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68" name="sanitized-shape-143">
            <a:extLst xmlns:a="http://schemas.openxmlformats.org/drawingml/2006/main">
              <a:ext uri="{FF2B5EF4-FFF2-40B4-BE49-F238E27FC236}">
                <a16:creationId xmlns:a16="http://schemas.microsoft.com/office/drawing/2014/main" id="{8FE09EB8-1CF0-42CD-94F8-2C0C53152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950" y="1352885"/>
            <a:ext cx="671700" cy="1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011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60925" rIns="121875" bIns="609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69" name="sanitized-shape-144">
            <a:extLst xmlns:a="http://schemas.openxmlformats.org/drawingml/2006/main">
              <a:ext uri="{FF2B5EF4-FFF2-40B4-BE49-F238E27FC236}">
                <a16:creationId xmlns:a16="http://schemas.microsoft.com/office/drawing/2014/main" id="{760AF790-4E25-4D9C-A6A7-932C4E982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950" y="1736259"/>
            <a:ext cx="671700" cy="1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36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60925" rIns="121875" bIns="609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70" name="sanitized-shape-145">
            <a:extLst xmlns:a="http://schemas.openxmlformats.org/drawingml/2006/main">
              <a:ext uri="{FF2B5EF4-FFF2-40B4-BE49-F238E27FC236}">
                <a16:creationId xmlns:a16="http://schemas.microsoft.com/office/drawing/2014/main" id="{C8870396-7C07-42BE-9AF2-C0A61445E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950" y="2119632"/>
            <a:ext cx="671700" cy="1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3D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60925" rIns="121875" bIns="609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71" name="sanitized-shape-146">
            <a:extLst xmlns:a="http://schemas.openxmlformats.org/drawingml/2006/main">
              <a:ext uri="{FF2B5EF4-FFF2-40B4-BE49-F238E27FC236}">
                <a16:creationId xmlns:a16="http://schemas.microsoft.com/office/drawing/2014/main" id="{8D7A55BB-BCD9-4923-AF20-921118285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950" y="2503005"/>
            <a:ext cx="671700" cy="1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B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60925" rIns="121875" bIns="609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72" name="sanitized-shape-147">
            <a:extLst xmlns:a="http://schemas.openxmlformats.org/drawingml/2006/main">
              <a:ext uri="{FF2B5EF4-FFF2-40B4-BE49-F238E27FC236}">
                <a16:creationId xmlns:a16="http://schemas.microsoft.com/office/drawing/2014/main" id="{1E423F0D-CCE4-42F9-B7E6-835AB6733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950" y="975784"/>
            <a:ext cx="671700" cy="1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4D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60925" rIns="121875" bIns="609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73" name="sanitized-shape-148">
            <a:extLst xmlns:a="http://schemas.openxmlformats.org/drawingml/2006/main">
              <a:ext uri="{FF2B5EF4-FFF2-40B4-BE49-F238E27FC236}">
                <a16:creationId xmlns:a16="http://schemas.microsoft.com/office/drawing/2014/main" id="{D732CCB3-708D-48E0-8B26-638ACA3A8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950" y="2886379"/>
            <a:ext cx="671700" cy="1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AA6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60925" rIns="121875" bIns="609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74" name="sanitized-shape-149">
            <a:extLst xmlns:a="http://schemas.openxmlformats.org/drawingml/2006/main">
              <a:ext uri="{FF2B5EF4-FFF2-40B4-BE49-F238E27FC236}">
                <a16:creationId xmlns:a16="http://schemas.microsoft.com/office/drawing/2014/main" id="{A0CD3E97-4844-4897-8509-107D5056A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950" y="3269752"/>
            <a:ext cx="671700" cy="1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B9C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60925" rIns="121875" bIns="609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75" name="sanitized-shape-150">
            <a:extLst xmlns:a="http://schemas.openxmlformats.org/drawingml/2006/main">
              <a:ext uri="{FF2B5EF4-FFF2-40B4-BE49-F238E27FC236}">
                <a16:creationId xmlns:a16="http://schemas.microsoft.com/office/drawing/2014/main" id="{70364600-8ACF-489B-BF58-A55BB9363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7560" y="660673"/>
            <a:ext cx="1572900" cy="24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76" name="sanitized-shape-151">
            <a:extLst xmlns:a="http://schemas.openxmlformats.org/drawingml/2006/main">
              <a:ext uri="{FF2B5EF4-FFF2-40B4-BE49-F238E27FC236}">
                <a16:creationId xmlns:a16="http://schemas.microsoft.com/office/drawing/2014/main" id="{EA12104F-6493-4FDE-9276-A3F7071CF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7560" y="3819968"/>
            <a:ext cx="215400" cy="21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011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60925" rIns="121875" bIns="609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77" name="sanitized-shape-152">
            <a:extLst xmlns:a="http://schemas.openxmlformats.org/drawingml/2006/main">
              <a:ext uri="{FF2B5EF4-FFF2-40B4-BE49-F238E27FC236}">
                <a16:creationId xmlns:a16="http://schemas.microsoft.com/office/drawing/2014/main" id="{08C238CC-719C-4650-92D7-80C0F56E7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7560" y="4046259"/>
            <a:ext cx="996300" cy="99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6925" cmpd="sng">
            <a:solidFill>
              <a:srgbClr val="591B1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121875" tIns="60925" rIns="121875" bIns="609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</p:spTree>
  </p:cSld>
</p:sldLayout>
</file>

<file path=ppt/slideLayouts/slideLayout22.xml><?xml version="1.0" encoding="utf-8"?>
<p:sldLayout xmlns:p="http://schemas.openxmlformats.org/presentationml/2006/main" matchingName="2_Standard header only 9 1">
  <p:cSld name="Sanitized Layout 023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86" name="sanitized-shape-153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1" name="sanitized-shape-154">
            <a:extLst xmlns:a="http://schemas.openxmlformats.org/drawingml/2006/main">
              <a:ext uri="{FF2B5EF4-FFF2-40B4-BE49-F238E27FC236}">
                <a16:creationId xmlns:a16="http://schemas.microsoft.com/office/drawing/2014/main" id="{EFE69374-B65E-4400-A3A7-FBD0E4F31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182" name="sanitized-shape-155">
            <a:extLst xmlns:a="http://schemas.openxmlformats.org/drawingml/2006/main">
              <a:ext uri="{FF2B5EF4-FFF2-40B4-BE49-F238E27FC236}">
                <a16:creationId xmlns:a16="http://schemas.microsoft.com/office/drawing/2014/main" id="{CB746EA0-0B31-4C5C-B937-068B09F2BF4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59991" y="635634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sp>
        <p:nvSpPr>
          <p:cNvPr id="183" name="sanitized-shape-156">
            <a:extLst xmlns:a="http://schemas.openxmlformats.org/drawingml/2006/main">
              <a:ext uri="{FF2B5EF4-FFF2-40B4-BE49-F238E27FC236}">
                <a16:creationId xmlns:a16="http://schemas.microsoft.com/office/drawing/2014/main" id="{81D9C4A4-E657-48A7-B2C9-737C834E3D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2" y="119100"/>
            <a:ext cx="107577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ctr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None/>
              <a:defRPr sz="17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</p:spTree>
  </p:cSld>
</p:sldLayout>
</file>

<file path=ppt/slideLayouts/slideLayout23.xml><?xml version="1.0" encoding="utf-8"?>
<p:sldLayout xmlns:p="http://schemas.openxmlformats.org/presentationml/2006/main" matchingName="2_Standard header only">
  <p:cSld name="Sanitized Layout 024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94" name="sanitized-shape-157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7" name="sanitized-shape-158">
            <a:extLst xmlns:a="http://schemas.openxmlformats.org/drawingml/2006/main">
              <a:ext uri="{FF2B5EF4-FFF2-40B4-BE49-F238E27FC236}">
                <a16:creationId xmlns:a16="http://schemas.microsoft.com/office/drawing/2014/main" id="{B781A680-09B9-47C0-9ED3-374F9A403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188" name="sanitized-shape-159">
            <a:extLst xmlns:a="http://schemas.openxmlformats.org/drawingml/2006/main">
              <a:ext uri="{FF2B5EF4-FFF2-40B4-BE49-F238E27FC236}">
                <a16:creationId xmlns:a16="http://schemas.microsoft.com/office/drawing/2014/main" id="{2B8ED24B-C127-47C3-9EA7-B073E8B56C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4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89" name="sanitized-shape-160">
            <a:extLst xmlns:a="http://schemas.openxmlformats.org/drawingml/2006/main">
              <a:ext uri="{FF2B5EF4-FFF2-40B4-BE49-F238E27FC236}">
                <a16:creationId xmlns:a16="http://schemas.microsoft.com/office/drawing/2014/main" id="{F1A074C7-30BB-44AD-86E1-29B863D9290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59991" y="635634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sp>
        <p:nvSpPr>
          <p:cNvPr id="190" name="sanitized-shape-161">
            <a:extLst xmlns:a="http://schemas.openxmlformats.org/drawingml/2006/main">
              <a:ext uri="{FF2B5EF4-FFF2-40B4-BE49-F238E27FC236}">
                <a16:creationId xmlns:a16="http://schemas.microsoft.com/office/drawing/2014/main" id="{2D03C7B1-D7A7-4218-8A0D-839F3FDCAD5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0728" y="1244338"/>
            <a:ext cx="10767600" cy="38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743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3200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657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4114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91" name="sanitized-shape-162">
            <a:extLst xmlns:a="http://schemas.openxmlformats.org/drawingml/2006/main">
              <a:ext uri="{FF2B5EF4-FFF2-40B4-BE49-F238E27FC236}">
                <a16:creationId xmlns:a16="http://schemas.microsoft.com/office/drawing/2014/main" id="{9AEE755D-7A8C-4CE3-AF41-E2A3077B5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8668" y="6415085"/>
            <a:ext cx="8882700" cy="24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9950" tIns="54700" rIns="89950" bIns="449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100"/>
              <a:buFont typeface="Times New Roman"/>
              <a:buNone/>
            </a:pPr>
            <a:r>
              <a:rPr sz="1100" b="0" i="0" u="none" cap="none">
                <a:solidFill>
                  <a:srgbClr val="80808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</p:cSld>
</p:sldLayout>
</file>

<file path=ppt/slideLayouts/slideLayout24.xml><?xml version="1.0" encoding="utf-8"?>
<p:sldLayout xmlns:p="http://schemas.openxmlformats.org/presentationml/2006/main" matchingName="2_Standard header only 1">
  <p:cSld name="Sanitized Layout 025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02" name="sanitized-shape-163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5" name="sanitized-shape-164">
            <a:extLst xmlns:a="http://schemas.openxmlformats.org/drawingml/2006/main">
              <a:ext uri="{FF2B5EF4-FFF2-40B4-BE49-F238E27FC236}">
                <a16:creationId xmlns:a16="http://schemas.microsoft.com/office/drawing/2014/main" id="{8D2C90EC-6168-4C13-AA8B-57581D7AF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196" name="sanitized-shape-165">
            <a:extLst xmlns:a="http://schemas.openxmlformats.org/drawingml/2006/main">
              <a:ext uri="{FF2B5EF4-FFF2-40B4-BE49-F238E27FC236}">
                <a16:creationId xmlns:a16="http://schemas.microsoft.com/office/drawing/2014/main" id="{B41830CE-6046-4406-97A1-DF1235E698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4"/>
            <a:ext cx="107673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97" name="sanitized-shape-166">
            <a:extLst xmlns:a="http://schemas.openxmlformats.org/drawingml/2006/main">
              <a:ext uri="{FF2B5EF4-FFF2-40B4-BE49-F238E27FC236}">
                <a16:creationId xmlns:a16="http://schemas.microsoft.com/office/drawing/2014/main" id="{8F124A11-1E7D-42BF-8675-1D034DFCBE9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59991" y="635634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sp>
        <p:nvSpPr>
          <p:cNvPr id="198" name="sanitized-shape-167">
            <a:extLst xmlns:a="http://schemas.openxmlformats.org/drawingml/2006/main">
              <a:ext uri="{FF2B5EF4-FFF2-40B4-BE49-F238E27FC236}">
                <a16:creationId xmlns:a16="http://schemas.microsoft.com/office/drawing/2014/main" id="{89E4407F-9794-4AEC-A984-3BD715B93E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0728" y="1244338"/>
            <a:ext cx="10767300" cy="38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743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3200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657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4114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99" name="sanitized-shape-168">
            <a:extLst xmlns:a="http://schemas.openxmlformats.org/drawingml/2006/main">
              <a:ext uri="{FF2B5EF4-FFF2-40B4-BE49-F238E27FC236}">
                <a16:creationId xmlns:a16="http://schemas.microsoft.com/office/drawing/2014/main" id="{D4B09FE0-8207-4925-A2B8-8579F488A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8668" y="6415085"/>
            <a:ext cx="8882700" cy="24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9950" tIns="54700" rIns="89950" bIns="449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100"/>
              <a:buFont typeface="Times New Roman"/>
              <a:buNone/>
            </a:pPr>
            <a:r>
              <a:rPr sz="1100" b="0" i="0" u="none" cap="none">
                <a:solidFill>
                  <a:srgbClr val="80808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</p:cSld>
</p:sldLayout>
</file>

<file path=ppt/slideLayouts/slideLayout25.xml><?xml version="1.0" encoding="utf-8"?>
<p:sldLayout xmlns:p="http://schemas.openxmlformats.org/presentationml/2006/main" matchingName="2_Standard header only 1 2">
  <p:cSld name="Sanitized Layout 026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10" name="sanitized-shape-169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3" name="sanitized-shape-170">
            <a:extLst xmlns:a="http://schemas.openxmlformats.org/drawingml/2006/main">
              <a:ext uri="{FF2B5EF4-FFF2-40B4-BE49-F238E27FC236}">
                <a16:creationId xmlns:a16="http://schemas.microsoft.com/office/drawing/2014/main" id="{30BD01DD-1FC6-400D-A108-4139D9F59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204" name="sanitized-shape-171">
            <a:extLst xmlns:a="http://schemas.openxmlformats.org/drawingml/2006/main">
              <a:ext uri="{FF2B5EF4-FFF2-40B4-BE49-F238E27FC236}">
                <a16:creationId xmlns:a16="http://schemas.microsoft.com/office/drawing/2014/main" id="{C9CF76B3-89B7-47D3-B88F-6550B994BC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4"/>
            <a:ext cx="107673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05" name="sanitized-shape-172">
            <a:extLst xmlns:a="http://schemas.openxmlformats.org/drawingml/2006/main">
              <a:ext uri="{FF2B5EF4-FFF2-40B4-BE49-F238E27FC236}">
                <a16:creationId xmlns:a16="http://schemas.microsoft.com/office/drawing/2014/main" id="{9EA36F08-4645-4FB0-8FBB-3856887EC70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59991" y="635634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sp>
        <p:nvSpPr>
          <p:cNvPr id="206" name="sanitized-shape-173">
            <a:extLst xmlns:a="http://schemas.openxmlformats.org/drawingml/2006/main">
              <a:ext uri="{FF2B5EF4-FFF2-40B4-BE49-F238E27FC236}">
                <a16:creationId xmlns:a16="http://schemas.microsoft.com/office/drawing/2014/main" id="{62F272A3-BF60-4A03-8A5B-10F3FBAE7B9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0728" y="1244338"/>
            <a:ext cx="10767300" cy="38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743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3200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657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4114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07" name="sanitized-shape-174">
            <a:extLst xmlns:a="http://schemas.openxmlformats.org/drawingml/2006/main">
              <a:ext uri="{FF2B5EF4-FFF2-40B4-BE49-F238E27FC236}">
                <a16:creationId xmlns:a16="http://schemas.microsoft.com/office/drawing/2014/main" id="{C28C05DF-536F-41E5-BC4D-9D5BD0F40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8668" y="6415085"/>
            <a:ext cx="8882700" cy="24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9950" tIns="54700" rIns="89950" bIns="449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100"/>
              <a:buFont typeface="Times New Roman"/>
              <a:buNone/>
            </a:pPr>
            <a:r>
              <a:rPr sz="1100" b="0" i="0" u="none" cap="none">
                <a:solidFill>
                  <a:srgbClr val="80808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</p:cSld>
</p:sldLayout>
</file>

<file path=ppt/slideLayouts/slideLayout26.xml><?xml version="1.0" encoding="utf-8"?>
<p:sldLayout xmlns:p="http://schemas.openxmlformats.org/presentationml/2006/main" matchingName="2_Standard header only 1 1 1">
  <p:cSld name="Sanitized Layout 027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17" name="sanitized-shape-175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0" name="sanitized-shape-176">
            <a:extLst xmlns:a="http://schemas.openxmlformats.org/drawingml/2006/main">
              <a:ext uri="{FF2B5EF4-FFF2-40B4-BE49-F238E27FC236}">
                <a16:creationId xmlns:a16="http://schemas.microsoft.com/office/drawing/2014/main" id="{FE35B2F1-F524-4620-ABFB-E438AD7DB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4D2D"/>
          </a:solidFill>
          <a:ln xmlns:a="http://schemas.openxmlformats.org/drawingml/2006/main" w="9525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211" name="sanitized-shape-177">
            <a:extLst xmlns:a="http://schemas.openxmlformats.org/drawingml/2006/main">
              <a:ext uri="{FF2B5EF4-FFF2-40B4-BE49-F238E27FC236}">
                <a16:creationId xmlns:a16="http://schemas.microsoft.com/office/drawing/2014/main" id="{270EA3F8-B866-467E-BDA7-63727B0FA8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3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12" name="sanitized-shape-178">
            <a:extLst xmlns:a="http://schemas.openxmlformats.org/drawingml/2006/main">
              <a:ext uri="{FF2B5EF4-FFF2-40B4-BE49-F238E27FC236}">
                <a16:creationId xmlns:a16="http://schemas.microsoft.com/office/drawing/2014/main" id="{C112EF32-C68C-484C-91D6-503FC9ED4BC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59991" y="635634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sp>
        <p:nvSpPr>
          <p:cNvPr id="213" name="sanitized-shape-179">
            <a:extLst xmlns:a="http://schemas.openxmlformats.org/drawingml/2006/main">
              <a:ext uri="{FF2B5EF4-FFF2-40B4-BE49-F238E27FC236}">
                <a16:creationId xmlns:a16="http://schemas.microsoft.com/office/drawing/2014/main" id="{B4E74B0D-10BF-41E1-9FB8-D667E0256DE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0729" y="1244337"/>
            <a:ext cx="10767600" cy="38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743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3200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657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4114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14" name="sanitized-shape-180">
            <a:extLst xmlns:a="http://schemas.openxmlformats.org/drawingml/2006/main">
              <a:ext uri="{FF2B5EF4-FFF2-40B4-BE49-F238E27FC236}">
                <a16:creationId xmlns:a16="http://schemas.microsoft.com/office/drawing/2014/main" id="{CE58C62C-80BC-404B-9F2F-10B7098B4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8669" y="6415085"/>
            <a:ext cx="8882700" cy="24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9950" tIns="54700" rIns="89950" bIns="449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100"/>
              <a:buFont typeface="Times New Roman"/>
              <a:buNone/>
            </a:pPr>
            <a:r>
              <a:rPr sz="1100" b="0" i="0" u="none" cap="none">
                <a:solidFill>
                  <a:srgbClr val="80808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</p:cSld>
</p:sldLayout>
</file>

<file path=ppt/slideLayouts/slideLayout27.xml><?xml version="1.0" encoding="utf-8"?>
<p:sldLayout xmlns:p="http://schemas.openxmlformats.org/presentationml/2006/main" matchingName="2_Standard header only 7 1 1">
  <p:cSld name="Sanitized Layout 028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26" name="sanitized-shape-181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9" name="sanitized-shape-182">
            <a:extLst xmlns:a="http://schemas.openxmlformats.org/drawingml/2006/main">
              <a:ext uri="{FF2B5EF4-FFF2-40B4-BE49-F238E27FC236}">
                <a16:creationId xmlns:a16="http://schemas.microsoft.com/office/drawing/2014/main" id="{A834D6EE-A974-4379-BD88-52512C937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220" name="sanitized-shape-183">
            <a:extLst xmlns:a="http://schemas.openxmlformats.org/drawingml/2006/main">
              <a:ext uri="{FF2B5EF4-FFF2-40B4-BE49-F238E27FC236}">
                <a16:creationId xmlns:a16="http://schemas.microsoft.com/office/drawing/2014/main" id="{F76BDA9E-AF22-4900-98B4-DD1977016D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4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21" name="sanitized-shape-184">
            <a:extLst xmlns:a="http://schemas.openxmlformats.org/drawingml/2006/main">
              <a:ext uri="{FF2B5EF4-FFF2-40B4-BE49-F238E27FC236}">
                <a16:creationId xmlns:a16="http://schemas.microsoft.com/office/drawing/2014/main" id="{36023450-8726-4BB9-B8A7-5BEBDA56F2A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0728" y="1244338"/>
            <a:ext cx="10767600" cy="38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743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3200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657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4114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22" name="sanitized-shape-185">
            <a:extLst xmlns:a="http://schemas.openxmlformats.org/drawingml/2006/main">
              <a:ext uri="{FF2B5EF4-FFF2-40B4-BE49-F238E27FC236}">
                <a16:creationId xmlns:a16="http://schemas.microsoft.com/office/drawing/2014/main" id="{D9F227CD-6D7F-451A-A691-F96767174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8668" y="6415085"/>
            <a:ext cx="8882700" cy="24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9950" tIns="54700" rIns="89950" bIns="449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100"/>
              <a:buFont typeface="Times New Roman"/>
              <a:buNone/>
            </a:pPr>
            <a:r>
              <a:rPr sz="1100" b="0" i="0" u="none" cap="none">
                <a:solidFill>
                  <a:srgbClr val="80808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23" name="sanitized-shape-186">
            <a:extLst xmlns:a="http://schemas.openxmlformats.org/drawingml/2006/main">
              <a:ext uri="{FF2B5EF4-FFF2-40B4-BE49-F238E27FC236}">
                <a16:creationId xmlns:a16="http://schemas.microsoft.com/office/drawing/2014/main" id="{8D31481B-30ED-463A-BD68-16AF91A29A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59991" y="643524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28.xml><?xml version="1.0" encoding="utf-8"?>
<p:sldLayout xmlns:p="http://schemas.openxmlformats.org/presentationml/2006/main" matchingName="Lovito page 1">
  <p:cSld name="Sanitized Layout 029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33" name="sanitized-shape-187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7" name="sanitized-shape-188">
            <a:extLst xmlns:a="http://schemas.openxmlformats.org/drawingml/2006/main">
              <a:ext uri="{FF2B5EF4-FFF2-40B4-BE49-F238E27FC236}">
                <a16:creationId xmlns:a16="http://schemas.microsoft.com/office/drawing/2014/main" id="{B26FC8E2-6378-4506-A578-E05BBDA2E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228" name="sanitized-shape-189">
            <a:extLst xmlns:a="http://schemas.openxmlformats.org/drawingml/2006/main">
              <a:ext uri="{FF2B5EF4-FFF2-40B4-BE49-F238E27FC236}">
                <a16:creationId xmlns:a16="http://schemas.microsoft.com/office/drawing/2014/main" id="{4D42BBC3-2119-4CF5-8D08-0801ADBE85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3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None/>
              <a:defRPr sz="19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29" name="sanitized-shape-190">
            <a:extLst xmlns:a="http://schemas.openxmlformats.org/drawingml/2006/main">
              <a:ext uri="{FF2B5EF4-FFF2-40B4-BE49-F238E27FC236}">
                <a16:creationId xmlns:a16="http://schemas.microsoft.com/office/drawing/2014/main" id="{42A642D3-0ECC-4F57-9B73-30CEB37BF41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579509" y="6492800"/>
            <a:ext cx="6093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sp>
        <p:nvSpPr>
          <p:cNvPr id="230" name="sanitized-shape-191">
            <a:extLst xmlns:a="http://schemas.openxmlformats.org/drawingml/2006/main">
              <a:ext uri="{FF2B5EF4-FFF2-40B4-BE49-F238E27FC236}">
                <a16:creationId xmlns:a16="http://schemas.microsoft.com/office/drawing/2014/main" id="{1BF1EAFD-6789-4A28-BD5F-20B6DD9BE96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0729" y="1244337"/>
            <a:ext cx="10767600" cy="38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743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3200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657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4114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</p:spTree>
  </p:cSld>
</p:sldLayout>
</file>

<file path=ppt/slideLayouts/slideLayout29.xml><?xml version="1.0" encoding="utf-8"?>
<p:sldLayout xmlns:p="http://schemas.openxmlformats.org/presentationml/2006/main" matchingName="TITLE_AND_BODY_2">
  <p:cSld name="Sanitized Layout 030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2" name="sanitized-shape-192">
            <a:extLst xmlns:a="http://schemas.openxmlformats.org/drawingml/2006/main">
              <a:ext uri="{FF2B5EF4-FFF2-40B4-BE49-F238E27FC236}">
                <a16:creationId xmlns:a16="http://schemas.microsoft.com/office/drawing/2014/main" id="{6FD14FCD-1B72-4942-8D7F-2CF5943A20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15496" y="593367"/>
            <a:ext cx="11358000" cy="76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121875" rIns="121875" bIns="121875" anchor="ctr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2pPr>
            <a:lvl3pPr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3pPr>
            <a:lvl4pPr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4pPr>
            <a:lvl5pPr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5pPr>
            <a:lvl6pPr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6pPr>
            <a:lvl7pPr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7pPr>
            <a:lvl8pPr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8pPr>
            <a:lvl9pPr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33" name="sanitized-shape-193">
            <a:extLst xmlns:a="http://schemas.openxmlformats.org/drawingml/2006/main">
              <a:ext uri="{FF2B5EF4-FFF2-40B4-BE49-F238E27FC236}">
                <a16:creationId xmlns:a16="http://schemas.microsoft.com/office/drawing/2014/main" id="{06B9BA72-1D3D-4DC8-8D60-FDB9653B109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15496" y="1536633"/>
            <a:ext cx="11358000" cy="455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121875" rIns="121875" bIns="121875" anchor="ctr">
            <a:noAutofit/>
          </a:bodyPr>
          <a:lstStyle xmlns:a="http://schemas.openxmlformats.org/drawingml/2006/main">
            <a:lvl1pPr marL="45720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2pPr>
            <a:lvl3pPr marL="1371600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3pPr>
            <a:lvl4pPr marL="182880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4pPr>
            <a:lvl5pPr marL="2286000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5pPr>
            <a:lvl6pPr marL="2743200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6pPr>
            <a:lvl7pPr marL="320040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7pPr>
            <a:lvl8pPr marL="3657600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8pPr>
            <a:lvl9pPr marL="4114800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34" name="sanitized-shape-194">
            <a:extLst xmlns:a="http://schemas.openxmlformats.org/drawingml/2006/main">
              <a:ext uri="{FF2B5EF4-FFF2-40B4-BE49-F238E27FC236}">
                <a16:creationId xmlns:a16="http://schemas.microsoft.com/office/drawing/2014/main" id="{772952D4-7E05-4D71-A20A-AF42B6B74E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3784" y="6217622"/>
            <a:ext cx="7314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51425" tIns="25700" rIns="51425" bIns="25700" anchor="ctr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cxnSp>
        <p:nvCxnSpPr>
          <p:cNvPr id="250" name="sanitized-shape-195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37" name="sanitized-shape-196">
            <a:extLst xmlns:a="http://schemas.openxmlformats.org/drawingml/2006/main">
              <a:ext uri="{FF2B5EF4-FFF2-40B4-BE49-F238E27FC236}">
                <a16:creationId xmlns:a16="http://schemas.microsoft.com/office/drawing/2014/main" id="{4D785048-CB4A-441F-89A5-290E69657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238" name="sanitized-shape-197">
            <a:extLst xmlns:a="http://schemas.openxmlformats.org/drawingml/2006/main">
              <a:ext uri="{FF2B5EF4-FFF2-40B4-BE49-F238E27FC236}">
                <a16:creationId xmlns:a16="http://schemas.microsoft.com/office/drawing/2014/main" id="{64294755-9C82-4C49-BBAA-9CF105421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729" y="119094"/>
            <a:ext cx="107673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</p:spTree>
  </p:cSld>
</p:sldLayout>
</file>

<file path=ppt/slideLayouts/slideLayout30.xml><?xml version="1.0" encoding="utf-8"?>
<p:sldLayout xmlns:p="http://schemas.openxmlformats.org/presentationml/2006/main" matchingName="2_Standard header only 91">
  <p:cSld name="Sanitized Layout 031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47" name="sanitized-shape-198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2" name="sanitized-shape-199">
            <a:extLst xmlns:a="http://schemas.openxmlformats.org/drawingml/2006/main">
              <a:ext uri="{FF2B5EF4-FFF2-40B4-BE49-F238E27FC236}">
                <a16:creationId xmlns:a16="http://schemas.microsoft.com/office/drawing/2014/main" id="{8645E8F6-E9B8-4F06-BF7B-C4157054D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</a:p>
        </p:txBody>
      </p:sp>
      <p:sp>
        <p:nvSpPr>
          <p:cNvPr id="243" name="sanitized-shape-200">
            <a:extLst xmlns:a="http://schemas.openxmlformats.org/drawingml/2006/main">
              <a:ext uri="{FF2B5EF4-FFF2-40B4-BE49-F238E27FC236}">
                <a16:creationId xmlns:a16="http://schemas.microsoft.com/office/drawing/2014/main" id="{970A7C7D-DBA5-4DA8-8670-51D13E7B68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38549" y="158496"/>
            <a:ext cx="107670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4D2D"/>
              </a:buClr>
              <a:buSzPts val="2100"/>
              <a:buFont typeface="Arial"/>
              <a:buNone/>
              <a:defRPr sz="2400" b="1" i="0" u="none" cap="none">
                <a:solidFill>
                  <a:srgbClr val="ED4D2D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44" name="sanitized-shape-201">
            <a:extLst xmlns:a="http://schemas.openxmlformats.org/drawingml/2006/main">
              <a:ext uri="{FF2B5EF4-FFF2-40B4-BE49-F238E27FC236}">
                <a16:creationId xmlns:a16="http://schemas.microsoft.com/office/drawing/2014/main" id="{EFDCAC6D-429B-4E0D-A40B-E8623F49C57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59991" y="635634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31.xml><?xml version="1.0" encoding="utf-8"?>
<p:sldLayout xmlns:p="http://schemas.openxmlformats.org/presentationml/2006/main" matchingName="TITLE_AND_BODY_3">
  <p:cSld name="Sanitized Layout 03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6" name="sanitized-shape-202">
            <a:extLst xmlns:a="http://schemas.openxmlformats.org/drawingml/2006/main">
              <a:ext uri="{FF2B5EF4-FFF2-40B4-BE49-F238E27FC236}">
                <a16:creationId xmlns:a16="http://schemas.microsoft.com/office/drawing/2014/main" id="{E9693563-769C-488D-9584-7F16FC5E31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15496" y="593367"/>
            <a:ext cx="11358000" cy="76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121875" rIns="121875" bIns="121875" anchor="ctr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2pPr>
            <a:lvl3pPr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3pPr>
            <a:lvl4pPr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4pPr>
            <a:lvl5pPr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5pPr>
            <a:lvl6pPr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6pPr>
            <a:lvl7pPr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7pPr>
            <a:lvl8pPr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8pPr>
            <a:lvl9pPr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47" name="sanitized-shape-203">
            <a:extLst xmlns:a="http://schemas.openxmlformats.org/drawingml/2006/main">
              <a:ext uri="{FF2B5EF4-FFF2-40B4-BE49-F238E27FC236}">
                <a16:creationId xmlns:a16="http://schemas.microsoft.com/office/drawing/2014/main" id="{866C3965-346F-4A10-B10C-F21662D2C4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15496" y="1536633"/>
            <a:ext cx="11358000" cy="455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121875" rIns="121875" bIns="121875" anchor="ctr">
            <a:noAutofit/>
          </a:bodyPr>
          <a:lstStyle xmlns:a="http://schemas.openxmlformats.org/drawingml/2006/main">
            <a:lvl1pPr marL="45720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2pPr>
            <a:lvl3pPr marL="1371600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3pPr>
            <a:lvl4pPr marL="182880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4pPr>
            <a:lvl5pPr marL="2286000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5pPr>
            <a:lvl6pPr marL="2743200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6pPr>
            <a:lvl7pPr marL="320040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7pPr>
            <a:lvl8pPr marL="3657600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8pPr>
            <a:lvl9pPr marL="4114800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48" name="sanitized-shape-204">
            <a:extLst xmlns:a="http://schemas.openxmlformats.org/drawingml/2006/main">
              <a:ext uri="{FF2B5EF4-FFF2-40B4-BE49-F238E27FC236}">
                <a16:creationId xmlns:a16="http://schemas.microsoft.com/office/drawing/2014/main" id="{E28ABF59-9346-424A-AAAB-1DA4556DF36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3784" y="6217622"/>
            <a:ext cx="7314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51425" tIns="25700" rIns="51425" bIns="25700" anchor="ctr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cxnSp>
        <p:nvCxnSpPr>
          <p:cNvPr id="264" name="sanitized-shape-205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1" name="sanitized-shape-206">
            <a:extLst xmlns:a="http://schemas.openxmlformats.org/drawingml/2006/main">
              <a:ext uri="{FF2B5EF4-FFF2-40B4-BE49-F238E27FC236}">
                <a16:creationId xmlns:a16="http://schemas.microsoft.com/office/drawing/2014/main" id="{A70DF9C9-C29E-4990-BAC7-54A56085B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252" name="sanitized-shape-207">
            <a:extLst xmlns:a="http://schemas.openxmlformats.org/drawingml/2006/main">
              <a:ext uri="{FF2B5EF4-FFF2-40B4-BE49-F238E27FC236}">
                <a16:creationId xmlns:a16="http://schemas.microsoft.com/office/drawing/2014/main" id="{CAA67D28-2A81-4555-A8A7-2765A6DE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729" y="119094"/>
            <a:ext cx="107673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</p:spTree>
  </p:cSld>
</p:sldLayout>
</file>

<file path=ppt/slideLayouts/slideLayout32.xml><?xml version="1.0" encoding="utf-8"?>
<p:sldLayout xmlns:p="http://schemas.openxmlformats.org/presentationml/2006/main" matchingName="TITLE_AND_BODY_4">
  <p:cSld name="Sanitized Layout 03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4" name="sanitized-shape-208">
            <a:extLst xmlns:a="http://schemas.openxmlformats.org/drawingml/2006/main">
              <a:ext uri="{FF2B5EF4-FFF2-40B4-BE49-F238E27FC236}">
                <a16:creationId xmlns:a16="http://schemas.microsoft.com/office/drawing/2014/main" id="{4B8CBA39-1D68-4563-9A8A-1755AC8734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15496" y="593367"/>
            <a:ext cx="11358000" cy="76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121875" rIns="121875" bIns="121875" anchor="ctr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2pPr>
            <a:lvl3pPr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3pPr>
            <a:lvl4pPr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4pPr>
            <a:lvl5pPr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5pPr>
            <a:lvl6pPr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6pPr>
            <a:lvl7pPr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7pPr>
            <a:lvl8pPr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8pPr>
            <a:lvl9pPr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55" name="sanitized-shape-209">
            <a:extLst xmlns:a="http://schemas.openxmlformats.org/drawingml/2006/main">
              <a:ext uri="{FF2B5EF4-FFF2-40B4-BE49-F238E27FC236}">
                <a16:creationId xmlns:a16="http://schemas.microsoft.com/office/drawing/2014/main" id="{177AEA2B-1438-414D-891F-13BA0D79E85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15496" y="1536633"/>
            <a:ext cx="11358000" cy="455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121875" rIns="121875" bIns="121875" anchor="ctr">
            <a:noAutofit/>
          </a:bodyPr>
          <a:lstStyle xmlns:a="http://schemas.openxmlformats.org/drawingml/2006/main">
            <a:lvl1pPr marL="45720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2pPr>
            <a:lvl3pPr marL="1371600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3pPr>
            <a:lvl4pPr marL="182880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4pPr>
            <a:lvl5pPr marL="2286000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5pPr>
            <a:lvl6pPr marL="2743200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6pPr>
            <a:lvl7pPr marL="320040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7pPr>
            <a:lvl8pPr marL="3657600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8pPr>
            <a:lvl9pPr marL="4114800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56" name="sanitized-shape-210">
            <a:extLst xmlns:a="http://schemas.openxmlformats.org/drawingml/2006/main">
              <a:ext uri="{FF2B5EF4-FFF2-40B4-BE49-F238E27FC236}">
                <a16:creationId xmlns:a16="http://schemas.microsoft.com/office/drawing/2014/main" id="{5D5FB454-0D4E-474F-A26B-EA52ED15441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3784" y="6217622"/>
            <a:ext cx="7314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51425" tIns="25700" rIns="51425" bIns="25700" anchor="ctr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cxnSp>
        <p:nvCxnSpPr>
          <p:cNvPr id="272" name="sanitized-shape-211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9" name="sanitized-shape-212">
            <a:extLst xmlns:a="http://schemas.openxmlformats.org/drawingml/2006/main">
              <a:ext uri="{FF2B5EF4-FFF2-40B4-BE49-F238E27FC236}">
                <a16:creationId xmlns:a16="http://schemas.microsoft.com/office/drawing/2014/main" id="{C1B80E7D-0EC9-487F-BB0E-B4F3707FA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260" name="sanitized-shape-213">
            <a:extLst xmlns:a="http://schemas.openxmlformats.org/drawingml/2006/main">
              <a:ext uri="{FF2B5EF4-FFF2-40B4-BE49-F238E27FC236}">
                <a16:creationId xmlns:a16="http://schemas.microsoft.com/office/drawing/2014/main" id="{900F8832-883A-4B37-9753-75EC0B538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729" y="119094"/>
            <a:ext cx="107673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</p:spTree>
  </p:cSld>
</p:sldLayout>
</file>

<file path=ppt/slideLayouts/slideLayout33.xml><?xml version="1.0" encoding="utf-8"?>
<p:sldLayout xmlns:p="http://schemas.openxmlformats.org/presentationml/2006/main" matchingName="TITLE_AND_BODY_5">
  <p:cSld name="Sanitized Layout 03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2" name="sanitized-shape-214">
            <a:extLst xmlns:a="http://schemas.openxmlformats.org/drawingml/2006/main">
              <a:ext uri="{FF2B5EF4-FFF2-40B4-BE49-F238E27FC236}">
                <a16:creationId xmlns:a16="http://schemas.microsoft.com/office/drawing/2014/main" id="{C581EB76-D6F5-4467-A859-C263203BFA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15496" y="593367"/>
            <a:ext cx="11358000" cy="76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121875" rIns="121875" bIns="121875" anchor="ctr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2pPr>
            <a:lvl3pPr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3pPr>
            <a:lvl4pPr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4pPr>
            <a:lvl5pPr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5pPr>
            <a:lvl6pPr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6pPr>
            <a:lvl7pPr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7pPr>
            <a:lvl8pPr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8pPr>
            <a:lvl9pPr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63" name="sanitized-shape-215">
            <a:extLst xmlns:a="http://schemas.openxmlformats.org/drawingml/2006/main">
              <a:ext uri="{FF2B5EF4-FFF2-40B4-BE49-F238E27FC236}">
                <a16:creationId xmlns:a16="http://schemas.microsoft.com/office/drawing/2014/main" id="{E2730F98-CE82-4597-8D89-1E5968950CF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15496" y="1536633"/>
            <a:ext cx="11358000" cy="455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121875" rIns="121875" bIns="121875" anchor="ctr">
            <a:noAutofit/>
          </a:bodyPr>
          <a:lstStyle xmlns:a="http://schemas.openxmlformats.org/drawingml/2006/main">
            <a:lvl1pPr marL="45720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2pPr>
            <a:lvl3pPr marL="1371600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3pPr>
            <a:lvl4pPr marL="182880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4pPr>
            <a:lvl5pPr marL="2286000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5pPr>
            <a:lvl6pPr marL="2743200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6pPr>
            <a:lvl7pPr marL="320040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7pPr>
            <a:lvl8pPr marL="3657600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8pPr>
            <a:lvl9pPr marL="4114800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64" name="sanitized-shape-216">
            <a:extLst xmlns:a="http://schemas.openxmlformats.org/drawingml/2006/main">
              <a:ext uri="{FF2B5EF4-FFF2-40B4-BE49-F238E27FC236}">
                <a16:creationId xmlns:a16="http://schemas.microsoft.com/office/drawing/2014/main" id="{63A405A5-038A-4506-9C98-5177BC1BA6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3784" y="6217622"/>
            <a:ext cx="7314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51425" tIns="25700" rIns="51425" bIns="25700" anchor="ctr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cxnSp>
        <p:nvCxnSpPr>
          <p:cNvPr id="280" name="sanitized-shape-217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7" name="sanitized-shape-218">
            <a:extLst xmlns:a="http://schemas.openxmlformats.org/drawingml/2006/main">
              <a:ext uri="{FF2B5EF4-FFF2-40B4-BE49-F238E27FC236}">
                <a16:creationId xmlns:a16="http://schemas.microsoft.com/office/drawing/2014/main" id="{563FA9B1-63B3-4E2C-AE45-A0AB778E0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268" name="sanitized-shape-219">
            <a:extLst xmlns:a="http://schemas.openxmlformats.org/drawingml/2006/main">
              <a:ext uri="{FF2B5EF4-FFF2-40B4-BE49-F238E27FC236}">
                <a16:creationId xmlns:a16="http://schemas.microsoft.com/office/drawing/2014/main" id="{747BF1E4-3B40-44A1-9902-905C4A44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729" y="119094"/>
            <a:ext cx="107673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</p:spTree>
  </p:cSld>
</p:sldLayout>
</file>

<file path=ppt/slideLayouts/slideLayout34.xml><?xml version="1.0" encoding="utf-8"?>
<p:sldLayout xmlns:p="http://schemas.openxmlformats.org/presentationml/2006/main" matchingName="2_Standard header only 4">
  <p:cSld name="Sanitized Layout 035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77" name="sanitized-shape-220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2" name="sanitized-shape-221">
            <a:extLst xmlns:a="http://schemas.openxmlformats.org/drawingml/2006/main">
              <a:ext uri="{FF2B5EF4-FFF2-40B4-BE49-F238E27FC236}">
                <a16:creationId xmlns:a16="http://schemas.microsoft.com/office/drawing/2014/main" id="{1B0F0DB7-FE51-4E51-9656-2A9A47745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273" name="sanitized-shape-222">
            <a:extLst xmlns:a="http://schemas.openxmlformats.org/drawingml/2006/main">
              <a:ext uri="{FF2B5EF4-FFF2-40B4-BE49-F238E27FC236}">
                <a16:creationId xmlns:a16="http://schemas.microsoft.com/office/drawing/2014/main" id="{64A1A70D-C248-4621-91B3-4B2A19D304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4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None/>
              <a:defRPr sz="21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74" name="sanitized-shape-223">
            <a:extLst xmlns:a="http://schemas.openxmlformats.org/drawingml/2006/main">
              <a:ext uri="{FF2B5EF4-FFF2-40B4-BE49-F238E27FC236}">
                <a16:creationId xmlns:a16="http://schemas.microsoft.com/office/drawing/2014/main" id="{B60BE624-B35F-4B96-8749-8D72039B080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579509" y="6492800"/>
            <a:ext cx="6093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35.xml><?xml version="1.0" encoding="utf-8"?>
<p:sldLayout xmlns:p="http://schemas.openxmlformats.org/presentationml/2006/main" matchingName="2_Title and Content 3">
  <p:cSld name="Sanitized Layout 036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6" name="sanitized-shape-224">
            <a:extLst xmlns:a="http://schemas.openxmlformats.org/drawingml/2006/main">
              <a:ext uri="{FF2B5EF4-FFF2-40B4-BE49-F238E27FC236}">
                <a16:creationId xmlns:a16="http://schemas.microsoft.com/office/drawing/2014/main" id="{6C15AADE-E659-4526-971A-52ECBF334C0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7590" y="6356350"/>
            <a:ext cx="41139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1pPr>
            <a:lvl2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2pPr>
            <a:lvl3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3pPr>
            <a:lvl4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4pPr>
            <a:lvl5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5pPr>
            <a:lvl6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6pPr>
            <a:lvl7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7pPr>
            <a:lvl8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8pPr>
            <a:lvl9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9pPr>
          </a:lstStyle>
          <a:p xmlns:a="http://schemas.openxmlformats.org/drawingml/2006/main">
            <a:r>
              <a:t/>
            </a:r>
          </a:p>
        </p:txBody>
      </p:sp>
      <p:cxnSp>
        <p:nvCxnSpPr>
          <p:cNvPr id="286" name="sanitized-shape-225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9" name="sanitized-shape-226">
            <a:extLst xmlns:a="http://schemas.openxmlformats.org/drawingml/2006/main">
              <a:ext uri="{FF2B5EF4-FFF2-40B4-BE49-F238E27FC236}">
                <a16:creationId xmlns:a16="http://schemas.microsoft.com/office/drawing/2014/main" id="{4E96E270-1C8A-4FF4-944A-0A8E33EA4D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36416" y="101600"/>
            <a:ext cx="10741800" cy="58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ctr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  <a:defRPr sz="21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  <a:defRPr sz="2100"/>
            </a:lvl2pPr>
            <a:lvl3pPr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  <a:defRPr sz="2100"/>
            </a:lvl3pPr>
            <a:lvl4pPr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  <a:defRPr sz="2100"/>
            </a:lvl4pPr>
            <a:lvl5pPr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  <a:defRPr sz="2100"/>
            </a:lvl5pPr>
            <a:lvl6pPr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  <a:defRPr sz="2100"/>
            </a:lvl6pPr>
            <a:lvl7pPr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  <a:defRPr sz="2100"/>
            </a:lvl7pPr>
            <a:lvl8pPr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  <a:defRPr sz="2100"/>
            </a:lvl8pPr>
            <a:lvl9pPr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  <a:defRPr sz="2100"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80" name="sanitized-shape-227">
            <a:extLst xmlns:a="http://schemas.openxmlformats.org/drawingml/2006/main">
              <a:ext uri="{FF2B5EF4-FFF2-40B4-BE49-F238E27FC236}">
                <a16:creationId xmlns:a16="http://schemas.microsoft.com/office/drawing/2014/main" id="{EE38535C-F617-4C3A-98EB-8E476847E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5473" y="6356350"/>
            <a:ext cx="766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36.xml><?xml version="1.0" encoding="utf-8"?>
<p:sldLayout xmlns:p="http://schemas.openxmlformats.org/presentationml/2006/main" matchingName="2_Standard header only 1 5 11">
  <p:cSld name="Sanitized Layout 037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89" name="sanitized-shape-228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4" name="sanitized-shape-229">
            <a:extLst xmlns:a="http://schemas.openxmlformats.org/drawingml/2006/main">
              <a:ext uri="{FF2B5EF4-FFF2-40B4-BE49-F238E27FC236}">
                <a16:creationId xmlns:a16="http://schemas.microsoft.com/office/drawing/2014/main" id="{7C8FBA74-82D3-44C5-949F-FE29A441A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Calibri"/>
              <a:buNone/>
            </a:pPr>
            <a:r>
              <a:t/>
            </a:r>
          </a:p>
        </p:txBody>
      </p:sp>
      <p:sp>
        <p:nvSpPr>
          <p:cNvPr id="285" name="sanitized-shape-230">
            <a:extLst xmlns:a="http://schemas.openxmlformats.org/drawingml/2006/main">
              <a:ext uri="{FF2B5EF4-FFF2-40B4-BE49-F238E27FC236}">
                <a16:creationId xmlns:a16="http://schemas.microsoft.com/office/drawing/2014/main" id="{0E5DB250-23A4-486C-AA9B-6874A3B903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3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550" tIns="38550" rIns="38550" bIns="38550" anchor="b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sz="21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86" name="sanitized-shape-231">
            <a:extLst xmlns:a="http://schemas.openxmlformats.org/drawingml/2006/main">
              <a:ext uri="{FF2B5EF4-FFF2-40B4-BE49-F238E27FC236}">
                <a16:creationId xmlns:a16="http://schemas.microsoft.com/office/drawing/2014/main" id="{BB39A139-69A0-4669-BE6C-185A183E726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579509" y="6492800"/>
            <a:ext cx="6093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925" tIns="14475" rIns="28925" bIns="14475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37.xml><?xml version="1.0" encoding="utf-8"?>
<p:sldLayout xmlns:p="http://schemas.openxmlformats.org/presentationml/2006/main" matchingName="2_Standard header only 2">
  <p:cSld name="Sanitized Layout 038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96" name="sanitized-shape-232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0" name="sanitized-shape-233">
            <a:extLst xmlns:a="http://schemas.openxmlformats.org/drawingml/2006/main">
              <a:ext uri="{FF2B5EF4-FFF2-40B4-BE49-F238E27FC236}">
                <a16:creationId xmlns:a16="http://schemas.microsoft.com/office/drawing/2014/main" id="{D7A4801D-E8E0-4428-B946-D44A0D3E0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291" name="sanitized-shape-234">
            <a:extLst xmlns:a="http://schemas.openxmlformats.org/drawingml/2006/main">
              <a:ext uri="{FF2B5EF4-FFF2-40B4-BE49-F238E27FC236}">
                <a16:creationId xmlns:a16="http://schemas.microsoft.com/office/drawing/2014/main" id="{F44DF5CF-C023-46A7-B757-EC143D95A5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3"/>
            <a:ext cx="107673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92" name="sanitized-shape-235">
            <a:extLst xmlns:a="http://schemas.openxmlformats.org/drawingml/2006/main">
              <a:ext uri="{FF2B5EF4-FFF2-40B4-BE49-F238E27FC236}">
                <a16:creationId xmlns:a16="http://schemas.microsoft.com/office/drawing/2014/main" id="{FDA6A56F-CF8F-4716-B292-4AAB7022000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59991" y="635634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sp>
        <p:nvSpPr>
          <p:cNvPr id="293" name="sanitized-shape-236">
            <a:extLst xmlns:a="http://schemas.openxmlformats.org/drawingml/2006/main">
              <a:ext uri="{FF2B5EF4-FFF2-40B4-BE49-F238E27FC236}">
                <a16:creationId xmlns:a16="http://schemas.microsoft.com/office/drawing/2014/main" id="{4F9579FF-FBF9-4A55-992D-8BBB570326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0729" y="1244337"/>
            <a:ext cx="10767300" cy="38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2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743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3200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657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4114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</p:spTree>
  </p:cSld>
</p:sldLayout>
</file>

<file path=ppt/slideLayouts/slideLayout38.xml><?xml version="1.0" encoding="utf-8"?>
<p:sldLayout xmlns:p="http://schemas.openxmlformats.org/presentationml/2006/main" matchingName="2_Standard header only 15">
  <p:cSld name="Sanitized Layout 039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04" name="sanitized-shape-237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7" name="sanitized-shape-238">
            <a:extLst xmlns:a="http://schemas.openxmlformats.org/drawingml/2006/main">
              <a:ext uri="{FF2B5EF4-FFF2-40B4-BE49-F238E27FC236}">
                <a16:creationId xmlns:a16="http://schemas.microsoft.com/office/drawing/2014/main" id="{D6AC00C8-8639-4237-9AE9-FA63B2450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298" name="sanitized-shape-239">
            <a:extLst xmlns:a="http://schemas.openxmlformats.org/drawingml/2006/main">
              <a:ext uri="{FF2B5EF4-FFF2-40B4-BE49-F238E27FC236}">
                <a16:creationId xmlns:a16="http://schemas.microsoft.com/office/drawing/2014/main" id="{67FA4A02-18BA-40C3-8C89-CAF9F57E4B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4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99" name="sanitized-shape-240">
            <a:extLst xmlns:a="http://schemas.openxmlformats.org/drawingml/2006/main">
              <a:ext uri="{FF2B5EF4-FFF2-40B4-BE49-F238E27FC236}">
                <a16:creationId xmlns:a16="http://schemas.microsoft.com/office/drawing/2014/main" id="{28C5E124-21EA-4966-B701-0A7016B0EBD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59991" y="635634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sp>
        <p:nvSpPr>
          <p:cNvPr id="300" name="sanitized-shape-241">
            <a:extLst xmlns:a="http://schemas.openxmlformats.org/drawingml/2006/main">
              <a:ext uri="{FF2B5EF4-FFF2-40B4-BE49-F238E27FC236}">
                <a16:creationId xmlns:a16="http://schemas.microsoft.com/office/drawing/2014/main" id="{7572927F-482D-49FD-B046-2BC3C67D54E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0728" y="1244338"/>
            <a:ext cx="10767600" cy="38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743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3200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657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4114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01" name="sanitized-shape-242">
            <a:extLst xmlns:a="http://schemas.openxmlformats.org/drawingml/2006/main">
              <a:ext uri="{FF2B5EF4-FFF2-40B4-BE49-F238E27FC236}">
                <a16:creationId xmlns:a16="http://schemas.microsoft.com/office/drawing/2014/main" id="{89F19D16-2FA2-44B5-931C-E2614C525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8668" y="6415085"/>
            <a:ext cx="8882700" cy="24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9950" tIns="54700" rIns="89950" bIns="449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100"/>
              <a:buFont typeface="Times New Roman"/>
              <a:buNone/>
            </a:pPr>
            <a:r>
              <a:rPr sz="1100" b="0" i="0" u="none" cap="none">
                <a:solidFill>
                  <a:srgbClr val="80808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</p:cSld>
</p:sldLayout>
</file>

<file path=ppt/slideLayouts/slideLayout39.xml><?xml version="1.0" encoding="utf-8"?>
<p:sldLayout xmlns:p="http://schemas.openxmlformats.org/presentationml/2006/main" matchingName="TITLE_AND_BODY_6">
  <p:cSld name="Sanitized Layout 040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3" name="sanitized-shape-243">
            <a:extLst xmlns:a="http://schemas.openxmlformats.org/drawingml/2006/main">
              <a:ext uri="{FF2B5EF4-FFF2-40B4-BE49-F238E27FC236}">
                <a16:creationId xmlns:a16="http://schemas.microsoft.com/office/drawing/2014/main" id="{91AEF795-E712-46CD-BA52-F1DB3435FD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15496" y="593367"/>
            <a:ext cx="11358000" cy="76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121875" rIns="121875" bIns="121875" anchor="ctr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2pPr>
            <a:lvl3pPr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3pPr>
            <a:lvl4pPr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4pPr>
            <a:lvl5pPr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5pPr>
            <a:lvl6pPr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6pPr>
            <a:lvl7pPr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7pPr>
            <a:lvl8pPr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8pPr>
            <a:lvl9pPr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04" name="sanitized-shape-244">
            <a:extLst xmlns:a="http://schemas.openxmlformats.org/drawingml/2006/main">
              <a:ext uri="{FF2B5EF4-FFF2-40B4-BE49-F238E27FC236}">
                <a16:creationId xmlns:a16="http://schemas.microsoft.com/office/drawing/2014/main" id="{878D5F57-E9F2-41D4-81ED-ADAAF7174E6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15496" y="1536633"/>
            <a:ext cx="11358000" cy="455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121875" rIns="121875" bIns="121875" anchor="ctr">
            <a:noAutofit/>
          </a:bodyPr>
          <a:lstStyle xmlns:a="http://schemas.openxmlformats.org/drawingml/2006/main">
            <a:lvl1pPr marL="45720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2pPr>
            <a:lvl3pPr marL="1371600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3pPr>
            <a:lvl4pPr marL="182880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4pPr>
            <a:lvl5pPr marL="2286000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5pPr>
            <a:lvl6pPr marL="2743200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6pPr>
            <a:lvl7pPr marL="320040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7pPr>
            <a:lvl8pPr marL="3657600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8pPr>
            <a:lvl9pPr marL="4114800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05" name="sanitized-shape-245">
            <a:extLst xmlns:a="http://schemas.openxmlformats.org/drawingml/2006/main">
              <a:ext uri="{FF2B5EF4-FFF2-40B4-BE49-F238E27FC236}">
                <a16:creationId xmlns:a16="http://schemas.microsoft.com/office/drawing/2014/main" id="{D1F131CD-B9CB-4C74-8714-35B81720EEB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3784" y="6217622"/>
            <a:ext cx="7314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51425" tIns="25700" rIns="51425" bIns="25700" anchor="ctr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cxnSp>
        <p:nvCxnSpPr>
          <p:cNvPr id="321" name="sanitized-shape-246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8" name="sanitized-shape-247">
            <a:extLst xmlns:a="http://schemas.openxmlformats.org/drawingml/2006/main">
              <a:ext uri="{FF2B5EF4-FFF2-40B4-BE49-F238E27FC236}">
                <a16:creationId xmlns:a16="http://schemas.microsoft.com/office/drawing/2014/main" id="{1805F2FC-4D26-482B-9516-323E0890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309" name="sanitized-shape-248">
            <a:extLst xmlns:a="http://schemas.openxmlformats.org/drawingml/2006/main">
              <a:ext uri="{FF2B5EF4-FFF2-40B4-BE49-F238E27FC236}">
                <a16:creationId xmlns:a16="http://schemas.microsoft.com/office/drawing/2014/main" id="{DE02F5C5-38ED-44A8-A8FC-BAE1768B4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729" y="119094"/>
            <a:ext cx="107673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</p:spTree>
  </p:cSld>
</p:sldLayout>
</file>

<file path=ppt/slideLayouts/slideLayout40.xml><?xml version="1.0" encoding="utf-8"?>
<p:sldLayout xmlns:p="http://schemas.openxmlformats.org/presentationml/2006/main" showMasterSp="0" matchingName="1_Title Slide">
  <p:cSld name="Sanitized Layout 04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2" name="sanitized-shape-249">
            <a:extLst xmlns:a="http://schemas.openxmlformats.org/drawingml/2006/main">
              <a:ext uri="{FF2B5EF4-FFF2-40B4-BE49-F238E27FC236}">
                <a16:creationId xmlns:a16="http://schemas.microsoft.com/office/drawing/2014/main" id="{A26A3D28-60FE-4FEF-B788-2F727286ED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47957" y="2875172"/>
            <a:ext cx="10734600" cy="141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650" tIns="45650" rIns="45650" bIns="45650" anchor="b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/>
            </a:lvl1pPr>
            <a:lvl2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None/>
              <a:defRPr/>
            </a:lvl2pPr>
            <a:lvl3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None/>
              <a:defRPr/>
            </a:lvl3pPr>
            <a:lvl4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None/>
              <a:defRPr/>
            </a:lvl4pPr>
            <a:lvl5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None/>
              <a:defRPr/>
            </a:lvl5pPr>
            <a:lvl6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None/>
              <a:defRPr/>
            </a:lvl6pPr>
            <a:lvl7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None/>
              <a:defRPr/>
            </a:lvl7pPr>
            <a:lvl8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None/>
              <a:defRPr/>
            </a:lvl8pPr>
            <a:lvl9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None/>
              <a:defRPr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13" name="sanitized-shape-250">
            <a:extLst xmlns:a="http://schemas.openxmlformats.org/drawingml/2006/main">
              <a:ext uri="{FF2B5EF4-FFF2-40B4-BE49-F238E27FC236}">
                <a16:creationId xmlns:a16="http://schemas.microsoft.com/office/drawing/2014/main" id="{FCE27E02-7023-4335-BC17-1087DAD86BC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47957" y="4287404"/>
            <a:ext cx="10734600" cy="55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650" tIns="45650" rIns="45650" bIns="45650" anchor="t">
            <a:normAutofit/>
          </a:bodyPr>
          <a:lstStyle xmlns:a="http://schemas.openxmlformats.org/drawingml/2006/main">
            <a:lvl1pPr marL="457200" indent="-228600" algn="ctr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rgbClr val="767171"/>
              </a:buClr>
              <a:buSzPts val="2000"/>
              <a:buFont typeface="Arial"/>
              <a:buNone/>
              <a:defRPr sz="2000">
                <a:solidFill>
                  <a:srgbClr val="767171"/>
                </a:solidFill>
              </a:defRPr>
            </a:lvl1pPr>
            <a:lvl2pPr marL="914400" indent="-228600" algn="ctr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rgbClr val="767171"/>
              </a:buClr>
              <a:buSzPts val="2000"/>
              <a:buFont typeface="Arial"/>
              <a:buNone/>
              <a:defRPr sz="2000">
                <a:solidFill>
                  <a:srgbClr val="767171"/>
                </a:solidFill>
              </a:defRPr>
            </a:lvl2pPr>
            <a:lvl3pPr marL="1371600" indent="-228600" algn="ctr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rgbClr val="767171"/>
              </a:buClr>
              <a:buSzPts val="2000"/>
              <a:buFont typeface="Arial"/>
              <a:buNone/>
              <a:defRPr sz="2000">
                <a:solidFill>
                  <a:srgbClr val="767171"/>
                </a:solidFill>
              </a:defRPr>
            </a:lvl3pPr>
            <a:lvl4pPr marL="1828800" indent="-228600" algn="ctr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rgbClr val="767171"/>
              </a:buClr>
              <a:buSzPts val="2000"/>
              <a:buFont typeface="Arial"/>
              <a:buNone/>
              <a:defRPr sz="2000">
                <a:solidFill>
                  <a:srgbClr val="767171"/>
                </a:solidFill>
              </a:defRPr>
            </a:lvl4pPr>
            <a:lvl5pPr marL="2286000" indent="-228600" algn="ctr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rgbClr val="767171"/>
              </a:buClr>
              <a:buSzPts val="2000"/>
              <a:buFont typeface="Arial"/>
              <a:buNone/>
              <a:defRPr sz="2000">
                <a:solidFill>
                  <a:srgbClr val="767171"/>
                </a:solidFill>
              </a:defRPr>
            </a:lvl5pPr>
            <a:lvl6pPr marL="27432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6pPr>
            <a:lvl7pPr marL="32004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7pPr>
            <a:lvl8pPr marL="36576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8pPr>
            <a:lvl9pPr marL="41148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14" name="sanitized-shape-251">
            <a:extLst xmlns:a="http://schemas.openxmlformats.org/drawingml/2006/main">
              <a:ext uri="{FF2B5EF4-FFF2-40B4-BE49-F238E27FC236}">
                <a16:creationId xmlns:a16="http://schemas.microsoft.com/office/drawing/2014/main" id="{ABF83428-1E1A-4043-BC69-EA7BEC969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71359"/>
            <a:ext cx="12189000" cy="112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4D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45700" rIns="45700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</a:p>
        </p:txBody>
      </p:sp>
      <p:sp>
        <p:nvSpPr>
          <p:cNvPr id="315" name="sanitized-shape-252">
            <a:extLst xmlns:a="http://schemas.openxmlformats.org/drawingml/2006/main">
              <a:ext uri="{FF2B5EF4-FFF2-40B4-BE49-F238E27FC236}">
                <a16:creationId xmlns:a16="http://schemas.microsoft.com/office/drawing/2014/main" id="{B54F97CD-BEA0-45A0-BE86-AD6FDBF5010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5891326" y="6217871"/>
            <a:ext cx="2844000" cy="27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45700" rIns="45700" bIns="45700" anchor="ctr">
            <a:sp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41.xml><?xml version="1.0" encoding="utf-8"?>
<p:sldLayout xmlns:p="http://schemas.openxmlformats.org/presentationml/2006/main" matchingName="Title and Content 51">
  <p:cSld name="Sanitized Layout 042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24" name="sanitized-shape-253"/>
          <p:cNvCxnSpPr/>
          <p:nvPr/>
        </p:nvCxnSpPr>
        <p:spPr>
          <a:xfrm xmlns:a="http://schemas.openxmlformats.org/drawingml/2006/main">
            <a:off x="3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18" name="sanitized-shape-254">
            <a:extLst xmlns:a="http://schemas.openxmlformats.org/drawingml/2006/main">
              <a:ext uri="{FF2B5EF4-FFF2-40B4-BE49-F238E27FC236}">
                <a16:creationId xmlns:a16="http://schemas.microsoft.com/office/drawing/2014/main" id="{C404E725-F505-4085-946D-6C2420B79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320" name="sanitized-shape-255">
            <a:extLst xmlns:a="http://schemas.openxmlformats.org/drawingml/2006/main">
              <a:ext uri="{FF2B5EF4-FFF2-40B4-BE49-F238E27FC236}">
                <a16:creationId xmlns:a16="http://schemas.microsoft.com/office/drawing/2014/main" id="{97E86EF6-1BA0-4E53-8E14-0664BD89A1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3"/>
            <a:ext cx="107673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21" name="sanitized-shape-256">
            <a:extLst xmlns:a="http://schemas.openxmlformats.org/drawingml/2006/main">
              <a:ext uri="{FF2B5EF4-FFF2-40B4-BE49-F238E27FC236}">
                <a16:creationId xmlns:a16="http://schemas.microsoft.com/office/drawing/2014/main" id="{A5E93528-58CD-4C79-8DA7-851B99B11E7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456211" y="6571221"/>
            <a:ext cx="659400" cy="3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t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A5A5A5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A5A5A5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A5A5A5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A5A5A5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A5A5A5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A5A5A5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A5A5A5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A5A5A5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A5A5A5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42.xml><?xml version="1.0" encoding="utf-8"?>
<p:sldLayout xmlns:p="http://schemas.openxmlformats.org/presentationml/2006/main" matchingName="2_Standard header only1">
  <p:cSld name="Sanitized Layout 043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32" name="sanitized-shape-257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5" name="sanitized-shape-258">
            <a:extLst xmlns:a="http://schemas.openxmlformats.org/drawingml/2006/main">
              <a:ext uri="{FF2B5EF4-FFF2-40B4-BE49-F238E27FC236}">
                <a16:creationId xmlns:a16="http://schemas.microsoft.com/office/drawing/2014/main" id="{D58F0A97-E549-4F6E-A891-7852A0D19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326" name="sanitized-shape-259">
            <a:extLst xmlns:a="http://schemas.openxmlformats.org/drawingml/2006/main">
              <a:ext uri="{FF2B5EF4-FFF2-40B4-BE49-F238E27FC236}">
                <a16:creationId xmlns:a16="http://schemas.microsoft.com/office/drawing/2014/main" id="{27D1570B-4789-4502-AD46-ADC55BCD82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4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27" name="sanitized-shape-260">
            <a:extLst xmlns:a="http://schemas.openxmlformats.org/drawingml/2006/main">
              <a:ext uri="{FF2B5EF4-FFF2-40B4-BE49-F238E27FC236}">
                <a16:creationId xmlns:a16="http://schemas.microsoft.com/office/drawing/2014/main" id="{C6C3CC88-E01A-4841-AC25-24775DE93FE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59991" y="635634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sp>
        <p:nvSpPr>
          <p:cNvPr id="328" name="sanitized-shape-261">
            <a:extLst xmlns:a="http://schemas.openxmlformats.org/drawingml/2006/main">
              <a:ext uri="{FF2B5EF4-FFF2-40B4-BE49-F238E27FC236}">
                <a16:creationId xmlns:a16="http://schemas.microsoft.com/office/drawing/2014/main" id="{F1F609F6-37EF-41B6-8014-A66E2150607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0728" y="1244338"/>
            <a:ext cx="10767600" cy="38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743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3200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657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4114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29" name="sanitized-shape-262">
            <a:extLst xmlns:a="http://schemas.openxmlformats.org/drawingml/2006/main">
              <a:ext uri="{FF2B5EF4-FFF2-40B4-BE49-F238E27FC236}">
                <a16:creationId xmlns:a16="http://schemas.microsoft.com/office/drawing/2014/main" id="{25A3AAEA-8B3F-46E6-977E-CFF38F473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8668" y="6415085"/>
            <a:ext cx="8882700" cy="24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9950" tIns="54700" rIns="89950" bIns="449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100"/>
              <a:buFont typeface="Times New Roman"/>
              <a:buNone/>
            </a:pPr>
            <a:r>
              <a:rPr sz="1100" b="0" i="0" u="none" cap="none">
                <a:solidFill>
                  <a:srgbClr val="80808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</p:cSld>
</p:sldLayout>
</file>

<file path=ppt/slideLayouts/slideLayout43.xml><?xml version="1.0" encoding="utf-8"?>
<p:sldLayout xmlns:p="http://schemas.openxmlformats.org/presentationml/2006/main" matchingName="Content 1">
  <p:cSld name="Sanitized Layout 04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1" name="sanitized-shape-263">
            <a:extLst xmlns:a="http://schemas.openxmlformats.org/drawingml/2006/main">
              <a:ext uri="{FF2B5EF4-FFF2-40B4-BE49-F238E27FC236}">
                <a16:creationId xmlns:a16="http://schemas.microsoft.com/office/drawing/2014/main" id="{E0BE208E-AD25-4204-8228-B25122E96E6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7631" y="6356351"/>
            <a:ext cx="41139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cxnSp>
        <p:nvCxnSpPr>
          <p:cNvPr id="342" name="sanitized-shape-264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34" name="sanitized-shape-265">
            <a:extLst xmlns:a="http://schemas.openxmlformats.org/drawingml/2006/main">
              <a:ext uri="{FF2B5EF4-FFF2-40B4-BE49-F238E27FC236}">
                <a16:creationId xmlns:a16="http://schemas.microsoft.com/office/drawing/2014/main" id="{9EFB8B5E-0AC7-4A24-BDF0-B2FD10AA80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36424" y="101600"/>
            <a:ext cx="10741800" cy="58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35" name="sanitized-shape-266">
            <a:extLst xmlns:a="http://schemas.openxmlformats.org/drawingml/2006/main">
              <a:ext uri="{FF2B5EF4-FFF2-40B4-BE49-F238E27FC236}">
                <a16:creationId xmlns:a16="http://schemas.microsoft.com/office/drawing/2014/main" id="{964514F4-38EB-451D-B969-F2770505A7A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36424" y="1741999"/>
            <a:ext cx="10741800" cy="43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marR="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●"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L="914400" marR="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○"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1371600" marR="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■"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1828800" marR="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●"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2286000" marR="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○"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743200" marR="0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■"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3200400" marR="0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●"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657600" marR="0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○"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4114800" marR="0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■"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36" name="sanitized-shape-267">
            <a:extLst xmlns:a="http://schemas.openxmlformats.org/drawingml/2006/main">
              <a:ext uri="{FF2B5EF4-FFF2-40B4-BE49-F238E27FC236}">
                <a16:creationId xmlns:a16="http://schemas.microsoft.com/office/drawing/2014/main" id="{827FC3A7-A39A-474A-8BA5-BA619A846E4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5588" y="6356351"/>
            <a:ext cx="766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44.xml><?xml version="1.0" encoding="utf-8"?>
<p:sldLayout xmlns:p="http://schemas.openxmlformats.org/presentationml/2006/main" matchingName="2_Standard header only11 1">
  <p:cSld name="Sanitized Layout 045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46" name="sanitized-shape-268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40" name="sanitized-shape-269">
            <a:extLst xmlns:a="http://schemas.openxmlformats.org/drawingml/2006/main">
              <a:ext uri="{FF2B5EF4-FFF2-40B4-BE49-F238E27FC236}">
                <a16:creationId xmlns:a16="http://schemas.microsoft.com/office/drawing/2014/main" id="{DF5297D3-AB71-41D7-971E-181A0FF8D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341" name="sanitized-shape-270">
            <a:extLst xmlns:a="http://schemas.openxmlformats.org/drawingml/2006/main">
              <a:ext uri="{FF2B5EF4-FFF2-40B4-BE49-F238E27FC236}">
                <a16:creationId xmlns:a16="http://schemas.microsoft.com/office/drawing/2014/main" id="{4E20CBB8-4FFF-449D-B19F-63803E8748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4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42" name="sanitized-shape-271">
            <a:extLst xmlns:a="http://schemas.openxmlformats.org/drawingml/2006/main">
              <a:ext uri="{FF2B5EF4-FFF2-40B4-BE49-F238E27FC236}">
                <a16:creationId xmlns:a16="http://schemas.microsoft.com/office/drawing/2014/main" id="{5D7506AA-BE43-4037-8C1B-E816453E555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59991" y="635634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sp>
        <p:nvSpPr>
          <p:cNvPr id="343" name="sanitized-shape-272">
            <a:extLst xmlns:a="http://schemas.openxmlformats.org/drawingml/2006/main">
              <a:ext uri="{FF2B5EF4-FFF2-40B4-BE49-F238E27FC236}">
                <a16:creationId xmlns:a16="http://schemas.microsoft.com/office/drawing/2014/main" id="{B38F4E55-26BB-48B5-A873-6344F6BF7E9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0728" y="1244338"/>
            <a:ext cx="10767600" cy="38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743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3200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657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4114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</p:spTree>
  </p:cSld>
</p:sldLayout>
</file>

<file path=ppt/slideLayouts/slideLayout45.xml><?xml version="1.0" encoding="utf-8"?>
<p:sldLayout xmlns:p="http://schemas.openxmlformats.org/presentationml/2006/main" matchingName="Title slide" type="title">
  <p:cSld name="Sanitized Layout 047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9" name="sanitized-shape-276">
            <a:extLst xmlns:a="http://schemas.openxmlformats.org/drawingml/2006/main">
              <a:ext uri="{FF2B5EF4-FFF2-40B4-BE49-F238E27FC236}">
                <a16:creationId xmlns:a16="http://schemas.microsoft.com/office/drawing/2014/main" id="{3233F472-FF08-4BB4-9C3B-60468A55E89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415507" y="992767"/>
            <a:ext cx="11358000" cy="2736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50" name="sanitized-shape-277">
            <a:extLst xmlns:a="http://schemas.openxmlformats.org/drawingml/2006/main">
              <a:ext uri="{FF2B5EF4-FFF2-40B4-BE49-F238E27FC236}">
                <a16:creationId xmlns:a16="http://schemas.microsoft.com/office/drawing/2014/main" id="{BC8B17A1-3544-4FC3-980D-0BDDAC8AE9B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15496" y="3778833"/>
            <a:ext cx="11358000" cy="1056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51" name="sanitized-shape-278">
            <a:extLst xmlns:a="http://schemas.openxmlformats.org/drawingml/2006/main">
              <a:ext uri="{FF2B5EF4-FFF2-40B4-BE49-F238E27FC236}">
                <a16:creationId xmlns:a16="http://schemas.microsoft.com/office/drawing/2014/main" id="{B928DC21-08FF-4ED8-AB20-7747F872528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3784" y="6217622"/>
            <a:ext cx="7314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46.xml><?xml version="1.0" encoding="utf-8"?>
<p:sldLayout xmlns:p="http://schemas.openxmlformats.org/presentationml/2006/main" matchingName="Section header" type="secHead">
  <p:cSld name="Sanitized Layout 048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3" name="sanitized-shape-279">
            <a:extLst xmlns:a="http://schemas.openxmlformats.org/drawingml/2006/main">
              <a:ext uri="{FF2B5EF4-FFF2-40B4-BE49-F238E27FC236}">
                <a16:creationId xmlns:a16="http://schemas.microsoft.com/office/drawing/2014/main" id="{D7B6C9DB-DABB-44A7-94E1-01653DFE1C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15496" y="2867800"/>
            <a:ext cx="11358000" cy="112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54" name="sanitized-shape-280">
            <a:extLst xmlns:a="http://schemas.openxmlformats.org/drawingml/2006/main">
              <a:ext uri="{FF2B5EF4-FFF2-40B4-BE49-F238E27FC236}">
                <a16:creationId xmlns:a16="http://schemas.microsoft.com/office/drawing/2014/main" id="{576D72EC-085A-451F-B575-1327882CC5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3784" y="6217622"/>
            <a:ext cx="7314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47.xml><?xml version="1.0" encoding="utf-8"?>
<p:sldLayout xmlns:p="http://schemas.openxmlformats.org/presentationml/2006/main" matchingName="Title and body">
  <p:cSld name="Sanitized Layout 049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6" name="sanitized-shape-281">
            <a:extLst xmlns:a="http://schemas.openxmlformats.org/drawingml/2006/main">
              <a:ext uri="{FF2B5EF4-FFF2-40B4-BE49-F238E27FC236}">
                <a16:creationId xmlns:a16="http://schemas.microsoft.com/office/drawing/2014/main" id="{5F65217E-50C9-4615-851B-03BDAFA8DE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15496" y="593367"/>
            <a:ext cx="11358000" cy="7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57" name="sanitized-shape-282">
            <a:extLst xmlns:a="http://schemas.openxmlformats.org/drawingml/2006/main">
              <a:ext uri="{FF2B5EF4-FFF2-40B4-BE49-F238E27FC236}">
                <a16:creationId xmlns:a16="http://schemas.microsoft.com/office/drawing/2014/main" id="{27C04D7A-6E04-4A7B-86F7-14559DE6D06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15496" y="1536633"/>
            <a:ext cx="11358000" cy="455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t">
            <a:normAutofit/>
          </a:bodyPr>
          <a:lstStyle xmlns:a="http://schemas.openxmlformats.org/drawingml/2006/main">
            <a:lvl1pPr marL="45720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58" name="sanitized-shape-283">
            <a:extLst xmlns:a="http://schemas.openxmlformats.org/drawingml/2006/main">
              <a:ext uri="{FF2B5EF4-FFF2-40B4-BE49-F238E27FC236}">
                <a16:creationId xmlns:a16="http://schemas.microsoft.com/office/drawing/2014/main" id="{1ADDA83A-B1D1-4AAA-A85C-E1B94D88060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3784" y="6217622"/>
            <a:ext cx="7314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48.xml><?xml version="1.0" encoding="utf-8"?>
<p:sldLayout xmlns:p="http://schemas.openxmlformats.org/presentationml/2006/main" matchingName="Title and two columns">
  <p:cSld name="Sanitized Layout 050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0" name="sanitized-shape-284">
            <a:extLst xmlns:a="http://schemas.openxmlformats.org/drawingml/2006/main">
              <a:ext uri="{FF2B5EF4-FFF2-40B4-BE49-F238E27FC236}">
                <a16:creationId xmlns:a16="http://schemas.microsoft.com/office/drawing/2014/main" id="{6E8F5702-A650-4A98-BAA1-A7C5EC7AF7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15496" y="593367"/>
            <a:ext cx="11358000" cy="7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61" name="sanitized-shape-285">
            <a:extLst xmlns:a="http://schemas.openxmlformats.org/drawingml/2006/main">
              <a:ext uri="{FF2B5EF4-FFF2-40B4-BE49-F238E27FC236}">
                <a16:creationId xmlns:a16="http://schemas.microsoft.com/office/drawing/2014/main" id="{2738A21E-21C6-4423-A70A-B855549B78F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15496" y="1536633"/>
            <a:ext cx="5331900" cy="455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t">
            <a:normAutofit/>
          </a:bodyPr>
          <a:lstStyle xmlns:a="http://schemas.openxmlformats.org/drawingml/2006/main">
            <a:lvl1pPr marL="45720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62" name="sanitized-shape-286">
            <a:extLst xmlns:a="http://schemas.openxmlformats.org/drawingml/2006/main">
              <a:ext uri="{FF2B5EF4-FFF2-40B4-BE49-F238E27FC236}">
                <a16:creationId xmlns:a16="http://schemas.microsoft.com/office/drawing/2014/main" id="{8A7E2451-7D5E-426E-8BEB-9DEADA9E845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41588" y="1536633"/>
            <a:ext cx="5331900" cy="455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t">
            <a:normAutofit/>
          </a:bodyPr>
          <a:lstStyle xmlns:a="http://schemas.openxmlformats.org/drawingml/2006/main">
            <a:lvl1pPr marL="45720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63" name="sanitized-shape-287">
            <a:extLst xmlns:a="http://schemas.openxmlformats.org/drawingml/2006/main">
              <a:ext uri="{FF2B5EF4-FFF2-40B4-BE49-F238E27FC236}">
                <a16:creationId xmlns:a16="http://schemas.microsoft.com/office/drawing/2014/main" id="{BEC711A5-661E-4C38-8A79-4CB4DD27E08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3784" y="6217622"/>
            <a:ext cx="7314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49.xml><?xml version="1.0" encoding="utf-8"?>
<p:sldLayout xmlns:p="http://schemas.openxmlformats.org/presentationml/2006/main" matchingName="Title only" type="titleOnly">
  <p:cSld name="Sanitized Layout 05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5" name="sanitized-shape-288">
            <a:extLst xmlns:a="http://schemas.openxmlformats.org/drawingml/2006/main">
              <a:ext uri="{FF2B5EF4-FFF2-40B4-BE49-F238E27FC236}">
                <a16:creationId xmlns:a16="http://schemas.microsoft.com/office/drawing/2014/main" id="{EBDB8D6E-EB67-46D1-891E-10F6EE651F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15496" y="593367"/>
            <a:ext cx="11358000" cy="7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66" name="sanitized-shape-289">
            <a:extLst xmlns:a="http://schemas.openxmlformats.org/drawingml/2006/main">
              <a:ext uri="{FF2B5EF4-FFF2-40B4-BE49-F238E27FC236}">
                <a16:creationId xmlns:a16="http://schemas.microsoft.com/office/drawing/2014/main" id="{F1770F38-7E6B-4071-A80C-41C7590148B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3784" y="6217622"/>
            <a:ext cx="7314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50.xml><?xml version="1.0" encoding="utf-8"?>
<p:sldLayout xmlns:p="http://schemas.openxmlformats.org/presentationml/2006/main" matchingName="One column text">
  <p:cSld name="Sanitized Layout 05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8" name="sanitized-shape-290">
            <a:extLst xmlns:a="http://schemas.openxmlformats.org/drawingml/2006/main">
              <a:ext uri="{FF2B5EF4-FFF2-40B4-BE49-F238E27FC236}">
                <a16:creationId xmlns:a16="http://schemas.microsoft.com/office/drawing/2014/main" id="{8513C94A-3A38-4817-B593-324493492D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15496" y="740800"/>
            <a:ext cx="3743100" cy="100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b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69" name="sanitized-shape-291">
            <a:extLst xmlns:a="http://schemas.openxmlformats.org/drawingml/2006/main">
              <a:ext uri="{FF2B5EF4-FFF2-40B4-BE49-F238E27FC236}">
                <a16:creationId xmlns:a16="http://schemas.microsoft.com/office/drawing/2014/main" id="{4530CDBB-C62A-4503-BAD8-81455DC852A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15496" y="1852800"/>
            <a:ext cx="3743100" cy="4239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t">
            <a:normAutofit/>
          </a:bodyPr>
          <a:lstStyle xmlns:a="http://schemas.openxmlformats.org/drawingml/2006/main">
            <a:lvl1pPr marL="45720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70" name="sanitized-shape-292">
            <a:extLst xmlns:a="http://schemas.openxmlformats.org/drawingml/2006/main">
              <a:ext uri="{FF2B5EF4-FFF2-40B4-BE49-F238E27FC236}">
                <a16:creationId xmlns:a16="http://schemas.microsoft.com/office/drawing/2014/main" id="{FC0BC267-2FFE-4E32-95AC-EA70AA9C83A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3784" y="6217622"/>
            <a:ext cx="7314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51.xml><?xml version="1.0" encoding="utf-8"?>
<p:sldLayout xmlns:p="http://schemas.openxmlformats.org/presentationml/2006/main" matchingName="Main point">
  <p:cSld name="Sanitized Layout 05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2" name="sanitized-shape-293">
            <a:extLst xmlns:a="http://schemas.openxmlformats.org/drawingml/2006/main">
              <a:ext uri="{FF2B5EF4-FFF2-40B4-BE49-F238E27FC236}">
                <a16:creationId xmlns:a16="http://schemas.microsoft.com/office/drawing/2014/main" id="{CEDC4332-7FE0-4E5A-B335-BF73F07169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53503" y="600200"/>
            <a:ext cx="8488200" cy="545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ctr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73" name="sanitized-shape-294">
            <a:extLst xmlns:a="http://schemas.openxmlformats.org/drawingml/2006/main">
              <a:ext uri="{FF2B5EF4-FFF2-40B4-BE49-F238E27FC236}">
                <a16:creationId xmlns:a16="http://schemas.microsoft.com/office/drawing/2014/main" id="{274FAFDF-BEBA-40C4-B4BA-5A9F0D63C6A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3784" y="6217622"/>
            <a:ext cx="7314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52.xml><?xml version="1.0" encoding="utf-8"?>
<p:sldLayout xmlns:p="http://schemas.openxmlformats.org/presentationml/2006/main" matchingName="Section title and description">
  <p:cSld name="Sanitized Layout 05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5" name="sanitized-shape-295">
            <a:extLst xmlns:a="http://schemas.openxmlformats.org/drawingml/2006/main">
              <a:ext uri="{FF2B5EF4-FFF2-40B4-BE49-F238E27FC236}">
                <a16:creationId xmlns:a16="http://schemas.microsoft.com/office/drawing/2014/main" id="{9B6F17D0-DE5A-49E6-B7B2-7AED6360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475" y="-167"/>
            <a:ext cx="6094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76" name="sanitized-shape-296">
            <a:extLst xmlns:a="http://schemas.openxmlformats.org/drawingml/2006/main">
              <a:ext uri="{FF2B5EF4-FFF2-40B4-BE49-F238E27FC236}">
                <a16:creationId xmlns:a16="http://schemas.microsoft.com/office/drawing/2014/main" id="{D76D7098-948E-4C7D-A17B-281D54F6DA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3911" y="1644233"/>
            <a:ext cx="5392200" cy="197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77" name="sanitized-shape-297">
            <a:extLst xmlns:a="http://schemas.openxmlformats.org/drawingml/2006/main">
              <a:ext uri="{FF2B5EF4-FFF2-40B4-BE49-F238E27FC236}">
                <a16:creationId xmlns:a16="http://schemas.microsoft.com/office/drawing/2014/main" id="{D8AA7C3C-83AA-4851-A334-A31A7B5C706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53911" y="3737433"/>
            <a:ext cx="5392200" cy="164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78" name="sanitized-shape-298">
            <a:extLst xmlns:a="http://schemas.openxmlformats.org/drawingml/2006/main">
              <a:ext uri="{FF2B5EF4-FFF2-40B4-BE49-F238E27FC236}">
                <a16:creationId xmlns:a16="http://schemas.microsoft.com/office/drawing/2014/main" id="{A1F2AC35-9821-402C-8A78-2B5A1BC76F1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584352" y="965433"/>
            <a:ext cx="5114700" cy="4926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ctr">
            <a:normAutofit/>
          </a:bodyPr>
          <a:lstStyle xmlns:a="http://schemas.openxmlformats.org/drawingml/2006/main">
            <a:lvl1pPr marL="45720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79" name="sanitized-shape-299">
            <a:extLst xmlns:a="http://schemas.openxmlformats.org/drawingml/2006/main">
              <a:ext uri="{FF2B5EF4-FFF2-40B4-BE49-F238E27FC236}">
                <a16:creationId xmlns:a16="http://schemas.microsoft.com/office/drawing/2014/main" id="{872D097E-9C92-4557-9225-AE39933D61F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3784" y="6217622"/>
            <a:ext cx="7314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53.xml><?xml version="1.0" encoding="utf-8"?>
<p:sldLayout xmlns:p="http://schemas.openxmlformats.org/presentationml/2006/main" matchingName="Caption">
  <p:cSld name="Sanitized Layout 055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1" name="sanitized-shape-300">
            <a:extLst xmlns:a="http://schemas.openxmlformats.org/drawingml/2006/main">
              <a:ext uri="{FF2B5EF4-FFF2-40B4-BE49-F238E27FC236}">
                <a16:creationId xmlns:a16="http://schemas.microsoft.com/office/drawing/2014/main" id="{D6128EC4-E5EB-4810-9D2B-46F5D177BA4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15496" y="5640767"/>
            <a:ext cx="7996500" cy="80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ctr">
            <a:normAutofit/>
          </a:bodyPr>
          <a:lstStyle xmlns:a="http://schemas.openxmlformats.org/drawingml/2006/main"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 xmlns:a="http://schemas.openxmlformats.org/drawingml/2006/main">
            <a:r>
              <a:t/>
            </a:r>
          </a:p>
        </p:txBody>
      </p:sp>
      <p:sp>
        <p:nvSpPr>
          <p:cNvPr id="382" name="sanitized-shape-301">
            <a:extLst xmlns:a="http://schemas.openxmlformats.org/drawingml/2006/main">
              <a:ext uri="{FF2B5EF4-FFF2-40B4-BE49-F238E27FC236}">
                <a16:creationId xmlns:a16="http://schemas.microsoft.com/office/drawing/2014/main" id="{F00D9BC1-37DF-4C54-8EA9-A71CCDAD041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3784" y="6217622"/>
            <a:ext cx="7314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54.xml><?xml version="1.0" encoding="utf-8"?>
<p:sldLayout xmlns:p="http://schemas.openxmlformats.org/presentationml/2006/main" matchingName="Big number">
  <p:cSld name="Sanitized Layout 056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4" name="sanitized-shape-302">
            <a:extLst xmlns:a="http://schemas.openxmlformats.org/drawingml/2006/main">
              <a:ext uri="{FF2B5EF4-FFF2-40B4-BE49-F238E27FC236}">
                <a16:creationId xmlns:a16="http://schemas.microsoft.com/office/drawing/2014/main" id="{996AFE23-ADBF-40EA-84A5-B4039047A0E0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15496" y="1474833"/>
            <a:ext cx="11358000" cy="2618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85" name="sanitized-shape-303">
            <a:extLst xmlns:a="http://schemas.openxmlformats.org/drawingml/2006/main">
              <a:ext uri="{FF2B5EF4-FFF2-40B4-BE49-F238E27FC236}">
                <a16:creationId xmlns:a16="http://schemas.microsoft.com/office/drawing/2014/main" id="{8A283E9C-A646-47DD-9824-DDC10FF19FA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15496" y="4202967"/>
            <a:ext cx="11358000" cy="173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t">
            <a:normAutofit/>
          </a:bodyPr>
          <a:lstStyle xmlns:a="http://schemas.openxmlformats.org/drawingml/2006/main">
            <a:lvl1pPr marL="457200" indent="-3810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indent="-34925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indent="-34925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indent="-34925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indent="-34925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indent="-34925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indent="-34925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indent="-34925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indent="-34925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86" name="sanitized-shape-304">
            <a:extLst xmlns:a="http://schemas.openxmlformats.org/drawingml/2006/main">
              <a:ext uri="{FF2B5EF4-FFF2-40B4-BE49-F238E27FC236}">
                <a16:creationId xmlns:a16="http://schemas.microsoft.com/office/drawing/2014/main" id="{2D8B4570-65B1-40B4-9E77-DA75ECCDE28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3784" y="6217622"/>
            <a:ext cx="7314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55.xml><?xml version="1.0" encoding="utf-8"?>
<p:sldLayout xmlns:p="http://schemas.openxmlformats.org/presentationml/2006/main" matchingName="Blank" type="blank">
  <p:cSld name="Sanitized Layout 057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8" name="sanitized-shape-305">
            <a:extLst xmlns:a="http://schemas.openxmlformats.org/drawingml/2006/main">
              <a:ext uri="{FF2B5EF4-FFF2-40B4-BE49-F238E27FC236}">
                <a16:creationId xmlns:a16="http://schemas.microsoft.com/office/drawing/2014/main" id="{8FAB3ADA-7F37-4C86-BEC8-12E1C6F5EF0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3784" y="6217622"/>
            <a:ext cx="7314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56.xml><?xml version="1.0" encoding="utf-8"?>
<p:sldLayout xmlns:p="http://schemas.openxmlformats.org/presentationml/2006/main" matchingName="Content">
  <p:cSld name="Sanitized Layout 058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0" name="sanitized-shape-306">
            <a:extLst xmlns:a="http://schemas.openxmlformats.org/drawingml/2006/main">
              <a:ext uri="{FF2B5EF4-FFF2-40B4-BE49-F238E27FC236}">
                <a16:creationId xmlns:a16="http://schemas.microsoft.com/office/drawing/2014/main" id="{9FC03815-5BEB-423C-AC6A-71734EC1533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7631" y="6356351"/>
            <a:ext cx="41139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cxnSp>
        <p:nvCxnSpPr>
          <p:cNvPr id="401" name="sanitized-shape-307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93" name="sanitized-shape-308">
            <a:extLst xmlns:a="http://schemas.openxmlformats.org/drawingml/2006/main">
              <a:ext uri="{FF2B5EF4-FFF2-40B4-BE49-F238E27FC236}">
                <a16:creationId xmlns:a16="http://schemas.microsoft.com/office/drawing/2014/main" id="{2A5E2C5F-465D-41D5-91B7-954757039C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36424" y="101600"/>
            <a:ext cx="10741800" cy="58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94" name="sanitized-shape-309">
            <a:extLst xmlns:a="http://schemas.openxmlformats.org/drawingml/2006/main">
              <a:ext uri="{FF2B5EF4-FFF2-40B4-BE49-F238E27FC236}">
                <a16:creationId xmlns:a16="http://schemas.microsoft.com/office/drawing/2014/main" id="{B8700D8A-6187-4472-8185-C64DE324FFA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36424" y="1741999"/>
            <a:ext cx="10741800" cy="43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marR="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●"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L="914400" marR="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○"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1371600" marR="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■"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1828800" marR="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●"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2286000" marR="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○"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743200" marR="0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■"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3200400" marR="0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●"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657600" marR="0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○"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4114800" marR="0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■"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95" name="sanitized-shape-310">
            <a:extLst xmlns:a="http://schemas.openxmlformats.org/drawingml/2006/main">
              <a:ext uri="{FF2B5EF4-FFF2-40B4-BE49-F238E27FC236}">
                <a16:creationId xmlns:a16="http://schemas.microsoft.com/office/drawing/2014/main" id="{1B319A1E-841E-4D91-BC8B-410CAD1A1DB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5588" y="6356351"/>
            <a:ext cx="766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57.xml><?xml version="1.0" encoding="utf-8"?>
<p:sldLayout xmlns:p="http://schemas.openxmlformats.org/presentationml/2006/main" matchingName="Content 1">
  <p:cSld name="Sanitized Layout 059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7" name="sanitized-shape-311">
            <a:extLst xmlns:a="http://schemas.openxmlformats.org/drawingml/2006/main">
              <a:ext uri="{FF2B5EF4-FFF2-40B4-BE49-F238E27FC236}">
                <a16:creationId xmlns:a16="http://schemas.microsoft.com/office/drawing/2014/main" id="{696D530D-0195-48A1-93CB-414D19EE6B0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7590" y="6356350"/>
            <a:ext cx="41139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1pPr>
            <a:lvl2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2pPr>
            <a:lvl3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3pPr>
            <a:lvl4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4pPr>
            <a:lvl5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5pPr>
            <a:lvl6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6pPr>
            <a:lvl7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7pPr>
            <a:lvl8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8pPr>
            <a:lvl9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9pPr>
          </a:lstStyle>
          <a:p xmlns:a="http://schemas.openxmlformats.org/drawingml/2006/main">
            <a:r>
              <a:t/>
            </a:r>
          </a:p>
        </p:txBody>
      </p:sp>
      <p:cxnSp>
        <p:nvCxnSpPr>
          <p:cNvPr id="408" name="sanitized-shape-312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00" name="sanitized-shape-313">
            <a:extLst xmlns:a="http://schemas.openxmlformats.org/drawingml/2006/main">
              <a:ext uri="{FF2B5EF4-FFF2-40B4-BE49-F238E27FC236}">
                <a16:creationId xmlns:a16="http://schemas.microsoft.com/office/drawing/2014/main" id="{56BCD7BA-68AE-462D-9F51-2538852D89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36416" y="101600"/>
            <a:ext cx="10741800" cy="58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900"/>
              <a:buFont typeface="Arial"/>
              <a:buNone/>
              <a:defRPr sz="1900"/>
            </a:lvl2pPr>
            <a:lvl3pPr>
              <a:spcBef>
                <a:spcPts val="0"/>
              </a:spcBef>
              <a:spcAft>
                <a:spcPts val="0"/>
              </a:spcAft>
              <a:buSzPts val="1900"/>
              <a:buFont typeface="Arial"/>
              <a:buNone/>
              <a:defRPr sz="1900"/>
            </a:lvl3pPr>
            <a:lvl4pPr>
              <a:spcBef>
                <a:spcPts val="0"/>
              </a:spcBef>
              <a:spcAft>
                <a:spcPts val="0"/>
              </a:spcAft>
              <a:buSzPts val="1900"/>
              <a:buFont typeface="Arial"/>
              <a:buNone/>
              <a:defRPr sz="1900"/>
            </a:lvl4pPr>
            <a:lvl5pPr>
              <a:spcBef>
                <a:spcPts val="0"/>
              </a:spcBef>
              <a:spcAft>
                <a:spcPts val="0"/>
              </a:spcAft>
              <a:buSzPts val="1900"/>
              <a:buFont typeface="Arial"/>
              <a:buNone/>
              <a:defRPr sz="1900"/>
            </a:lvl5pPr>
            <a:lvl6pPr>
              <a:spcBef>
                <a:spcPts val="0"/>
              </a:spcBef>
              <a:spcAft>
                <a:spcPts val="0"/>
              </a:spcAft>
              <a:buSzPts val="1900"/>
              <a:buFont typeface="Arial"/>
              <a:buNone/>
              <a:defRPr sz="1900"/>
            </a:lvl6pPr>
            <a:lvl7pPr>
              <a:spcBef>
                <a:spcPts val="0"/>
              </a:spcBef>
              <a:spcAft>
                <a:spcPts val="0"/>
              </a:spcAft>
              <a:buSzPts val="1900"/>
              <a:buFont typeface="Arial"/>
              <a:buNone/>
              <a:defRPr sz="1900"/>
            </a:lvl7pPr>
            <a:lvl8pPr>
              <a:spcBef>
                <a:spcPts val="0"/>
              </a:spcBef>
              <a:spcAft>
                <a:spcPts val="0"/>
              </a:spcAft>
              <a:buSzPts val="1900"/>
              <a:buFont typeface="Arial"/>
              <a:buNone/>
              <a:defRPr sz="1900"/>
            </a:lvl8pPr>
            <a:lvl9pPr>
              <a:spcBef>
                <a:spcPts val="0"/>
              </a:spcBef>
              <a:spcAft>
                <a:spcPts val="0"/>
              </a:spcAft>
              <a:buSzPts val="1900"/>
              <a:buFont typeface="Arial"/>
              <a:buNone/>
              <a:defRPr sz="1900"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01" name="sanitized-shape-314">
            <a:extLst xmlns:a="http://schemas.openxmlformats.org/drawingml/2006/main">
              <a:ext uri="{FF2B5EF4-FFF2-40B4-BE49-F238E27FC236}">
                <a16:creationId xmlns:a16="http://schemas.microsoft.com/office/drawing/2014/main" id="{515B97E6-448A-43BB-8811-46B38999AD7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36416" y="1741998"/>
            <a:ext cx="10741800" cy="43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2pPr>
            <a:lvl3pPr marL="13716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3pPr>
            <a:lvl4pPr marL="18288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4pPr>
            <a:lvl5pPr marL="22860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5pPr>
            <a:lvl6pPr marL="2743200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■"/>
              <a:defRPr sz="1900"/>
            </a:lvl6pPr>
            <a:lvl7pPr marL="3200400" indent="-34925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  <a:defRPr sz="1900"/>
            </a:lvl7pPr>
            <a:lvl8pPr marL="3657600" indent="-34925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  <a:defRPr sz="1900"/>
            </a:lvl8pPr>
            <a:lvl9pPr marL="4114800" indent="-34925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900"/>
              <a:buChar char="■"/>
              <a:defRPr sz="1900"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02" name="sanitized-shape-315">
            <a:extLst xmlns:a="http://schemas.openxmlformats.org/drawingml/2006/main">
              <a:ext uri="{FF2B5EF4-FFF2-40B4-BE49-F238E27FC236}">
                <a16:creationId xmlns:a16="http://schemas.microsoft.com/office/drawing/2014/main" id="{E0606794-CBA2-442F-AC8C-38871F2C527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5473" y="6356350"/>
            <a:ext cx="766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58.xml><?xml version="1.0" encoding="utf-8"?>
<p:sldLayout xmlns:p="http://schemas.openxmlformats.org/presentationml/2006/main" matchingName="结尾">
  <p:cSld name="Sanitized Layout 060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13" name="sanitized-shape-316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06" name="sanitized-shape-317">
            <a:extLst xmlns:a="http://schemas.openxmlformats.org/drawingml/2006/main">
              <a:ext uri="{FF2B5EF4-FFF2-40B4-BE49-F238E27FC236}">
                <a16:creationId xmlns:a16="http://schemas.microsoft.com/office/drawing/2014/main" id="{B3742902-2172-4F12-ADAA-F101C404A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9525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407" name="sanitized-shape-318">
            <a:extLst xmlns:a="http://schemas.openxmlformats.org/drawingml/2006/main">
              <a:ext uri="{FF2B5EF4-FFF2-40B4-BE49-F238E27FC236}">
                <a16:creationId xmlns:a16="http://schemas.microsoft.com/office/drawing/2014/main" id="{FEBF464E-FD52-4DD8-BE2C-B64D708E8F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4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08" name="sanitized-shape-319">
            <a:extLst xmlns:a="http://schemas.openxmlformats.org/drawingml/2006/main">
              <a:ext uri="{FF2B5EF4-FFF2-40B4-BE49-F238E27FC236}">
                <a16:creationId xmlns:a16="http://schemas.microsoft.com/office/drawing/2014/main" id="{D6BD93C8-45FB-4F10-9B6B-8C10BDA131E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59991" y="635634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sp>
        <p:nvSpPr>
          <p:cNvPr id="409" name="sanitized-shape-320">
            <a:extLst xmlns:a="http://schemas.openxmlformats.org/drawingml/2006/main">
              <a:ext uri="{FF2B5EF4-FFF2-40B4-BE49-F238E27FC236}">
                <a16:creationId xmlns:a16="http://schemas.microsoft.com/office/drawing/2014/main" id="{F6DA975C-7494-4F07-86C5-497FEDB29FB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0728" y="1244338"/>
            <a:ext cx="10767600" cy="38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2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743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3200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657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4114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10" name="sanitized-shape-321">
            <a:extLst xmlns:a="http://schemas.openxmlformats.org/drawingml/2006/main">
              <a:ext uri="{FF2B5EF4-FFF2-40B4-BE49-F238E27FC236}">
                <a16:creationId xmlns:a16="http://schemas.microsoft.com/office/drawing/2014/main" id="{99DAE531-83AB-4C99-A6A0-73C9A2E55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8668" y="6415085"/>
            <a:ext cx="8882700" cy="24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9950" tIns="54700" rIns="89950" bIns="449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100"/>
              <a:buFont typeface="Times New Roman"/>
              <a:buNone/>
            </a:pPr>
            <a:r>
              <a:rPr sz="1100" b="0" i="0" u="none" cap="none">
                <a:solidFill>
                  <a:srgbClr val="80808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</p:cSld>
</p:sldLayout>
</file>

<file path=ppt/slideLayouts/slideLayout59.xml><?xml version="1.0" encoding="utf-8"?>
<p:sldLayout xmlns:p="http://schemas.openxmlformats.org/presentationml/2006/main" matchingName="2_Standard header only 2">
  <p:cSld name="Sanitized Layout 061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20" name="sanitized-shape-322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4" name="sanitized-shape-323">
            <a:extLst xmlns:a="http://schemas.openxmlformats.org/drawingml/2006/main">
              <a:ext uri="{FF2B5EF4-FFF2-40B4-BE49-F238E27FC236}">
                <a16:creationId xmlns:a16="http://schemas.microsoft.com/office/drawing/2014/main" id="{8E1B42A6-CC76-44F0-AFF3-B4B904F62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415" name="sanitized-shape-324">
            <a:extLst xmlns:a="http://schemas.openxmlformats.org/drawingml/2006/main">
              <a:ext uri="{FF2B5EF4-FFF2-40B4-BE49-F238E27FC236}">
                <a16:creationId xmlns:a16="http://schemas.microsoft.com/office/drawing/2014/main" id="{C60AD179-675C-4481-A2F5-54D00B22F43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3"/>
            <a:ext cx="107673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16" name="sanitized-shape-325">
            <a:extLst xmlns:a="http://schemas.openxmlformats.org/drawingml/2006/main">
              <a:ext uri="{FF2B5EF4-FFF2-40B4-BE49-F238E27FC236}">
                <a16:creationId xmlns:a16="http://schemas.microsoft.com/office/drawing/2014/main" id="{ACDFC52D-2D1E-4DEE-B08C-A6306F49D4A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59991" y="635634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sp>
        <p:nvSpPr>
          <p:cNvPr id="417" name="sanitized-shape-326">
            <a:extLst xmlns:a="http://schemas.openxmlformats.org/drawingml/2006/main">
              <a:ext uri="{FF2B5EF4-FFF2-40B4-BE49-F238E27FC236}">
                <a16:creationId xmlns:a16="http://schemas.microsoft.com/office/drawing/2014/main" id="{AC0BAF47-FB1D-4679-971E-29C3790A906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0729" y="1244337"/>
            <a:ext cx="10767300" cy="38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2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743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3200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657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4114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</p:spTree>
  </p:cSld>
</p:sldLayout>
</file>

<file path=ppt/slideLayouts/slideLayout60.xml><?xml version="1.0" encoding="utf-8"?>
<p:sldLayout xmlns:p="http://schemas.openxmlformats.org/presentationml/2006/main" matchingName="2_Standard header only 1 1">
  <p:cSld name="Sanitized Layout 062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29" name="sanitized-shape-327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0" name="sanitized-shape-328">
            <a:extLst xmlns:a="http://schemas.openxmlformats.org/drawingml/2006/main">
              <a:ext uri="{FF2B5EF4-FFF2-40B4-BE49-F238E27FC236}">
                <a16:creationId xmlns:a16="http://schemas.microsoft.com/office/drawing/2014/main" id="{45331156-42BF-4D02-8D63-D840DAC43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4D2D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421" name="sanitized-shape-329">
            <a:extLst xmlns:a="http://schemas.openxmlformats.org/drawingml/2006/main">
              <a:ext uri="{FF2B5EF4-FFF2-40B4-BE49-F238E27FC236}">
                <a16:creationId xmlns:a16="http://schemas.microsoft.com/office/drawing/2014/main" id="{27CA71BB-AA7D-4649-86FC-71814A48DE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3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22" name="sanitized-shape-330">
            <a:extLst xmlns:a="http://schemas.openxmlformats.org/drawingml/2006/main">
              <a:ext uri="{FF2B5EF4-FFF2-40B4-BE49-F238E27FC236}">
                <a16:creationId xmlns:a16="http://schemas.microsoft.com/office/drawing/2014/main" id="{8CCD29F2-260F-446D-8B61-09851365A3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59991" y="635634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sp>
        <p:nvSpPr>
          <p:cNvPr id="423" name="sanitized-shape-331">
            <a:extLst xmlns:a="http://schemas.openxmlformats.org/drawingml/2006/main">
              <a:ext uri="{FF2B5EF4-FFF2-40B4-BE49-F238E27FC236}">
                <a16:creationId xmlns:a16="http://schemas.microsoft.com/office/drawing/2014/main" id="{DA15ABDB-73F2-42FD-8A44-2F3B9A92B51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0729" y="1244337"/>
            <a:ext cx="10767600" cy="38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743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3200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657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4114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24" name="sanitized-shape-332">
            <a:extLst xmlns:a="http://schemas.openxmlformats.org/drawingml/2006/main">
              <a:ext uri="{FF2B5EF4-FFF2-40B4-BE49-F238E27FC236}">
                <a16:creationId xmlns:a16="http://schemas.microsoft.com/office/drawing/2014/main" id="{1B6C1180-1048-4209-B58E-C02319A18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8669" y="6415085"/>
            <a:ext cx="8882700" cy="24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9950" tIns="54700" rIns="89950" bIns="449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100"/>
              <a:buFont typeface="Times New Roman"/>
              <a:buNone/>
            </a:pPr>
            <a:r>
              <a:rPr sz="1100" b="0" i="0" u="none" cap="none">
                <a:solidFill>
                  <a:srgbClr val="80808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426" name="sanitized-shape-333">
            <a:extLst xmlns:a="http://schemas.openxmlformats.org/drawingml/2006/main">
              <a:ext uri="{FF2B5EF4-FFF2-40B4-BE49-F238E27FC236}">
                <a16:creationId xmlns:a16="http://schemas.microsoft.com/office/drawing/2014/main" id="{FBFE1E8B-1CE6-4B29-B801-FE1D04594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38474" y="182733"/>
            <a:ext cx="342300" cy="56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4D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</p:spTree>
  </p:cSld>
</p:sldLayout>
</file>

<file path=ppt/slideLayouts/slideLayout61.xml><?xml version="1.0" encoding="utf-8"?>
<p:sldLayout xmlns:p="http://schemas.openxmlformats.org/presentationml/2006/main" showMasterSp="0" matchingName="1_Title Slide">
  <p:cSld name="Sanitized Layout 06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9" name="sanitized-shape-334">
            <a:extLst xmlns:a="http://schemas.openxmlformats.org/drawingml/2006/main">
              <a:ext uri="{FF2B5EF4-FFF2-40B4-BE49-F238E27FC236}">
                <a16:creationId xmlns:a16="http://schemas.microsoft.com/office/drawing/2014/main" id="{0E6D94AB-3100-410E-92FE-812366E0CC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47957" y="2875172"/>
            <a:ext cx="10734600" cy="141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650" tIns="45650" rIns="45650" bIns="45650" anchor="b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/>
            </a:lvl1pPr>
            <a:lvl2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None/>
              <a:defRPr/>
            </a:lvl2pPr>
            <a:lvl3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None/>
              <a:defRPr/>
            </a:lvl3pPr>
            <a:lvl4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None/>
              <a:defRPr/>
            </a:lvl4pPr>
            <a:lvl5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None/>
              <a:defRPr/>
            </a:lvl5pPr>
            <a:lvl6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None/>
              <a:defRPr/>
            </a:lvl6pPr>
            <a:lvl7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None/>
              <a:defRPr/>
            </a:lvl7pPr>
            <a:lvl8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None/>
              <a:defRPr/>
            </a:lvl8pPr>
            <a:lvl9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None/>
              <a:defRPr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30" name="sanitized-shape-335">
            <a:extLst xmlns:a="http://schemas.openxmlformats.org/drawingml/2006/main">
              <a:ext uri="{FF2B5EF4-FFF2-40B4-BE49-F238E27FC236}">
                <a16:creationId xmlns:a16="http://schemas.microsoft.com/office/drawing/2014/main" id="{866612E9-028C-4EF9-BD8D-2F9129E7C24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47957" y="4287404"/>
            <a:ext cx="10734600" cy="55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650" tIns="45650" rIns="45650" bIns="45650" anchor="t">
            <a:normAutofit/>
          </a:bodyPr>
          <a:lstStyle xmlns:a="http://schemas.openxmlformats.org/drawingml/2006/main">
            <a:lvl1pPr marL="457200" indent="-228600" algn="ctr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rgbClr val="767171"/>
              </a:buClr>
              <a:buSzPts val="2000"/>
              <a:buFont typeface="Arial"/>
              <a:buNone/>
              <a:defRPr sz="2000">
                <a:solidFill>
                  <a:srgbClr val="767171"/>
                </a:solidFill>
              </a:defRPr>
            </a:lvl1pPr>
            <a:lvl2pPr marL="914400" indent="-228600" algn="ctr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rgbClr val="767171"/>
              </a:buClr>
              <a:buSzPts val="2000"/>
              <a:buFont typeface="Arial"/>
              <a:buNone/>
              <a:defRPr sz="2000">
                <a:solidFill>
                  <a:srgbClr val="767171"/>
                </a:solidFill>
              </a:defRPr>
            </a:lvl2pPr>
            <a:lvl3pPr marL="1371600" indent="-228600" algn="ctr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rgbClr val="767171"/>
              </a:buClr>
              <a:buSzPts val="2000"/>
              <a:buFont typeface="Arial"/>
              <a:buNone/>
              <a:defRPr sz="2000">
                <a:solidFill>
                  <a:srgbClr val="767171"/>
                </a:solidFill>
              </a:defRPr>
            </a:lvl3pPr>
            <a:lvl4pPr marL="1828800" indent="-228600" algn="ctr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rgbClr val="767171"/>
              </a:buClr>
              <a:buSzPts val="2000"/>
              <a:buFont typeface="Arial"/>
              <a:buNone/>
              <a:defRPr sz="2000">
                <a:solidFill>
                  <a:srgbClr val="767171"/>
                </a:solidFill>
              </a:defRPr>
            </a:lvl4pPr>
            <a:lvl5pPr marL="2286000" indent="-228600" algn="ctr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rgbClr val="767171"/>
              </a:buClr>
              <a:buSzPts val="2000"/>
              <a:buFont typeface="Arial"/>
              <a:buNone/>
              <a:defRPr sz="2000">
                <a:solidFill>
                  <a:srgbClr val="767171"/>
                </a:solidFill>
              </a:defRPr>
            </a:lvl5pPr>
            <a:lvl6pPr marL="27432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6pPr>
            <a:lvl7pPr marL="32004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7pPr>
            <a:lvl8pPr marL="36576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8pPr>
            <a:lvl9pPr marL="41148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31" name="sanitized-shape-336">
            <a:extLst xmlns:a="http://schemas.openxmlformats.org/drawingml/2006/main">
              <a:ext uri="{FF2B5EF4-FFF2-40B4-BE49-F238E27FC236}">
                <a16:creationId xmlns:a16="http://schemas.microsoft.com/office/drawing/2014/main" id="{9473C35F-EF7A-4411-A5A3-ECFB1F8B9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71359"/>
            <a:ext cx="12189000" cy="112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4D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45700" rIns="45700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</a:p>
        </p:txBody>
      </p:sp>
      <p:sp>
        <p:nvSpPr>
          <p:cNvPr id="432" name="sanitized-shape-337">
            <a:extLst xmlns:a="http://schemas.openxmlformats.org/drawingml/2006/main">
              <a:ext uri="{FF2B5EF4-FFF2-40B4-BE49-F238E27FC236}">
                <a16:creationId xmlns:a16="http://schemas.microsoft.com/office/drawing/2014/main" id="{7977E045-1AAE-4AA7-B9DE-175F0435506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5891326" y="6217871"/>
            <a:ext cx="2844000" cy="27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45700" rIns="45700" bIns="45700" anchor="ctr">
            <a:sp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62.xml><?xml version="1.0" encoding="utf-8"?>
<p:sldLayout xmlns:p="http://schemas.openxmlformats.org/presentationml/2006/main" matchingName="2_Standard header only 8">
  <p:cSld name="Sanitized Layout 064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42" name="sanitized-shape-338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36" name="sanitized-shape-339">
            <a:extLst xmlns:a="http://schemas.openxmlformats.org/drawingml/2006/main">
              <a:ext uri="{FF2B5EF4-FFF2-40B4-BE49-F238E27FC236}">
                <a16:creationId xmlns:a16="http://schemas.microsoft.com/office/drawing/2014/main" id="{C60A524A-51B5-474C-B649-FE6AFE0A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t/>
            </a:r>
          </a:p>
        </p:txBody>
      </p:sp>
      <p:sp>
        <p:nvSpPr>
          <p:cNvPr id="437" name="sanitized-shape-340">
            <a:extLst xmlns:a="http://schemas.openxmlformats.org/drawingml/2006/main">
              <a:ext uri="{FF2B5EF4-FFF2-40B4-BE49-F238E27FC236}">
                <a16:creationId xmlns:a16="http://schemas.microsoft.com/office/drawing/2014/main" id="{11D0AFE8-62DD-4577-A729-0BE9B7B69D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3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51425" rIns="51425" bIns="51425" anchor="b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38" name="sanitized-shape-341">
            <a:extLst xmlns:a="http://schemas.openxmlformats.org/drawingml/2006/main">
              <a:ext uri="{FF2B5EF4-FFF2-40B4-BE49-F238E27FC236}">
                <a16:creationId xmlns:a16="http://schemas.microsoft.com/office/drawing/2014/main" id="{855225AB-0257-410E-AE8A-BBBF0E81EC8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59991" y="635634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sp>
        <p:nvSpPr>
          <p:cNvPr id="439" name="sanitized-shape-342">
            <a:extLst xmlns:a="http://schemas.openxmlformats.org/drawingml/2006/main">
              <a:ext uri="{FF2B5EF4-FFF2-40B4-BE49-F238E27FC236}">
                <a16:creationId xmlns:a16="http://schemas.microsoft.com/office/drawing/2014/main" id="{55B9C5A6-1D9C-4573-8E2E-68D4DDCA84A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0729" y="1244337"/>
            <a:ext cx="10767600" cy="38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34250" rIns="68550" bIns="34250" anchor="t">
            <a:no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2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743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3200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657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4114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</p:spTree>
  </p:cSld>
</p:sldLayout>
</file>

<file path=ppt/slideLayouts/slideLayout63.xml><?xml version="1.0" encoding="utf-8"?>
<p:sldLayout xmlns:p="http://schemas.openxmlformats.org/presentationml/2006/main" matchingName="2_Standard header only 1 1 1">
  <p:cSld name="Sanitized Layout 065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49" name="sanitized-shape-343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3" name="sanitized-shape-344">
            <a:extLst xmlns:a="http://schemas.openxmlformats.org/drawingml/2006/main">
              <a:ext uri="{FF2B5EF4-FFF2-40B4-BE49-F238E27FC236}">
                <a16:creationId xmlns:a16="http://schemas.microsoft.com/office/drawing/2014/main" id="{32FCB10E-DB41-496B-B57E-DC9AB8A7D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444" name="sanitized-shape-345">
            <a:extLst xmlns:a="http://schemas.openxmlformats.org/drawingml/2006/main">
              <a:ext uri="{FF2B5EF4-FFF2-40B4-BE49-F238E27FC236}">
                <a16:creationId xmlns:a16="http://schemas.microsoft.com/office/drawing/2014/main" id="{F1C44CE7-ACB1-492C-9B95-C9E16D9123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3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45" name="sanitized-shape-346">
            <a:extLst xmlns:a="http://schemas.openxmlformats.org/drawingml/2006/main">
              <a:ext uri="{FF2B5EF4-FFF2-40B4-BE49-F238E27FC236}">
                <a16:creationId xmlns:a16="http://schemas.microsoft.com/office/drawing/2014/main" id="{3696BCB5-EDAF-44BE-8552-042F327626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59991" y="635634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sp>
        <p:nvSpPr>
          <p:cNvPr id="446" name="sanitized-shape-347">
            <a:extLst xmlns:a="http://schemas.openxmlformats.org/drawingml/2006/main">
              <a:ext uri="{FF2B5EF4-FFF2-40B4-BE49-F238E27FC236}">
                <a16:creationId xmlns:a16="http://schemas.microsoft.com/office/drawing/2014/main" id="{0420AC18-F3D4-4816-86F1-6609B1951DA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0729" y="1244337"/>
            <a:ext cx="10767600" cy="38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2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743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3200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657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4114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</p:spTree>
  </p:cSld>
</p:sldLayout>
</file>

<file path=ppt/slideLayouts/slideLayout64.xml><?xml version="1.0" encoding="utf-8"?>
<p:sldLayout xmlns:p="http://schemas.openxmlformats.org/presentationml/2006/main" matchingName="2_Standard header only1">
  <p:cSld name="Sanitized Layout 066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56" name="sanitized-shape-348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0" name="sanitized-shape-349">
            <a:extLst xmlns:a="http://schemas.openxmlformats.org/drawingml/2006/main">
              <a:ext uri="{FF2B5EF4-FFF2-40B4-BE49-F238E27FC236}">
                <a16:creationId xmlns:a16="http://schemas.microsoft.com/office/drawing/2014/main" id="{4ED163D1-9092-4CF6-81CA-0D084013A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451" name="sanitized-shape-350">
            <a:extLst xmlns:a="http://schemas.openxmlformats.org/drawingml/2006/main">
              <a:ext uri="{FF2B5EF4-FFF2-40B4-BE49-F238E27FC236}">
                <a16:creationId xmlns:a16="http://schemas.microsoft.com/office/drawing/2014/main" id="{7D4A5260-B4D4-49FD-A70D-59852E54AC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4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52" name="sanitized-shape-351">
            <a:extLst xmlns:a="http://schemas.openxmlformats.org/drawingml/2006/main">
              <a:ext uri="{FF2B5EF4-FFF2-40B4-BE49-F238E27FC236}">
                <a16:creationId xmlns:a16="http://schemas.microsoft.com/office/drawing/2014/main" id="{B4A60840-FA3E-480D-AC39-F829DC7D0AC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59991" y="635634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sp>
        <p:nvSpPr>
          <p:cNvPr id="453" name="sanitized-shape-352">
            <a:extLst xmlns:a="http://schemas.openxmlformats.org/drawingml/2006/main">
              <a:ext uri="{FF2B5EF4-FFF2-40B4-BE49-F238E27FC236}">
                <a16:creationId xmlns:a16="http://schemas.microsoft.com/office/drawing/2014/main" id="{0CD4CEB6-86A5-425F-B277-477A92D8D1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0728" y="1244338"/>
            <a:ext cx="10767600" cy="38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743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3200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657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4114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</p:spTree>
  </p:cSld>
</p:sldLayout>
</file>

<file path=ppt/slideLayouts/slideLayout65.xml><?xml version="1.0" encoding="utf-8"?>
<p:sldLayout xmlns:p="http://schemas.openxmlformats.org/presentationml/2006/main" matchingName="2_Standard header only">
  <p:cSld name="Sanitized Layout 067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63" name="sanitized-shape-353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7" name="sanitized-shape-354">
            <a:extLst xmlns:a="http://schemas.openxmlformats.org/drawingml/2006/main">
              <a:ext uri="{FF2B5EF4-FFF2-40B4-BE49-F238E27FC236}">
                <a16:creationId xmlns:a16="http://schemas.microsoft.com/office/drawing/2014/main" id="{729A0663-D57D-4A7A-A0E6-4E714051D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458" name="sanitized-shape-355">
            <a:extLst xmlns:a="http://schemas.openxmlformats.org/drawingml/2006/main">
              <a:ext uri="{FF2B5EF4-FFF2-40B4-BE49-F238E27FC236}">
                <a16:creationId xmlns:a16="http://schemas.microsoft.com/office/drawing/2014/main" id="{DAFF7960-DF7A-45A8-8A29-4DF9AFEE75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3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59" name="sanitized-shape-356">
            <a:extLst xmlns:a="http://schemas.openxmlformats.org/drawingml/2006/main">
              <a:ext uri="{FF2B5EF4-FFF2-40B4-BE49-F238E27FC236}">
                <a16:creationId xmlns:a16="http://schemas.microsoft.com/office/drawing/2014/main" id="{C795998F-0DC4-40F3-94AC-9263BB86D3E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59991" y="635634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sp>
        <p:nvSpPr>
          <p:cNvPr id="460" name="sanitized-shape-357">
            <a:extLst xmlns:a="http://schemas.openxmlformats.org/drawingml/2006/main">
              <a:ext uri="{FF2B5EF4-FFF2-40B4-BE49-F238E27FC236}">
                <a16:creationId xmlns:a16="http://schemas.microsoft.com/office/drawing/2014/main" id="{786B7124-AF3B-46A9-90D6-970964EC8CE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0729" y="1244337"/>
            <a:ext cx="10767600" cy="38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2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743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3200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657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4114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</p:spTree>
  </p:cSld>
</p:sldLayout>
</file>

<file path=ppt/slideLayouts/slideLayout66.xml><?xml version="1.0" encoding="utf-8"?>
<p:sldLayout xmlns:p="http://schemas.openxmlformats.org/presentationml/2006/main" showMasterSp="0" matchingName="3_Sub Titles and Contents">
  <p:cSld name="Sanitized Layout 068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71" name="sanitized-shape-358"/>
          <p:cNvCxnSpPr/>
          <p:nvPr/>
        </p:nvCxnSpPr>
        <p:spPr>
          <a:xfrm xmlns:a="http://schemas.openxmlformats.org/drawingml/2006/main">
            <a:off x="739224" y="651219"/>
            <a:ext cx="11193600" cy="0"/>
          </a:xfrm>
          <a:prstGeom xmlns:a="http://schemas.openxmlformats.org/drawingml/2006/main" prst="straightConnector1">
            <a:avLst/>
          </a:prstGeom>
          <a:ln xmlns:a="http://schemas.openxmlformats.org/drawingml/2006/main" w="67725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63" name="sanitized-shape-359">
            <a:extLst xmlns:a="http://schemas.openxmlformats.org/drawingml/2006/main">
              <a:ext uri="{FF2B5EF4-FFF2-40B4-BE49-F238E27FC236}">
                <a16:creationId xmlns:a16="http://schemas.microsoft.com/office/drawing/2014/main" id="{0442F621-2EE2-4A39-84CF-C2D0EEC774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36416" y="76200"/>
            <a:ext cx="10741800" cy="58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51425" rIns="51425" bIns="5142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/>
            </a:lvl1pPr>
            <a:lvl2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/>
            </a:lvl2pPr>
            <a:lvl3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/>
            </a:lvl3pPr>
            <a:lvl4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/>
            </a:lvl4pPr>
            <a:lvl5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/>
            </a:lvl5pPr>
            <a:lvl6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/>
            </a:lvl6pPr>
            <a:lvl7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/>
            </a:lvl7pPr>
            <a:lvl8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/>
            </a:lvl8pPr>
            <a:lvl9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64" name="sanitized-shape-360">
            <a:extLst xmlns:a="http://schemas.openxmlformats.org/drawingml/2006/main">
              <a:ext uri="{FF2B5EF4-FFF2-40B4-BE49-F238E27FC236}">
                <a16:creationId xmlns:a16="http://schemas.microsoft.com/office/drawing/2014/main" id="{966E3AB4-12A1-4E82-8866-8EB07D73EF2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36416" y="1432100"/>
            <a:ext cx="6235500" cy="8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50" tIns="34250" rIns="34250" bIns="34250" anchor="t">
            <a:normAutofit/>
          </a:bodyPr>
          <a:lstStyle xmlns:a="http://schemas.openxmlformats.org/drawingml/2006/main">
            <a:lvl1pPr marL="45720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•"/>
              <a:defRPr sz="1500"/>
            </a:lvl1pPr>
            <a:lvl2pPr marL="91440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•"/>
              <a:defRPr sz="1500"/>
            </a:lvl2pPr>
            <a:lvl3pPr marL="137160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•"/>
              <a:defRPr sz="1500"/>
            </a:lvl3pPr>
            <a:lvl4pPr marL="182880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•"/>
              <a:defRPr sz="1500"/>
            </a:lvl4pPr>
            <a:lvl5pPr marL="228600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•"/>
              <a:defRPr sz="1500"/>
            </a:lvl5pPr>
            <a:lvl6pPr marL="27432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6pPr>
            <a:lvl7pPr marL="32004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7pPr>
            <a:lvl8pPr marL="36576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8pPr>
            <a:lvl9pPr marL="41148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65" name="sanitized-shape-361">
            <a:extLst xmlns:a="http://schemas.openxmlformats.org/drawingml/2006/main">
              <a:ext uri="{FF2B5EF4-FFF2-40B4-BE49-F238E27FC236}">
                <a16:creationId xmlns:a16="http://schemas.microsoft.com/office/drawing/2014/main" id="{84AEDCA3-6B96-48EE-BC43-C4F529CEE09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733242" y="982563"/>
            <a:ext cx="5056200" cy="44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50" tIns="34250" rIns="34250" bIns="34250" anchor="ctr">
            <a:normAutofit/>
          </a:bodyPr>
          <a:lstStyle xmlns:a="http://schemas.openxmlformats.org/drawingml/2006/main">
            <a:lvl1pPr marL="4572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1pPr>
            <a:lvl2pPr marL="9144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2pPr>
            <a:lvl3pPr marL="13716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3pPr>
            <a:lvl4pPr marL="18288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4pPr>
            <a:lvl5pPr marL="22860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5pPr>
            <a:lvl6pPr marL="27432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6pPr>
            <a:lvl7pPr marL="32004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7pPr>
            <a:lvl8pPr marL="36576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8pPr>
            <a:lvl9pPr marL="41148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66" name="sanitized-shape-362">
            <a:extLst xmlns:a="http://schemas.openxmlformats.org/drawingml/2006/main">
              <a:ext uri="{FF2B5EF4-FFF2-40B4-BE49-F238E27FC236}">
                <a16:creationId xmlns:a16="http://schemas.microsoft.com/office/drawing/2014/main" id="{8E339D12-8AB5-43EE-8FA1-BA864D37C41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733242" y="2455547"/>
            <a:ext cx="5056200" cy="44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50" tIns="34250" rIns="34250" bIns="34250" anchor="ctr">
            <a:normAutofit/>
          </a:bodyPr>
          <a:lstStyle xmlns:a="http://schemas.openxmlformats.org/drawingml/2006/main">
            <a:lvl1pPr marL="4572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1pPr>
            <a:lvl2pPr marL="9144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2pPr>
            <a:lvl3pPr marL="13716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3pPr>
            <a:lvl4pPr marL="18288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4pPr>
            <a:lvl5pPr marL="22860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5pPr>
            <a:lvl6pPr marL="27432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6pPr>
            <a:lvl7pPr marL="32004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7pPr>
            <a:lvl8pPr marL="36576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8pPr>
            <a:lvl9pPr marL="41148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67" name="sanitized-shape-363">
            <a:extLst xmlns:a="http://schemas.openxmlformats.org/drawingml/2006/main">
              <a:ext uri="{FF2B5EF4-FFF2-40B4-BE49-F238E27FC236}">
                <a16:creationId xmlns:a16="http://schemas.microsoft.com/office/drawing/2014/main" id="{461C17EB-D85A-4760-94E5-0DA90B17C4D6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733240" y="4055471"/>
            <a:ext cx="5056200" cy="44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50" tIns="34250" rIns="34250" bIns="34250" anchor="ctr">
            <a:normAutofit/>
          </a:bodyPr>
          <a:lstStyle xmlns:a="http://schemas.openxmlformats.org/drawingml/2006/main">
            <a:lvl1pPr marL="4572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1pPr>
            <a:lvl2pPr marL="9144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2pPr>
            <a:lvl3pPr marL="13716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3pPr>
            <a:lvl4pPr marL="18288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4pPr>
            <a:lvl5pPr marL="22860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5pPr>
            <a:lvl6pPr marL="27432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6pPr>
            <a:lvl7pPr marL="32004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7pPr>
            <a:lvl8pPr marL="36576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8pPr>
            <a:lvl9pPr marL="41148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68" name="sanitized-shape-364">
            <a:extLst xmlns:a="http://schemas.openxmlformats.org/drawingml/2006/main">
              <a:ext uri="{FF2B5EF4-FFF2-40B4-BE49-F238E27FC236}">
                <a16:creationId xmlns:a16="http://schemas.microsoft.com/office/drawing/2014/main" id="{1359112F-63F4-40FA-8BD1-A83D560384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718284" y="6418444"/>
            <a:ext cx="273600" cy="25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50" tIns="34250" rIns="34250" bIns="34250" anchor="ctr">
            <a:sp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67.xml><?xml version="1.0" encoding="utf-8"?>
<p:sldLayout xmlns:p="http://schemas.openxmlformats.org/presentationml/2006/main" showMasterSp="0" matchingName="3_Sub Titles and Contents 1">
  <p:cSld name="Sanitized Layout 069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80" name="sanitized-shape-365"/>
          <p:cNvCxnSpPr/>
          <p:nvPr/>
        </p:nvCxnSpPr>
        <p:spPr>
          <a:xfrm xmlns:a="http://schemas.openxmlformats.org/drawingml/2006/main">
            <a:off x="739224" y="651219"/>
            <a:ext cx="11193600" cy="0"/>
          </a:xfrm>
          <a:prstGeom xmlns:a="http://schemas.openxmlformats.org/drawingml/2006/main" prst="straightConnector1">
            <a:avLst/>
          </a:prstGeom>
          <a:ln xmlns:a="http://schemas.openxmlformats.org/drawingml/2006/main" w="67725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72" name="sanitized-shape-366">
            <a:extLst xmlns:a="http://schemas.openxmlformats.org/drawingml/2006/main">
              <a:ext uri="{FF2B5EF4-FFF2-40B4-BE49-F238E27FC236}">
                <a16:creationId xmlns:a16="http://schemas.microsoft.com/office/drawing/2014/main" id="{FC31298A-27FE-4EE5-9813-91CF60536A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36416" y="76200"/>
            <a:ext cx="10741800" cy="58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51425" rIns="51425" bIns="5142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/>
            </a:lvl1pPr>
            <a:lvl2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/>
            </a:lvl2pPr>
            <a:lvl3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/>
            </a:lvl3pPr>
            <a:lvl4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/>
            </a:lvl4pPr>
            <a:lvl5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/>
            </a:lvl5pPr>
            <a:lvl6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/>
            </a:lvl6pPr>
            <a:lvl7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/>
            </a:lvl7pPr>
            <a:lvl8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/>
            </a:lvl8pPr>
            <a:lvl9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73" name="sanitized-shape-367">
            <a:extLst xmlns:a="http://schemas.openxmlformats.org/drawingml/2006/main">
              <a:ext uri="{FF2B5EF4-FFF2-40B4-BE49-F238E27FC236}">
                <a16:creationId xmlns:a16="http://schemas.microsoft.com/office/drawing/2014/main" id="{384D68CF-729A-4EEA-970A-0F8F74ACB30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36416" y="1432100"/>
            <a:ext cx="6235500" cy="8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50" tIns="34250" rIns="34250" bIns="34250" anchor="t">
            <a:normAutofit/>
          </a:bodyPr>
          <a:lstStyle xmlns:a="http://schemas.openxmlformats.org/drawingml/2006/main">
            <a:lvl1pPr marL="45720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•"/>
              <a:defRPr sz="1500"/>
            </a:lvl1pPr>
            <a:lvl2pPr marL="91440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•"/>
              <a:defRPr sz="1500"/>
            </a:lvl2pPr>
            <a:lvl3pPr marL="137160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•"/>
              <a:defRPr sz="1500"/>
            </a:lvl3pPr>
            <a:lvl4pPr marL="182880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•"/>
              <a:defRPr sz="1500"/>
            </a:lvl4pPr>
            <a:lvl5pPr marL="228600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•"/>
              <a:defRPr sz="1500"/>
            </a:lvl5pPr>
            <a:lvl6pPr marL="27432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6pPr>
            <a:lvl7pPr marL="32004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7pPr>
            <a:lvl8pPr marL="36576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8pPr>
            <a:lvl9pPr marL="41148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74" name="sanitized-shape-368">
            <a:extLst xmlns:a="http://schemas.openxmlformats.org/drawingml/2006/main">
              <a:ext uri="{FF2B5EF4-FFF2-40B4-BE49-F238E27FC236}">
                <a16:creationId xmlns:a16="http://schemas.microsoft.com/office/drawing/2014/main" id="{C6BC1FF2-72F5-42D3-81EA-9A9172C07DF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733242" y="982563"/>
            <a:ext cx="5056200" cy="44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50" tIns="34250" rIns="34250" bIns="34250" anchor="ctr">
            <a:normAutofit/>
          </a:bodyPr>
          <a:lstStyle xmlns:a="http://schemas.openxmlformats.org/drawingml/2006/main">
            <a:lvl1pPr marL="4572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1pPr>
            <a:lvl2pPr marL="9144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2pPr>
            <a:lvl3pPr marL="13716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3pPr>
            <a:lvl4pPr marL="18288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4pPr>
            <a:lvl5pPr marL="22860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5pPr>
            <a:lvl6pPr marL="27432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6pPr>
            <a:lvl7pPr marL="32004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7pPr>
            <a:lvl8pPr marL="36576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8pPr>
            <a:lvl9pPr marL="41148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75" name="sanitized-shape-369">
            <a:extLst xmlns:a="http://schemas.openxmlformats.org/drawingml/2006/main">
              <a:ext uri="{FF2B5EF4-FFF2-40B4-BE49-F238E27FC236}">
                <a16:creationId xmlns:a16="http://schemas.microsoft.com/office/drawing/2014/main" id="{20B9247A-5CF9-45D7-857C-C6C69B2EDB35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733242" y="2455547"/>
            <a:ext cx="5056200" cy="44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50" tIns="34250" rIns="34250" bIns="34250" anchor="ctr">
            <a:normAutofit/>
          </a:bodyPr>
          <a:lstStyle xmlns:a="http://schemas.openxmlformats.org/drawingml/2006/main">
            <a:lvl1pPr marL="4572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1pPr>
            <a:lvl2pPr marL="9144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2pPr>
            <a:lvl3pPr marL="13716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3pPr>
            <a:lvl4pPr marL="18288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4pPr>
            <a:lvl5pPr marL="22860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5pPr>
            <a:lvl6pPr marL="27432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6pPr>
            <a:lvl7pPr marL="32004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7pPr>
            <a:lvl8pPr marL="36576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8pPr>
            <a:lvl9pPr marL="41148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76" name="sanitized-shape-370">
            <a:extLst xmlns:a="http://schemas.openxmlformats.org/drawingml/2006/main">
              <a:ext uri="{FF2B5EF4-FFF2-40B4-BE49-F238E27FC236}">
                <a16:creationId xmlns:a16="http://schemas.microsoft.com/office/drawing/2014/main" id="{A4873D3D-10E8-47FB-9DBA-ED6615C8E977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733240" y="4055471"/>
            <a:ext cx="5056200" cy="44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50" tIns="34250" rIns="34250" bIns="34250" anchor="ctr">
            <a:normAutofit/>
          </a:bodyPr>
          <a:lstStyle xmlns:a="http://schemas.openxmlformats.org/drawingml/2006/main">
            <a:lvl1pPr marL="4572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1pPr>
            <a:lvl2pPr marL="9144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2pPr>
            <a:lvl3pPr marL="13716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3pPr>
            <a:lvl4pPr marL="18288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4pPr>
            <a:lvl5pPr marL="22860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5pPr>
            <a:lvl6pPr marL="27432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6pPr>
            <a:lvl7pPr marL="32004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7pPr>
            <a:lvl8pPr marL="36576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8pPr>
            <a:lvl9pPr marL="41148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77" name="sanitized-shape-371">
            <a:extLst xmlns:a="http://schemas.openxmlformats.org/drawingml/2006/main">
              <a:ext uri="{FF2B5EF4-FFF2-40B4-BE49-F238E27FC236}">
                <a16:creationId xmlns:a16="http://schemas.microsoft.com/office/drawing/2014/main" id="{34391281-4D80-41AF-A5C4-CEABC1CA874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718284" y="6418444"/>
            <a:ext cx="273600" cy="25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50" tIns="34250" rIns="34250" bIns="34250" anchor="ctr">
            <a:sp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68.xml><?xml version="1.0" encoding="utf-8"?>
<p:sldLayout xmlns:p="http://schemas.openxmlformats.org/presentationml/2006/main" matchingName="2_Standard header only 2 1">
  <p:cSld name="Sanitized Layout 070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88" name="sanitized-shape-372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2" name="sanitized-shape-373">
            <a:extLst xmlns:a="http://schemas.openxmlformats.org/drawingml/2006/main">
              <a:ext uri="{FF2B5EF4-FFF2-40B4-BE49-F238E27FC236}">
                <a16:creationId xmlns:a16="http://schemas.microsoft.com/office/drawing/2014/main" id="{04E36278-7768-4175-9DAC-B9F839654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t/>
            </a:r>
          </a:p>
        </p:txBody>
      </p:sp>
      <p:sp>
        <p:nvSpPr>
          <p:cNvPr id="483" name="sanitized-shape-374">
            <a:extLst xmlns:a="http://schemas.openxmlformats.org/drawingml/2006/main">
              <a:ext uri="{FF2B5EF4-FFF2-40B4-BE49-F238E27FC236}">
                <a16:creationId xmlns:a16="http://schemas.microsoft.com/office/drawing/2014/main" id="{E1C6D05F-9B3E-4758-B559-A8FA5CBFAA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3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51425" rIns="51425" bIns="51425" anchor="b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84" name="sanitized-shape-375">
            <a:extLst xmlns:a="http://schemas.openxmlformats.org/drawingml/2006/main">
              <a:ext uri="{FF2B5EF4-FFF2-40B4-BE49-F238E27FC236}">
                <a16:creationId xmlns:a16="http://schemas.microsoft.com/office/drawing/2014/main" id="{315E5625-C907-475F-BECF-EAD3481A8E7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59991" y="635634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sp>
        <p:nvSpPr>
          <p:cNvPr id="485" name="sanitized-shape-376">
            <a:extLst xmlns:a="http://schemas.openxmlformats.org/drawingml/2006/main">
              <a:ext uri="{FF2B5EF4-FFF2-40B4-BE49-F238E27FC236}">
                <a16:creationId xmlns:a16="http://schemas.microsoft.com/office/drawing/2014/main" id="{33C68068-6475-416A-AF6C-231A80CF7A4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0729" y="1244337"/>
            <a:ext cx="10767600" cy="38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34250" rIns="68550" bIns="34250" anchor="t">
            <a:no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743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3200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657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4114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</p:spTree>
  </p:cSld>
</p:sldLayout>
</file>

<file path=ppt/slideLayouts/slideLayout69.xml><?xml version="1.0" encoding="utf-8"?>
<p:sldLayout xmlns:p="http://schemas.openxmlformats.org/presentationml/2006/main" matchingName="2_Standard header only 1">
  <p:cSld name="Sanitized Layout 071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95" name="sanitized-shape-377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9" name="sanitized-shape-378">
            <a:extLst xmlns:a="http://schemas.openxmlformats.org/drawingml/2006/main">
              <a:ext uri="{FF2B5EF4-FFF2-40B4-BE49-F238E27FC236}">
                <a16:creationId xmlns:a16="http://schemas.microsoft.com/office/drawing/2014/main" id="{BFA627FC-9CF3-4CCA-BEA1-6756D06D3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490" name="sanitized-shape-379">
            <a:extLst xmlns:a="http://schemas.openxmlformats.org/drawingml/2006/main">
              <a:ext uri="{FF2B5EF4-FFF2-40B4-BE49-F238E27FC236}">
                <a16:creationId xmlns:a16="http://schemas.microsoft.com/office/drawing/2014/main" id="{2024AE4A-9D3E-429E-A894-1AA468ED67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3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91" name="sanitized-shape-380">
            <a:extLst xmlns:a="http://schemas.openxmlformats.org/drawingml/2006/main">
              <a:ext uri="{FF2B5EF4-FFF2-40B4-BE49-F238E27FC236}">
                <a16:creationId xmlns:a16="http://schemas.microsoft.com/office/drawing/2014/main" id="{0DAECF22-58D9-4052-B45B-639DD02726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59991" y="635634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sp>
        <p:nvSpPr>
          <p:cNvPr id="492" name="sanitized-shape-381">
            <a:extLst xmlns:a="http://schemas.openxmlformats.org/drawingml/2006/main">
              <a:ext uri="{FF2B5EF4-FFF2-40B4-BE49-F238E27FC236}">
                <a16:creationId xmlns:a16="http://schemas.microsoft.com/office/drawing/2014/main" id="{118D0AD5-E970-4283-ABFF-3B54BEAE460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0729" y="1244337"/>
            <a:ext cx="10767600" cy="38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2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743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3200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657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4114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</p:spTree>
  </p:cSld>
</p:sldLayout>
</file>

<file path=ppt/slideLayouts/slideLayout70.xml><?xml version="1.0" encoding="utf-8"?>
<p:sldLayout xmlns:p="http://schemas.openxmlformats.org/presentationml/2006/main" showMasterSp="0" matchingName="3_Sub Titles and Contents 12">
  <p:cSld name="Sanitized Layout 072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503" name="sanitized-shape-382"/>
          <p:cNvCxnSpPr/>
          <p:nvPr/>
        </p:nvCxnSpPr>
        <p:spPr>
          <a:xfrm xmlns:a="http://schemas.openxmlformats.org/drawingml/2006/main">
            <a:off x="739224" y="651219"/>
            <a:ext cx="11193600" cy="0"/>
          </a:xfrm>
          <a:prstGeom xmlns:a="http://schemas.openxmlformats.org/drawingml/2006/main" prst="straightConnector1">
            <a:avLst/>
          </a:prstGeom>
          <a:ln xmlns:a="http://schemas.openxmlformats.org/drawingml/2006/main" w="67725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95" name="sanitized-shape-383">
            <a:extLst xmlns:a="http://schemas.openxmlformats.org/drawingml/2006/main">
              <a:ext uri="{FF2B5EF4-FFF2-40B4-BE49-F238E27FC236}">
                <a16:creationId xmlns:a16="http://schemas.microsoft.com/office/drawing/2014/main" id="{647108AF-51DB-4631-A190-C7DB058C1D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36416" y="76200"/>
            <a:ext cx="10741800" cy="58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None/>
              <a:defRPr/>
            </a:lvl1pPr>
            <a:lvl2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None/>
              <a:defRPr/>
            </a:lvl2pPr>
            <a:lvl3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None/>
              <a:defRPr/>
            </a:lvl3pPr>
            <a:lvl4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None/>
              <a:defRPr/>
            </a:lvl4pPr>
            <a:lvl5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None/>
              <a:defRPr/>
            </a:lvl5pPr>
            <a:lvl6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None/>
              <a:defRPr/>
            </a:lvl6pPr>
            <a:lvl7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None/>
              <a:defRPr/>
            </a:lvl7pPr>
            <a:lvl8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None/>
              <a:defRPr/>
            </a:lvl8pPr>
            <a:lvl9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None/>
              <a:defRPr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96" name="sanitized-shape-384">
            <a:extLst xmlns:a="http://schemas.openxmlformats.org/drawingml/2006/main">
              <a:ext uri="{FF2B5EF4-FFF2-40B4-BE49-F238E27FC236}">
                <a16:creationId xmlns:a16="http://schemas.microsoft.com/office/drawing/2014/main" id="{0B36B854-B286-4484-B163-95ED5C24BA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36416" y="1432100"/>
            <a:ext cx="6235500" cy="8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45700" rIns="45700" bIns="45700" anchor="t">
            <a:normAutofit/>
          </a:bodyPr>
          <a:lstStyle xmlns:a="http://schemas.openxmlformats.org/drawingml/2006/main">
            <a:lvl1pPr marL="4572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•"/>
              <a:defRPr sz="1500"/>
            </a:lvl1pPr>
            <a:lvl2pPr marL="9144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•"/>
              <a:defRPr sz="1500"/>
            </a:lvl2pPr>
            <a:lvl3pPr marL="13716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•"/>
              <a:defRPr sz="1500"/>
            </a:lvl3pPr>
            <a:lvl4pPr marL="18288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•"/>
              <a:defRPr sz="1500"/>
            </a:lvl4pPr>
            <a:lvl5pPr marL="22860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•"/>
              <a:defRPr sz="1500"/>
            </a:lvl5pPr>
            <a:lvl6pPr marL="27432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6pPr>
            <a:lvl7pPr marL="32004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7pPr>
            <a:lvl8pPr marL="36576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8pPr>
            <a:lvl9pPr marL="41148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97" name="sanitized-shape-385">
            <a:extLst xmlns:a="http://schemas.openxmlformats.org/drawingml/2006/main">
              <a:ext uri="{FF2B5EF4-FFF2-40B4-BE49-F238E27FC236}">
                <a16:creationId xmlns:a16="http://schemas.microsoft.com/office/drawing/2014/main" id="{E7865951-9DF0-4C38-84D3-DDD5D212CA4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733242" y="982563"/>
            <a:ext cx="5056200" cy="44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45700" rIns="45700" bIns="45700" anchor="ctr">
            <a:normAutofit/>
          </a:bodyPr>
          <a:lstStyle xmlns:a="http://schemas.openxmlformats.org/drawingml/2006/main">
            <a:lvl1pPr marL="4572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1pPr>
            <a:lvl2pPr marL="9144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2pPr>
            <a:lvl3pPr marL="13716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3pPr>
            <a:lvl4pPr marL="18288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4pPr>
            <a:lvl5pPr marL="22860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5pPr>
            <a:lvl6pPr marL="27432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6pPr>
            <a:lvl7pPr marL="32004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7pPr>
            <a:lvl8pPr marL="36576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8pPr>
            <a:lvl9pPr marL="41148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98" name="sanitized-shape-386">
            <a:extLst xmlns:a="http://schemas.openxmlformats.org/drawingml/2006/main">
              <a:ext uri="{FF2B5EF4-FFF2-40B4-BE49-F238E27FC236}">
                <a16:creationId xmlns:a16="http://schemas.microsoft.com/office/drawing/2014/main" id="{41BE8BC2-BC0F-4565-B4A5-115E95D53C61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733242" y="2455547"/>
            <a:ext cx="5056200" cy="44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45700" rIns="45700" bIns="45700" anchor="ctr">
            <a:normAutofit/>
          </a:bodyPr>
          <a:lstStyle xmlns:a="http://schemas.openxmlformats.org/drawingml/2006/main">
            <a:lvl1pPr marL="4572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1pPr>
            <a:lvl2pPr marL="9144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2pPr>
            <a:lvl3pPr marL="13716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3pPr>
            <a:lvl4pPr marL="18288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4pPr>
            <a:lvl5pPr marL="22860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5pPr>
            <a:lvl6pPr marL="27432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6pPr>
            <a:lvl7pPr marL="32004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7pPr>
            <a:lvl8pPr marL="36576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8pPr>
            <a:lvl9pPr marL="41148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99" name="sanitized-shape-387">
            <a:extLst xmlns:a="http://schemas.openxmlformats.org/drawingml/2006/main">
              <a:ext uri="{FF2B5EF4-FFF2-40B4-BE49-F238E27FC236}">
                <a16:creationId xmlns:a16="http://schemas.microsoft.com/office/drawing/2014/main" id="{934951B9-0065-41DB-A6E1-AF49DE703931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733239" y="4055471"/>
            <a:ext cx="5056200" cy="44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45700" rIns="45700" bIns="45700" anchor="ctr">
            <a:normAutofit/>
          </a:bodyPr>
          <a:lstStyle xmlns:a="http://schemas.openxmlformats.org/drawingml/2006/main">
            <a:lvl1pPr marL="4572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1pPr>
            <a:lvl2pPr marL="9144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2pPr>
            <a:lvl3pPr marL="13716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3pPr>
            <a:lvl4pPr marL="18288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4pPr>
            <a:lvl5pPr marL="22860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5pPr>
            <a:lvl6pPr marL="27432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6pPr>
            <a:lvl7pPr marL="32004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7pPr>
            <a:lvl8pPr marL="36576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8pPr>
            <a:lvl9pPr marL="41148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00" name="sanitized-shape-388">
            <a:extLst xmlns:a="http://schemas.openxmlformats.org/drawingml/2006/main">
              <a:ext uri="{FF2B5EF4-FFF2-40B4-BE49-F238E27FC236}">
                <a16:creationId xmlns:a16="http://schemas.microsoft.com/office/drawing/2014/main" id="{9FA87646-9BB7-40C9-B826-E878E177EBF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718284" y="6406785"/>
            <a:ext cx="273600" cy="27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45700" rIns="45700" bIns="45700" anchor="ctr">
            <a:sp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71.xml><?xml version="1.0" encoding="utf-8"?>
<p:sldLayout xmlns:p="http://schemas.openxmlformats.org/presentationml/2006/main" matchingName="2_Standard header only 3">
  <p:cSld name="Sanitized Layout 073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512" name="sanitized-shape-389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05" name="sanitized-shape-390">
            <a:extLst xmlns:a="http://schemas.openxmlformats.org/drawingml/2006/main">
              <a:ext uri="{FF2B5EF4-FFF2-40B4-BE49-F238E27FC236}">
                <a16:creationId xmlns:a16="http://schemas.microsoft.com/office/drawing/2014/main" id="{B8E94581-D02A-4016-A6C8-D89BFF96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506" name="sanitized-shape-391">
            <a:extLst xmlns:a="http://schemas.openxmlformats.org/drawingml/2006/main">
              <a:ext uri="{FF2B5EF4-FFF2-40B4-BE49-F238E27FC236}">
                <a16:creationId xmlns:a16="http://schemas.microsoft.com/office/drawing/2014/main" id="{DA600D3F-4185-4BCC-AB68-606C00624B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3"/>
            <a:ext cx="107673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07" name="sanitized-shape-392">
            <a:extLst xmlns:a="http://schemas.openxmlformats.org/drawingml/2006/main">
              <a:ext uri="{FF2B5EF4-FFF2-40B4-BE49-F238E27FC236}">
                <a16:creationId xmlns:a16="http://schemas.microsoft.com/office/drawing/2014/main" id="{7775E208-26E5-4EC8-A3C7-277BD26709A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59991" y="635634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sp>
        <p:nvSpPr>
          <p:cNvPr id="508" name="sanitized-shape-393">
            <a:extLst xmlns:a="http://schemas.openxmlformats.org/drawingml/2006/main">
              <a:ext uri="{FF2B5EF4-FFF2-40B4-BE49-F238E27FC236}">
                <a16:creationId xmlns:a16="http://schemas.microsoft.com/office/drawing/2014/main" id="{27F07C76-504B-4307-B3D4-A053A97BB87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0727" y="1244337"/>
            <a:ext cx="10767300" cy="38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2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743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3200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657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4114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09" name="sanitized-shape-394">
            <a:extLst xmlns:a="http://schemas.openxmlformats.org/drawingml/2006/main">
              <a:ext uri="{FF2B5EF4-FFF2-40B4-BE49-F238E27FC236}">
                <a16:creationId xmlns:a16="http://schemas.microsoft.com/office/drawing/2014/main" id="{9C51559D-40F0-4835-B7E4-EF678CF53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8668" y="6415085"/>
            <a:ext cx="8882700" cy="24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9950" tIns="54700" rIns="89950" bIns="449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100"/>
              <a:buFont typeface="Times New Roman"/>
              <a:buNone/>
            </a:pPr>
            <a:r>
              <a:rPr sz="1100" b="0" i="0" u="none" cap="none">
                <a:solidFill>
                  <a:srgbClr val="80808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</p:cSld>
</p:sldLayout>
</file>

<file path=ppt/slideLayouts/slideLayout72.xml><?xml version="1.0" encoding="utf-8"?>
<p:sldLayout xmlns:p="http://schemas.openxmlformats.org/presentationml/2006/main" matchingName="2_Standard header only 1 5 11">
  <p:cSld name="Sanitized Layout 074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518" name="sanitized-shape-395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13" name="sanitized-shape-396">
            <a:extLst xmlns:a="http://schemas.openxmlformats.org/drawingml/2006/main">
              <a:ext uri="{FF2B5EF4-FFF2-40B4-BE49-F238E27FC236}">
                <a16:creationId xmlns:a16="http://schemas.microsoft.com/office/drawing/2014/main" id="{1E35EAE8-240D-405D-A651-41AF82199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Calibri"/>
              <a:buNone/>
            </a:pPr>
            <a:r>
              <a:t/>
            </a:r>
          </a:p>
        </p:txBody>
      </p:sp>
      <p:sp>
        <p:nvSpPr>
          <p:cNvPr id="514" name="sanitized-shape-397">
            <a:extLst xmlns:a="http://schemas.openxmlformats.org/drawingml/2006/main">
              <a:ext uri="{FF2B5EF4-FFF2-40B4-BE49-F238E27FC236}">
                <a16:creationId xmlns:a16="http://schemas.microsoft.com/office/drawing/2014/main" id="{E33D70DA-DA26-4094-9BFA-2F6747DB1C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3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550" tIns="38550" rIns="38550" bIns="38550" anchor="b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sz="21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15" name="sanitized-shape-398">
            <a:extLst xmlns:a="http://schemas.openxmlformats.org/drawingml/2006/main">
              <a:ext uri="{FF2B5EF4-FFF2-40B4-BE49-F238E27FC236}">
                <a16:creationId xmlns:a16="http://schemas.microsoft.com/office/drawing/2014/main" id="{6A2F71B9-6D62-40B3-BB81-A9A2578F453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579509" y="6492800"/>
            <a:ext cx="6093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925" tIns="14475" rIns="28925" bIns="14475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73.xml><?xml version="1.0" encoding="utf-8"?>
<p:sldLayout xmlns:p="http://schemas.openxmlformats.org/presentationml/2006/main" matchingName="Title and Content 5">
  <p:cSld name="Sanitized Layout 075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7" name="sanitized-shape-399">
            <a:extLst xmlns:a="http://schemas.openxmlformats.org/drawingml/2006/main">
              <a:ext uri="{FF2B5EF4-FFF2-40B4-BE49-F238E27FC236}">
                <a16:creationId xmlns:a16="http://schemas.microsoft.com/office/drawing/2014/main" id="{7074FFB5-2C79-48D9-BA67-BEFF995DB45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406191" y="6403534"/>
            <a:ext cx="7314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t">
            <a:normAutofit/>
          </a:bodyPr>
          <a:lstStyle xmlns:a="http://schemas.openxmlformats.org/drawingml/2006/main">
            <a:lvl1pPr>
              <a:buNone/>
              <a:defRPr>
                <a:latin typeface="Calibri"/>
                <a:ea typeface="Calibri"/>
                <a:cs typeface="Calibri"/>
              </a:defRPr>
            </a:lvl1pPr>
            <a:lvl2pPr>
              <a:buNone/>
              <a:defRPr>
                <a:latin typeface="Calibri"/>
                <a:ea typeface="Calibri"/>
                <a:cs typeface="Calibri"/>
              </a:defRPr>
            </a:lvl2pPr>
            <a:lvl3pPr>
              <a:buNone/>
              <a:defRPr>
                <a:latin typeface="Calibri"/>
                <a:ea typeface="Calibri"/>
                <a:cs typeface="Calibri"/>
              </a:defRPr>
            </a:lvl3pPr>
            <a:lvl4pPr>
              <a:buNone/>
              <a:defRPr>
                <a:latin typeface="Calibri"/>
                <a:ea typeface="Calibri"/>
                <a:cs typeface="Calibri"/>
              </a:defRPr>
            </a:lvl4pPr>
            <a:lvl5pPr>
              <a:buNone/>
              <a:defRPr>
                <a:latin typeface="Calibri"/>
                <a:ea typeface="Calibri"/>
                <a:cs typeface="Calibri"/>
              </a:defRPr>
            </a:lvl5pPr>
            <a:lvl6pPr>
              <a:buNone/>
              <a:defRPr>
                <a:latin typeface="Calibri"/>
                <a:ea typeface="Calibri"/>
                <a:cs typeface="Calibri"/>
              </a:defRPr>
            </a:lvl6pPr>
            <a:lvl7pPr>
              <a:buNone/>
              <a:defRPr>
                <a:latin typeface="Calibri"/>
                <a:ea typeface="Calibri"/>
                <a:cs typeface="Calibri"/>
              </a:defRPr>
            </a:lvl7pPr>
            <a:lvl8pPr>
              <a:buNone/>
              <a:defRPr>
                <a:latin typeface="Calibri"/>
                <a:ea typeface="Calibri"/>
                <a:cs typeface="Calibri"/>
              </a:defRPr>
            </a:lvl8pPr>
            <a:lvl9pPr>
              <a:buNone/>
              <a:defRPr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cxnSp>
        <p:nvCxnSpPr>
          <p:cNvPr id="527" name="sanitized-shape-400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19" name="sanitized-shape-401">
            <a:extLst xmlns:a="http://schemas.openxmlformats.org/drawingml/2006/main">
              <a:ext uri="{FF2B5EF4-FFF2-40B4-BE49-F238E27FC236}">
                <a16:creationId xmlns:a16="http://schemas.microsoft.com/office/drawing/2014/main" id="{E0D598B1-7207-4E49-AD64-76A6A701E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521" name="sanitized-shape-402">
            <a:extLst xmlns:a="http://schemas.openxmlformats.org/drawingml/2006/main">
              <a:ext uri="{FF2B5EF4-FFF2-40B4-BE49-F238E27FC236}">
                <a16:creationId xmlns:a16="http://schemas.microsoft.com/office/drawing/2014/main" id="{3858625D-3B01-4CFF-B118-E0545C67B1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3"/>
            <a:ext cx="107673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</p:spTree>
  </p:cSld>
</p:sldLayout>
</file>

<file path=ppt/slideLayouts/slideLayout74.xml><?xml version="1.0" encoding="utf-8"?>
<p:sldLayout xmlns:p="http://schemas.openxmlformats.org/presentationml/2006/main" matchingName="2_Title and Content 3">
  <p:cSld name="Sanitized Layout 076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3" name="sanitized-shape-403">
            <a:extLst xmlns:a="http://schemas.openxmlformats.org/drawingml/2006/main">
              <a:ext uri="{FF2B5EF4-FFF2-40B4-BE49-F238E27FC236}">
                <a16:creationId xmlns:a16="http://schemas.microsoft.com/office/drawing/2014/main" id="{266936D0-F7ED-4277-9048-7811AFC15D8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7590" y="6356350"/>
            <a:ext cx="41139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1pPr>
            <a:lvl2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2pPr>
            <a:lvl3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3pPr>
            <a:lvl4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4pPr>
            <a:lvl5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5pPr>
            <a:lvl6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6pPr>
            <a:lvl7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7pPr>
            <a:lvl8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8pPr>
            <a:lvl9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9pPr>
          </a:lstStyle>
          <a:p xmlns:a="http://schemas.openxmlformats.org/drawingml/2006/main">
            <a:r>
              <a:t/>
            </a:r>
          </a:p>
        </p:txBody>
      </p:sp>
      <p:cxnSp>
        <p:nvCxnSpPr>
          <p:cNvPr id="533" name="sanitized-shape-404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26" name="sanitized-shape-405">
            <a:extLst xmlns:a="http://schemas.openxmlformats.org/drawingml/2006/main">
              <a:ext uri="{FF2B5EF4-FFF2-40B4-BE49-F238E27FC236}">
                <a16:creationId xmlns:a16="http://schemas.microsoft.com/office/drawing/2014/main" id="{BA0307BE-B9BA-49DC-811B-F9326EB1CA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36416" y="101600"/>
            <a:ext cx="10741800" cy="58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  <a:defRPr sz="21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  <a:defRPr sz="2100"/>
            </a:lvl2pPr>
            <a:lvl3pPr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  <a:defRPr sz="2100"/>
            </a:lvl3pPr>
            <a:lvl4pPr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  <a:defRPr sz="2100"/>
            </a:lvl4pPr>
            <a:lvl5pPr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  <a:defRPr sz="2100"/>
            </a:lvl5pPr>
            <a:lvl6pPr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  <a:defRPr sz="2100"/>
            </a:lvl6pPr>
            <a:lvl7pPr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  <a:defRPr sz="2100"/>
            </a:lvl7pPr>
            <a:lvl8pPr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  <a:defRPr sz="2100"/>
            </a:lvl8pPr>
            <a:lvl9pPr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  <a:defRPr sz="2100"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27" name="sanitized-shape-406">
            <a:extLst xmlns:a="http://schemas.openxmlformats.org/drawingml/2006/main">
              <a:ext uri="{FF2B5EF4-FFF2-40B4-BE49-F238E27FC236}">
                <a16:creationId xmlns:a16="http://schemas.microsoft.com/office/drawing/2014/main" id="{F418BE71-383B-4084-83CD-41E3DA0CA08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5473" y="6356350"/>
            <a:ext cx="766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75.xml><?xml version="1.0" encoding="utf-8"?>
<p:sldLayout xmlns:p="http://schemas.openxmlformats.org/presentationml/2006/main" matchingName="2_Standard header only 1 1 2">
  <p:cSld name="Sanitized Layout 077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537" name="sanitized-shape-407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31" name="sanitized-shape-408">
            <a:extLst xmlns:a="http://schemas.openxmlformats.org/drawingml/2006/main">
              <a:ext uri="{FF2B5EF4-FFF2-40B4-BE49-F238E27FC236}">
                <a16:creationId xmlns:a16="http://schemas.microsoft.com/office/drawing/2014/main" id="{ABADE65A-A82F-412A-8C5B-2360F4448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25" tIns="19225" rIns="38525" bIns="192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532" name="sanitized-shape-409">
            <a:extLst xmlns:a="http://schemas.openxmlformats.org/drawingml/2006/main">
              <a:ext uri="{FF2B5EF4-FFF2-40B4-BE49-F238E27FC236}">
                <a16:creationId xmlns:a16="http://schemas.microsoft.com/office/drawing/2014/main" id="{2094F467-E4CE-4350-9C86-42E372967D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3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33" name="sanitized-shape-410">
            <a:extLst xmlns:a="http://schemas.openxmlformats.org/drawingml/2006/main">
              <a:ext uri="{FF2B5EF4-FFF2-40B4-BE49-F238E27FC236}">
                <a16:creationId xmlns:a16="http://schemas.microsoft.com/office/drawing/2014/main" id="{E8F1A1D0-33C7-478D-A7B4-8BD9752FD9F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59991" y="635634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sp>
        <p:nvSpPr>
          <p:cNvPr id="534" name="sanitized-shape-411">
            <a:extLst xmlns:a="http://schemas.openxmlformats.org/drawingml/2006/main">
              <a:ext uri="{FF2B5EF4-FFF2-40B4-BE49-F238E27FC236}">
                <a16:creationId xmlns:a16="http://schemas.microsoft.com/office/drawing/2014/main" id="{6C1B547A-4F13-43B5-8DB0-49708977060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0729" y="1244337"/>
            <a:ext cx="10767600" cy="38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2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743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3200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657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4114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</p:spTree>
  </p:cSld>
</p:sldLayout>
</file>

<file path=ppt/slideLayouts/slideLayout76.xml><?xml version="1.0" encoding="utf-8"?>
<p:sldLayout xmlns:p="http://schemas.openxmlformats.org/presentationml/2006/main" matchingName="1_Title and Content">
  <p:cSld name="Sanitized Layout 078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6" name="sanitized-shape-412">
            <a:extLst xmlns:a="http://schemas.openxmlformats.org/drawingml/2006/main">
              <a:ext uri="{FF2B5EF4-FFF2-40B4-BE49-F238E27FC236}">
                <a16:creationId xmlns:a16="http://schemas.microsoft.com/office/drawing/2014/main" id="{65FD5E25-E07B-4C76-AB50-F107C024C4C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406191" y="6403534"/>
            <a:ext cx="7314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t">
            <a:normAutofit/>
          </a:bodyPr>
          <a:lstStyle xmlns:a="http://schemas.openxmlformats.org/drawingml/2006/main">
            <a:lvl1pPr>
              <a:buNone/>
              <a:defRPr>
                <a:latin typeface="Calibri"/>
                <a:ea typeface="Calibri"/>
                <a:cs typeface="Calibri"/>
              </a:defRPr>
            </a:lvl1pPr>
            <a:lvl2pPr>
              <a:buNone/>
              <a:defRPr>
                <a:latin typeface="Calibri"/>
                <a:ea typeface="Calibri"/>
                <a:cs typeface="Calibri"/>
              </a:defRPr>
            </a:lvl2pPr>
            <a:lvl3pPr>
              <a:buNone/>
              <a:defRPr>
                <a:latin typeface="Calibri"/>
                <a:ea typeface="Calibri"/>
                <a:cs typeface="Calibri"/>
              </a:defRPr>
            </a:lvl3pPr>
            <a:lvl4pPr>
              <a:buNone/>
              <a:defRPr>
                <a:latin typeface="Calibri"/>
                <a:ea typeface="Calibri"/>
                <a:cs typeface="Calibri"/>
              </a:defRPr>
            </a:lvl4pPr>
            <a:lvl5pPr>
              <a:buNone/>
              <a:defRPr>
                <a:latin typeface="Calibri"/>
                <a:ea typeface="Calibri"/>
                <a:cs typeface="Calibri"/>
              </a:defRPr>
            </a:lvl5pPr>
            <a:lvl6pPr>
              <a:buNone/>
              <a:defRPr>
                <a:latin typeface="Calibri"/>
                <a:ea typeface="Calibri"/>
                <a:cs typeface="Calibri"/>
              </a:defRPr>
            </a:lvl6pPr>
            <a:lvl7pPr>
              <a:buNone/>
              <a:defRPr>
                <a:latin typeface="Calibri"/>
                <a:ea typeface="Calibri"/>
                <a:cs typeface="Calibri"/>
              </a:defRPr>
            </a:lvl7pPr>
            <a:lvl8pPr>
              <a:buNone/>
              <a:defRPr>
                <a:latin typeface="Calibri"/>
                <a:ea typeface="Calibri"/>
                <a:cs typeface="Calibri"/>
              </a:defRPr>
            </a:lvl8pPr>
            <a:lvl9pPr>
              <a:buNone/>
              <a:defRPr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cxnSp>
        <p:nvCxnSpPr>
          <p:cNvPr id="546" name="sanitized-shape-413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39" name="sanitized-shape-414">
            <a:extLst xmlns:a="http://schemas.openxmlformats.org/drawingml/2006/main">
              <a:ext uri="{FF2B5EF4-FFF2-40B4-BE49-F238E27FC236}">
                <a16:creationId xmlns:a16="http://schemas.microsoft.com/office/drawing/2014/main" id="{ACD1C48E-72B4-4EDA-982E-C47CB7560A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4"/>
            <a:ext cx="107673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40" name="sanitized-shape-415">
            <a:extLst xmlns:a="http://schemas.openxmlformats.org/drawingml/2006/main">
              <a:ext uri="{FF2B5EF4-FFF2-40B4-BE49-F238E27FC236}">
                <a16:creationId xmlns:a16="http://schemas.microsoft.com/office/drawing/2014/main" id="{A6F41526-E69E-4852-B391-0C17D9C82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</p:spTree>
  </p:cSld>
</p:sldLayout>
</file>

<file path=ppt/slideLayouts/slideLayout77.xml><?xml version="1.0" encoding="utf-8"?>
<p:sldLayout xmlns:p="http://schemas.openxmlformats.org/presentationml/2006/main" matchingName="3_Sub Titles and Contents 2">
  <p:cSld name="Sanitized Layout 079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2" name="sanitized-shape-416">
            <a:extLst xmlns:a="http://schemas.openxmlformats.org/drawingml/2006/main">
              <a:ext uri="{FF2B5EF4-FFF2-40B4-BE49-F238E27FC236}">
                <a16:creationId xmlns:a16="http://schemas.microsoft.com/office/drawing/2014/main" id="{7BA129D3-CA6B-4FEE-990C-512950A574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7989" y="1573132"/>
            <a:ext cx="6236100" cy="8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60925" rIns="121875" bIns="60925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Arial"/>
                <a:ea typeface="Arial"/>
                <a:cs typeface="Arial"/>
              </a:defRPr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43" name="sanitized-shape-417">
            <a:extLst xmlns:a="http://schemas.openxmlformats.org/drawingml/2006/main">
              <a:ext uri="{FF2B5EF4-FFF2-40B4-BE49-F238E27FC236}">
                <a16:creationId xmlns:a16="http://schemas.microsoft.com/office/drawing/2014/main" id="{A16D6BDD-02CE-4174-ADC9-2C2D882E2CF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7989" y="2975184"/>
            <a:ext cx="6236100" cy="90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60925" rIns="121875" bIns="60925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Arial"/>
                <a:ea typeface="Arial"/>
                <a:cs typeface="Arial"/>
              </a:defRPr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44" name="sanitized-shape-418">
            <a:extLst xmlns:a="http://schemas.openxmlformats.org/drawingml/2006/main">
              <a:ext uri="{FF2B5EF4-FFF2-40B4-BE49-F238E27FC236}">
                <a16:creationId xmlns:a16="http://schemas.microsoft.com/office/drawing/2014/main" id="{5696D1E4-F4B2-44C9-8B20-5F95169276D7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837989" y="4495621"/>
            <a:ext cx="6236100" cy="116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60925" rIns="121875" bIns="60925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Arial"/>
                <a:ea typeface="Arial"/>
                <a:cs typeface="Arial"/>
              </a:defRPr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45" name="sanitized-shape-419">
            <a:extLst xmlns:a="http://schemas.openxmlformats.org/drawingml/2006/main">
              <a:ext uri="{FF2B5EF4-FFF2-40B4-BE49-F238E27FC236}">
                <a16:creationId xmlns:a16="http://schemas.microsoft.com/office/drawing/2014/main" id="{E16C760D-41F1-4164-92B3-03C9F4D4B3CA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834814" y="1123968"/>
            <a:ext cx="5056200" cy="43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60925" rIns="121875" bIns="60925" anchor="ctr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>
                <a:solidFill>
                  <a:srgbClr val="EE4D2D"/>
                </a:solidFill>
                <a:latin typeface="Arial"/>
                <a:ea typeface="Arial"/>
                <a:cs typeface="Arial"/>
              </a:defRPr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46" name="sanitized-shape-420">
            <a:extLst xmlns:a="http://schemas.openxmlformats.org/drawingml/2006/main">
              <a:ext uri="{FF2B5EF4-FFF2-40B4-BE49-F238E27FC236}">
                <a16:creationId xmlns:a16="http://schemas.microsoft.com/office/drawing/2014/main" id="{E896F6A4-AAB3-47F1-873D-FC104A969C2C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834815" y="2524676"/>
            <a:ext cx="5056200" cy="43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60925" rIns="121875" bIns="60925" anchor="ctr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>
                <a:solidFill>
                  <a:srgbClr val="EE4D2D"/>
                </a:solidFill>
                <a:latin typeface="Arial"/>
                <a:ea typeface="Arial"/>
                <a:cs typeface="Arial"/>
              </a:defRPr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47" name="sanitized-shape-421">
            <a:extLst xmlns:a="http://schemas.openxmlformats.org/drawingml/2006/main">
              <a:ext uri="{FF2B5EF4-FFF2-40B4-BE49-F238E27FC236}">
                <a16:creationId xmlns:a16="http://schemas.microsoft.com/office/drawing/2014/main" id="{1883E7B8-DA9E-4953-863E-694031DDEFD3}"/>
              </a:ext>
            </a:extLst>
          </p:cNvPr>
          <p:cNvSpPr>
            <a:spLocks xmlns:a="http://schemas.openxmlformats.org/drawingml/2006/main" noGrp="1"/>
          </p:cNvSpPr>
          <p:nvPr>
            <p:ph type="body" idx="6"/>
          </p:nvPr>
        </p:nvSpPr>
        <p:spPr>
          <a:xfrm xmlns:a="http://schemas.openxmlformats.org/drawingml/2006/main">
            <a:off x="834814" y="4046259"/>
            <a:ext cx="5056200" cy="43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60925" rIns="121875" bIns="60925" anchor="ctr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>
                <a:solidFill>
                  <a:srgbClr val="EE4D2D"/>
                </a:solidFill>
                <a:latin typeface="Arial"/>
                <a:ea typeface="Arial"/>
                <a:cs typeface="Arial"/>
              </a:defRPr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48" name="sanitized-shape-422">
            <a:extLst xmlns:a="http://schemas.openxmlformats.org/drawingml/2006/main">
              <a:ext uri="{FF2B5EF4-FFF2-40B4-BE49-F238E27FC236}">
                <a16:creationId xmlns:a16="http://schemas.microsoft.com/office/drawing/2014/main" id="{8F1B4388-508B-4522-8700-E39C06BD98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7989" y="256477"/>
            <a:ext cx="10857000" cy="45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60925" rIns="121875" bIns="6092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49" name="sanitized-shape-423">
            <a:extLst xmlns:a="http://schemas.openxmlformats.org/drawingml/2006/main">
              <a:ext uri="{FF2B5EF4-FFF2-40B4-BE49-F238E27FC236}">
                <a16:creationId xmlns:a16="http://schemas.microsoft.com/office/drawing/2014/main" id="{677172E7-D8B8-45A0-9A35-34CD82DED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5674" y="6385063"/>
            <a:ext cx="434400" cy="30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60925" rIns="121875" bIns="6092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rPr sz="12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fld>
          </a:p>
        </p:txBody>
      </p:sp>
      <p:sp>
        <p:nvSpPr>
          <p:cNvPr id="550" name="sanitized-shape-424">
            <a:extLst xmlns:a="http://schemas.openxmlformats.org/drawingml/2006/main">
              <a:ext uri="{FF2B5EF4-FFF2-40B4-BE49-F238E27FC236}">
                <a16:creationId xmlns:a16="http://schemas.microsoft.com/office/drawing/2014/main" id="{A10221E7-94D4-4200-BA06-1FF9828DF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8669" y="6415085"/>
            <a:ext cx="8882700" cy="24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9950" tIns="54700" rIns="89950" bIns="449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500"/>
              <a:buFont typeface="Times New Roman"/>
              <a:buNone/>
            </a:pPr>
            <a:r>
              <a:rPr sz="1100" b="0" i="0" u="none" cap="none">
                <a:solidFill>
                  <a:srgbClr val="80808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551" name="sanitized-shape-425">
            <a:extLst xmlns:a="http://schemas.openxmlformats.org/drawingml/2006/main">
              <a:ext uri="{FF2B5EF4-FFF2-40B4-BE49-F238E27FC236}">
                <a16:creationId xmlns:a16="http://schemas.microsoft.com/office/drawing/2014/main" id="{660B21B2-602F-426B-BFDB-8C707D6F8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950" y="1544885"/>
            <a:ext cx="671700" cy="1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022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60925" rIns="121875" bIns="609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552" name="sanitized-shape-426">
            <a:extLst xmlns:a="http://schemas.openxmlformats.org/drawingml/2006/main">
              <a:ext uri="{FF2B5EF4-FFF2-40B4-BE49-F238E27FC236}">
                <a16:creationId xmlns:a16="http://schemas.microsoft.com/office/drawing/2014/main" id="{2CADEE00-ECA3-44C1-9BC3-F1AD4F422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950" y="1928259"/>
            <a:ext cx="671700" cy="1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74C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60925" rIns="121875" bIns="609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553" name="sanitized-shape-427">
            <a:extLst xmlns:a="http://schemas.openxmlformats.org/drawingml/2006/main">
              <a:ext uri="{FF2B5EF4-FFF2-40B4-BE49-F238E27FC236}">
                <a16:creationId xmlns:a16="http://schemas.microsoft.com/office/drawing/2014/main" id="{2EFA051A-4D0F-4177-BD40-76C1FE3E9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950" y="2311632"/>
            <a:ext cx="671700" cy="1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AB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60925" rIns="121875" bIns="609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554" name="sanitized-shape-428">
            <a:extLst xmlns:a="http://schemas.openxmlformats.org/drawingml/2006/main">
              <a:ext uri="{FF2B5EF4-FFF2-40B4-BE49-F238E27FC236}">
                <a16:creationId xmlns:a16="http://schemas.microsoft.com/office/drawing/2014/main" id="{716F47D5-F81F-4FF1-ABE8-8B2F72B31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950" y="2695005"/>
            <a:ext cx="671700" cy="1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3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60925" rIns="121875" bIns="609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555" name="sanitized-shape-429">
            <a:extLst xmlns:a="http://schemas.openxmlformats.org/drawingml/2006/main">
              <a:ext uri="{FF2B5EF4-FFF2-40B4-BE49-F238E27FC236}">
                <a16:creationId xmlns:a16="http://schemas.microsoft.com/office/drawing/2014/main" id="{5DAAFF9A-3BF6-4C58-8404-626E03CD0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950" y="1167784"/>
            <a:ext cx="671700" cy="1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422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60925" rIns="121875" bIns="609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556" name="sanitized-shape-430">
            <a:extLst xmlns:a="http://schemas.openxmlformats.org/drawingml/2006/main">
              <a:ext uri="{FF2B5EF4-FFF2-40B4-BE49-F238E27FC236}">
                <a16:creationId xmlns:a16="http://schemas.microsoft.com/office/drawing/2014/main" id="{AA7A2653-7374-4CBB-B28B-F5857E99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950" y="3078379"/>
            <a:ext cx="671700" cy="1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9B6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60925" rIns="121875" bIns="609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557" name="sanitized-shape-431">
            <a:extLst xmlns:a="http://schemas.openxmlformats.org/drawingml/2006/main">
              <a:ext uri="{FF2B5EF4-FFF2-40B4-BE49-F238E27FC236}">
                <a16:creationId xmlns:a16="http://schemas.microsoft.com/office/drawing/2014/main" id="{CDA851AB-04AA-4C97-A1F8-78F5BBEF8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950" y="3461752"/>
            <a:ext cx="671700" cy="1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A8B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60925" rIns="121875" bIns="609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558" name="sanitized-shape-432">
            <a:extLst xmlns:a="http://schemas.openxmlformats.org/drawingml/2006/main">
              <a:ext uri="{FF2B5EF4-FFF2-40B4-BE49-F238E27FC236}">
                <a16:creationId xmlns:a16="http://schemas.microsoft.com/office/drawing/2014/main" id="{40DB5F7C-F1F4-4601-8AB5-12424C867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950" y="1352885"/>
            <a:ext cx="671700" cy="1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011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60925" rIns="121875" bIns="609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559" name="sanitized-shape-433">
            <a:extLst xmlns:a="http://schemas.openxmlformats.org/drawingml/2006/main">
              <a:ext uri="{FF2B5EF4-FFF2-40B4-BE49-F238E27FC236}">
                <a16:creationId xmlns:a16="http://schemas.microsoft.com/office/drawing/2014/main" id="{7C2DC536-BF9F-4011-80A7-36F4759FB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950" y="1736259"/>
            <a:ext cx="671700" cy="1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36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60925" rIns="121875" bIns="609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560" name="sanitized-shape-434">
            <a:extLst xmlns:a="http://schemas.openxmlformats.org/drawingml/2006/main">
              <a:ext uri="{FF2B5EF4-FFF2-40B4-BE49-F238E27FC236}">
                <a16:creationId xmlns:a16="http://schemas.microsoft.com/office/drawing/2014/main" id="{2FC3E6F8-F324-4EFC-8132-914500B4C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950" y="2119632"/>
            <a:ext cx="671700" cy="1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3D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60925" rIns="121875" bIns="609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561" name="sanitized-shape-435">
            <a:extLst xmlns:a="http://schemas.openxmlformats.org/drawingml/2006/main">
              <a:ext uri="{FF2B5EF4-FFF2-40B4-BE49-F238E27FC236}">
                <a16:creationId xmlns:a16="http://schemas.microsoft.com/office/drawing/2014/main" id="{82DFA301-7CDF-42CA-B6D1-605E86E7E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950" y="2503005"/>
            <a:ext cx="671700" cy="1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B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60925" rIns="121875" bIns="609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562" name="sanitized-shape-436">
            <a:extLst xmlns:a="http://schemas.openxmlformats.org/drawingml/2006/main">
              <a:ext uri="{FF2B5EF4-FFF2-40B4-BE49-F238E27FC236}">
                <a16:creationId xmlns:a16="http://schemas.microsoft.com/office/drawing/2014/main" id="{3EFFCC13-3F53-402C-AC4E-BD15368E4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950" y="975784"/>
            <a:ext cx="671700" cy="1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4D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60925" rIns="121875" bIns="609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563" name="sanitized-shape-437">
            <a:extLst xmlns:a="http://schemas.openxmlformats.org/drawingml/2006/main">
              <a:ext uri="{FF2B5EF4-FFF2-40B4-BE49-F238E27FC236}">
                <a16:creationId xmlns:a16="http://schemas.microsoft.com/office/drawing/2014/main" id="{9ACA6808-655C-4A90-B4FF-4C0808BA9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950" y="2886379"/>
            <a:ext cx="671700" cy="1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AA6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60925" rIns="121875" bIns="609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564" name="sanitized-shape-438">
            <a:extLst xmlns:a="http://schemas.openxmlformats.org/drawingml/2006/main">
              <a:ext uri="{FF2B5EF4-FFF2-40B4-BE49-F238E27FC236}">
                <a16:creationId xmlns:a16="http://schemas.microsoft.com/office/drawing/2014/main" id="{D3505DF2-0320-4567-8792-584A00B7F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950" y="3269752"/>
            <a:ext cx="671700" cy="1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B9C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60925" rIns="121875" bIns="609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565" name="sanitized-shape-439">
            <a:extLst xmlns:a="http://schemas.openxmlformats.org/drawingml/2006/main">
              <a:ext uri="{FF2B5EF4-FFF2-40B4-BE49-F238E27FC236}">
                <a16:creationId xmlns:a16="http://schemas.microsoft.com/office/drawing/2014/main" id="{9CF6F850-F899-482D-976D-2F4EE2DF2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7560" y="660673"/>
            <a:ext cx="1572900" cy="24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566" name="sanitized-shape-440">
            <a:extLst xmlns:a="http://schemas.openxmlformats.org/drawingml/2006/main">
              <a:ext uri="{FF2B5EF4-FFF2-40B4-BE49-F238E27FC236}">
                <a16:creationId xmlns:a16="http://schemas.microsoft.com/office/drawing/2014/main" id="{49648C3C-0B83-4DC2-813C-EA085FBAE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7560" y="3819968"/>
            <a:ext cx="215400" cy="21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011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60925" rIns="121875" bIns="609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567" name="sanitized-shape-441">
            <a:extLst xmlns:a="http://schemas.openxmlformats.org/drawingml/2006/main">
              <a:ext uri="{FF2B5EF4-FFF2-40B4-BE49-F238E27FC236}">
                <a16:creationId xmlns:a16="http://schemas.microsoft.com/office/drawing/2014/main" id="{40D43F21-A8D2-46D9-B653-12065B99B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7560" y="4046259"/>
            <a:ext cx="996300" cy="99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6925" cmpd="sng">
            <a:solidFill>
              <a:srgbClr val="591B1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121875" tIns="60925" rIns="121875" bIns="609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</p:spTree>
  </p:cSld>
</p:sldLayout>
</file>

<file path=ppt/slideLayouts/slideLayout78.xml><?xml version="1.0" encoding="utf-8"?>
<p:sldLayout xmlns:p="http://schemas.openxmlformats.org/presentationml/2006/main" matchingName="结尾 1">
  <p:cSld name="Sanitized Layout 080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578" name="sanitized-shape-442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71" name="sanitized-shape-443">
            <a:extLst xmlns:a="http://schemas.openxmlformats.org/drawingml/2006/main">
              <a:ext uri="{FF2B5EF4-FFF2-40B4-BE49-F238E27FC236}">
                <a16:creationId xmlns:a16="http://schemas.microsoft.com/office/drawing/2014/main" id="{456DE9F5-3E57-48CA-BFBA-A2A816AE4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572" name="sanitized-shape-444">
            <a:extLst xmlns:a="http://schemas.openxmlformats.org/drawingml/2006/main">
              <a:ext uri="{FF2B5EF4-FFF2-40B4-BE49-F238E27FC236}">
                <a16:creationId xmlns:a16="http://schemas.microsoft.com/office/drawing/2014/main" id="{BE108BA8-0993-448C-B781-4903A56FBE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4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73" name="sanitized-shape-445">
            <a:extLst xmlns:a="http://schemas.openxmlformats.org/drawingml/2006/main">
              <a:ext uri="{FF2B5EF4-FFF2-40B4-BE49-F238E27FC236}">
                <a16:creationId xmlns:a16="http://schemas.microsoft.com/office/drawing/2014/main" id="{EA55A9FD-48C0-4131-9B75-678A05950D8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59991" y="635634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sp>
        <p:nvSpPr>
          <p:cNvPr id="574" name="sanitized-shape-446">
            <a:extLst xmlns:a="http://schemas.openxmlformats.org/drawingml/2006/main">
              <a:ext uri="{FF2B5EF4-FFF2-40B4-BE49-F238E27FC236}">
                <a16:creationId xmlns:a16="http://schemas.microsoft.com/office/drawing/2014/main" id="{95B8685D-42E1-44BB-929E-FB24DDDA1D0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0728" y="1244338"/>
            <a:ext cx="10767600" cy="38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2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743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3200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657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4114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75" name="sanitized-shape-447">
            <a:extLst xmlns:a="http://schemas.openxmlformats.org/drawingml/2006/main">
              <a:ext uri="{FF2B5EF4-FFF2-40B4-BE49-F238E27FC236}">
                <a16:creationId xmlns:a16="http://schemas.microsoft.com/office/drawing/2014/main" id="{D9871C5B-9495-4F92-B453-EFBD520EB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8668" y="6415085"/>
            <a:ext cx="8882700" cy="24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9950" tIns="54700" rIns="89950" bIns="449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100"/>
              <a:buFont typeface="Times New Roman"/>
              <a:buNone/>
            </a:pPr>
            <a:r>
              <a:rPr sz="1100" b="0" i="0" u="none" cap="none">
                <a:solidFill>
                  <a:srgbClr val="80808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</p:cSld>
</p:sldLayout>
</file>

<file path=ppt/slideLayouts/slideLayout79.xml><?xml version="1.0" encoding="utf-8"?>
<p:sldLayout xmlns:p="http://schemas.openxmlformats.org/presentationml/2006/main" matchingName="Title slide" type="title">
  <p:cSld name="Sanitized Layout 08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1" name="sanitized-shape-451">
            <a:extLst xmlns:a="http://schemas.openxmlformats.org/drawingml/2006/main">
              <a:ext uri="{FF2B5EF4-FFF2-40B4-BE49-F238E27FC236}">
                <a16:creationId xmlns:a16="http://schemas.microsoft.com/office/drawing/2014/main" id="{0198CC29-7182-4FEA-8D75-519A047B17B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415507" y="992767"/>
            <a:ext cx="11358000" cy="2736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82" name="sanitized-shape-452">
            <a:extLst xmlns:a="http://schemas.openxmlformats.org/drawingml/2006/main">
              <a:ext uri="{FF2B5EF4-FFF2-40B4-BE49-F238E27FC236}">
                <a16:creationId xmlns:a16="http://schemas.microsoft.com/office/drawing/2014/main" id="{E680EA68-4F79-4E2F-B416-533BA5094CF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15496" y="3778833"/>
            <a:ext cx="11358000" cy="1056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83" name="sanitized-shape-453">
            <a:extLst xmlns:a="http://schemas.openxmlformats.org/drawingml/2006/main">
              <a:ext uri="{FF2B5EF4-FFF2-40B4-BE49-F238E27FC236}">
                <a16:creationId xmlns:a16="http://schemas.microsoft.com/office/drawing/2014/main" id="{0B295CA8-CFB1-4439-A342-05211341F83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3784" y="6217622"/>
            <a:ext cx="7314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80.xml><?xml version="1.0" encoding="utf-8"?>
<p:sldLayout xmlns:p="http://schemas.openxmlformats.org/presentationml/2006/main" matchingName="Section header" type="secHead">
  <p:cSld name="Sanitized Layout 08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5" name="sanitized-shape-454">
            <a:extLst xmlns:a="http://schemas.openxmlformats.org/drawingml/2006/main">
              <a:ext uri="{FF2B5EF4-FFF2-40B4-BE49-F238E27FC236}">
                <a16:creationId xmlns:a16="http://schemas.microsoft.com/office/drawing/2014/main" id="{3CA3121B-FDD3-4EBE-A0FE-81CE694547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15496" y="2867800"/>
            <a:ext cx="11358000" cy="112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86" name="sanitized-shape-455">
            <a:extLst xmlns:a="http://schemas.openxmlformats.org/drawingml/2006/main">
              <a:ext uri="{FF2B5EF4-FFF2-40B4-BE49-F238E27FC236}">
                <a16:creationId xmlns:a16="http://schemas.microsoft.com/office/drawing/2014/main" id="{BB4AA2CA-60FB-4A6F-A44B-D439B33A854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3784" y="6217622"/>
            <a:ext cx="7314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81.xml><?xml version="1.0" encoding="utf-8"?>
<p:sldLayout xmlns:p="http://schemas.openxmlformats.org/presentationml/2006/main" matchingName="Title and body">
  <p:cSld name="Sanitized Layout 08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8" name="sanitized-shape-456">
            <a:extLst xmlns:a="http://schemas.openxmlformats.org/drawingml/2006/main">
              <a:ext uri="{FF2B5EF4-FFF2-40B4-BE49-F238E27FC236}">
                <a16:creationId xmlns:a16="http://schemas.microsoft.com/office/drawing/2014/main" id="{6D3206E1-98DB-42D9-9D42-6494266B07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15496" y="593367"/>
            <a:ext cx="11358000" cy="7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89" name="sanitized-shape-457">
            <a:extLst xmlns:a="http://schemas.openxmlformats.org/drawingml/2006/main">
              <a:ext uri="{FF2B5EF4-FFF2-40B4-BE49-F238E27FC236}">
                <a16:creationId xmlns:a16="http://schemas.microsoft.com/office/drawing/2014/main" id="{D9AEBD4D-24BB-4305-9224-FF7C009E99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15496" y="1536633"/>
            <a:ext cx="11358000" cy="455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t">
            <a:normAutofit/>
          </a:bodyPr>
          <a:lstStyle xmlns:a="http://schemas.openxmlformats.org/drawingml/2006/main">
            <a:lvl1pPr marL="45720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90" name="sanitized-shape-458">
            <a:extLst xmlns:a="http://schemas.openxmlformats.org/drawingml/2006/main">
              <a:ext uri="{FF2B5EF4-FFF2-40B4-BE49-F238E27FC236}">
                <a16:creationId xmlns:a16="http://schemas.microsoft.com/office/drawing/2014/main" id="{C26C4041-83EA-45CD-B171-B5A812ED59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3784" y="6217622"/>
            <a:ext cx="7314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82.xml><?xml version="1.0" encoding="utf-8"?>
<p:sldLayout xmlns:p="http://schemas.openxmlformats.org/presentationml/2006/main" matchingName="Title and two columns">
  <p:cSld name="Sanitized Layout 085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2" name="sanitized-shape-459">
            <a:extLst xmlns:a="http://schemas.openxmlformats.org/drawingml/2006/main">
              <a:ext uri="{FF2B5EF4-FFF2-40B4-BE49-F238E27FC236}">
                <a16:creationId xmlns:a16="http://schemas.microsoft.com/office/drawing/2014/main" id="{AEDCEA6E-6366-4781-8ED6-1C806E677C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15496" y="593367"/>
            <a:ext cx="11358000" cy="7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93" name="sanitized-shape-460">
            <a:extLst xmlns:a="http://schemas.openxmlformats.org/drawingml/2006/main">
              <a:ext uri="{FF2B5EF4-FFF2-40B4-BE49-F238E27FC236}">
                <a16:creationId xmlns:a16="http://schemas.microsoft.com/office/drawing/2014/main" id="{0CF764D9-E9A6-4EE0-9AEA-1D7219A528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15496" y="1536633"/>
            <a:ext cx="5331900" cy="455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t">
            <a:normAutofit/>
          </a:bodyPr>
          <a:lstStyle xmlns:a="http://schemas.openxmlformats.org/drawingml/2006/main">
            <a:lvl1pPr marL="45720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94" name="sanitized-shape-461">
            <a:extLst xmlns:a="http://schemas.openxmlformats.org/drawingml/2006/main">
              <a:ext uri="{FF2B5EF4-FFF2-40B4-BE49-F238E27FC236}">
                <a16:creationId xmlns:a16="http://schemas.microsoft.com/office/drawing/2014/main" id="{8EDAF408-9390-4B41-960A-A590832C4BE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41588" y="1536633"/>
            <a:ext cx="5331900" cy="455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t">
            <a:normAutofit/>
          </a:bodyPr>
          <a:lstStyle xmlns:a="http://schemas.openxmlformats.org/drawingml/2006/main">
            <a:lvl1pPr marL="45720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95" name="sanitized-shape-462">
            <a:extLst xmlns:a="http://schemas.openxmlformats.org/drawingml/2006/main">
              <a:ext uri="{FF2B5EF4-FFF2-40B4-BE49-F238E27FC236}">
                <a16:creationId xmlns:a16="http://schemas.microsoft.com/office/drawing/2014/main" id="{E436B2EB-48CD-4BA1-AE23-EEA7A6A27D7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3784" y="6217622"/>
            <a:ext cx="7314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83.xml><?xml version="1.0" encoding="utf-8"?>
<p:sldLayout xmlns:p="http://schemas.openxmlformats.org/presentationml/2006/main" matchingName="Title only" type="titleOnly">
  <p:cSld name="Sanitized Layout 086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7" name="sanitized-shape-463">
            <a:extLst xmlns:a="http://schemas.openxmlformats.org/drawingml/2006/main">
              <a:ext uri="{FF2B5EF4-FFF2-40B4-BE49-F238E27FC236}">
                <a16:creationId xmlns:a16="http://schemas.microsoft.com/office/drawing/2014/main" id="{4EED5A73-B592-412E-BCF2-FC69DCD536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15496" y="593367"/>
            <a:ext cx="11358000" cy="7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98" name="sanitized-shape-464">
            <a:extLst xmlns:a="http://schemas.openxmlformats.org/drawingml/2006/main">
              <a:ext uri="{FF2B5EF4-FFF2-40B4-BE49-F238E27FC236}">
                <a16:creationId xmlns:a16="http://schemas.microsoft.com/office/drawing/2014/main" id="{18B90512-54EF-4ED9-BDF4-C5CF9D1D2B4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3784" y="6217622"/>
            <a:ext cx="7314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84.xml><?xml version="1.0" encoding="utf-8"?>
<p:sldLayout xmlns:p="http://schemas.openxmlformats.org/presentationml/2006/main" matchingName="One column text">
  <p:cSld name="Sanitized Layout 087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0" name="sanitized-shape-465">
            <a:extLst xmlns:a="http://schemas.openxmlformats.org/drawingml/2006/main">
              <a:ext uri="{FF2B5EF4-FFF2-40B4-BE49-F238E27FC236}">
                <a16:creationId xmlns:a16="http://schemas.microsoft.com/office/drawing/2014/main" id="{5459855B-32E1-4E56-A24E-7A0126BC99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15496" y="740800"/>
            <a:ext cx="3743100" cy="100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b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01" name="sanitized-shape-466">
            <a:extLst xmlns:a="http://schemas.openxmlformats.org/drawingml/2006/main">
              <a:ext uri="{FF2B5EF4-FFF2-40B4-BE49-F238E27FC236}">
                <a16:creationId xmlns:a16="http://schemas.microsoft.com/office/drawing/2014/main" id="{B0053D63-EBCF-4652-B971-B3523143A26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15496" y="1852800"/>
            <a:ext cx="3743100" cy="4239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t">
            <a:normAutofit/>
          </a:bodyPr>
          <a:lstStyle xmlns:a="http://schemas.openxmlformats.org/drawingml/2006/main">
            <a:lvl1pPr marL="45720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02" name="sanitized-shape-467">
            <a:extLst xmlns:a="http://schemas.openxmlformats.org/drawingml/2006/main">
              <a:ext uri="{FF2B5EF4-FFF2-40B4-BE49-F238E27FC236}">
                <a16:creationId xmlns:a16="http://schemas.microsoft.com/office/drawing/2014/main" id="{F2DA5A39-616B-4E95-8284-F5AD960EF6B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3784" y="6217622"/>
            <a:ext cx="7314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85.xml><?xml version="1.0" encoding="utf-8"?>
<p:sldLayout xmlns:p="http://schemas.openxmlformats.org/presentationml/2006/main" matchingName="Main point">
  <p:cSld name="Sanitized Layout 088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4" name="sanitized-shape-468">
            <a:extLst xmlns:a="http://schemas.openxmlformats.org/drawingml/2006/main">
              <a:ext uri="{FF2B5EF4-FFF2-40B4-BE49-F238E27FC236}">
                <a16:creationId xmlns:a16="http://schemas.microsoft.com/office/drawing/2014/main" id="{802E7666-095A-46DE-9E60-0E2E0E55D6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53503" y="600200"/>
            <a:ext cx="8488200" cy="545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ctr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05" name="sanitized-shape-469">
            <a:extLst xmlns:a="http://schemas.openxmlformats.org/drawingml/2006/main">
              <a:ext uri="{FF2B5EF4-FFF2-40B4-BE49-F238E27FC236}">
                <a16:creationId xmlns:a16="http://schemas.microsoft.com/office/drawing/2014/main" id="{2C76E614-E3BD-4A57-A9EE-DCFB1D8F8F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3784" y="6217622"/>
            <a:ext cx="7314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86.xml><?xml version="1.0" encoding="utf-8"?>
<p:sldLayout xmlns:p="http://schemas.openxmlformats.org/presentationml/2006/main" matchingName="Section title and description">
  <p:cSld name="Sanitized Layout 089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7" name="sanitized-shape-470">
            <a:extLst xmlns:a="http://schemas.openxmlformats.org/drawingml/2006/main">
              <a:ext uri="{FF2B5EF4-FFF2-40B4-BE49-F238E27FC236}">
                <a16:creationId xmlns:a16="http://schemas.microsoft.com/office/drawing/2014/main" id="{3E2230E0-7835-410E-A870-E93B33D43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475" y="-167"/>
            <a:ext cx="6094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608" name="sanitized-shape-471">
            <a:extLst xmlns:a="http://schemas.openxmlformats.org/drawingml/2006/main">
              <a:ext uri="{FF2B5EF4-FFF2-40B4-BE49-F238E27FC236}">
                <a16:creationId xmlns:a16="http://schemas.microsoft.com/office/drawing/2014/main" id="{7DCBCC39-0606-4125-BE1E-D256EFA97D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3911" y="1644233"/>
            <a:ext cx="5392200" cy="197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09" name="sanitized-shape-472">
            <a:extLst xmlns:a="http://schemas.openxmlformats.org/drawingml/2006/main">
              <a:ext uri="{FF2B5EF4-FFF2-40B4-BE49-F238E27FC236}">
                <a16:creationId xmlns:a16="http://schemas.microsoft.com/office/drawing/2014/main" id="{F96856A2-3907-49B6-8E37-D3CE53A2531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53911" y="3737433"/>
            <a:ext cx="5392200" cy="164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10" name="sanitized-shape-473">
            <a:extLst xmlns:a="http://schemas.openxmlformats.org/drawingml/2006/main">
              <a:ext uri="{FF2B5EF4-FFF2-40B4-BE49-F238E27FC236}">
                <a16:creationId xmlns:a16="http://schemas.microsoft.com/office/drawing/2014/main" id="{04FBB235-4555-4354-AA31-C21D0C66C3B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584352" y="965433"/>
            <a:ext cx="5114700" cy="4926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ctr">
            <a:normAutofit/>
          </a:bodyPr>
          <a:lstStyle xmlns:a="http://schemas.openxmlformats.org/drawingml/2006/main">
            <a:lvl1pPr marL="45720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11" name="sanitized-shape-474">
            <a:extLst xmlns:a="http://schemas.openxmlformats.org/drawingml/2006/main">
              <a:ext uri="{FF2B5EF4-FFF2-40B4-BE49-F238E27FC236}">
                <a16:creationId xmlns:a16="http://schemas.microsoft.com/office/drawing/2014/main" id="{77C90015-6C9C-4E9B-8EF9-280E9DC5A89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3784" y="6217622"/>
            <a:ext cx="7314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87.xml><?xml version="1.0" encoding="utf-8"?>
<p:sldLayout xmlns:p="http://schemas.openxmlformats.org/presentationml/2006/main" matchingName="Caption">
  <p:cSld name="Sanitized Layout 090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3" name="sanitized-shape-475">
            <a:extLst xmlns:a="http://schemas.openxmlformats.org/drawingml/2006/main">
              <a:ext uri="{FF2B5EF4-FFF2-40B4-BE49-F238E27FC236}">
                <a16:creationId xmlns:a16="http://schemas.microsoft.com/office/drawing/2014/main" id="{479FB793-43A3-4950-96EF-D24EFE92BAC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15496" y="5640767"/>
            <a:ext cx="7996500" cy="80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ctr">
            <a:normAutofit/>
          </a:bodyPr>
          <a:lstStyle xmlns:a="http://schemas.openxmlformats.org/drawingml/2006/main"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 xmlns:a="http://schemas.openxmlformats.org/drawingml/2006/main">
            <a:r>
              <a:t/>
            </a:r>
          </a:p>
        </p:txBody>
      </p:sp>
      <p:sp>
        <p:nvSpPr>
          <p:cNvPr id="614" name="sanitized-shape-476">
            <a:extLst xmlns:a="http://schemas.openxmlformats.org/drawingml/2006/main">
              <a:ext uri="{FF2B5EF4-FFF2-40B4-BE49-F238E27FC236}">
                <a16:creationId xmlns:a16="http://schemas.microsoft.com/office/drawing/2014/main" id="{CBF0E49B-C45B-42FE-8C3D-2EDAD2E2B10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3784" y="6217622"/>
            <a:ext cx="7314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88.xml><?xml version="1.0" encoding="utf-8"?>
<p:sldLayout xmlns:p="http://schemas.openxmlformats.org/presentationml/2006/main" matchingName="Big number">
  <p:cSld name="Sanitized Layout 09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6" name="sanitized-shape-477">
            <a:extLst xmlns:a="http://schemas.openxmlformats.org/drawingml/2006/main">
              <a:ext uri="{FF2B5EF4-FFF2-40B4-BE49-F238E27FC236}">
                <a16:creationId xmlns:a16="http://schemas.microsoft.com/office/drawing/2014/main" id="{304F7012-1C1E-49FB-BEAF-FDC89E52EF09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15496" y="1474833"/>
            <a:ext cx="11358000" cy="2618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17" name="sanitized-shape-478">
            <a:extLst xmlns:a="http://schemas.openxmlformats.org/drawingml/2006/main">
              <a:ext uri="{FF2B5EF4-FFF2-40B4-BE49-F238E27FC236}">
                <a16:creationId xmlns:a16="http://schemas.microsoft.com/office/drawing/2014/main" id="{E317E3D6-5C79-4702-B9CB-9F17CD0C5C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15496" y="4202967"/>
            <a:ext cx="11358000" cy="173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t">
            <a:normAutofit/>
          </a:bodyPr>
          <a:lstStyle xmlns:a="http://schemas.openxmlformats.org/drawingml/2006/main">
            <a:lvl1pPr marL="457200" indent="-3810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indent="-34925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indent="-34925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indent="-34925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indent="-34925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indent="-34925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indent="-34925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indent="-34925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indent="-34925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18" name="sanitized-shape-479">
            <a:extLst xmlns:a="http://schemas.openxmlformats.org/drawingml/2006/main">
              <a:ext uri="{FF2B5EF4-FFF2-40B4-BE49-F238E27FC236}">
                <a16:creationId xmlns:a16="http://schemas.microsoft.com/office/drawing/2014/main" id="{04C2EFBB-2BFA-4038-8102-81826DD31DE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3784" y="6217622"/>
            <a:ext cx="7314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89.xml><?xml version="1.0" encoding="utf-8"?>
<p:sldLayout xmlns:p="http://schemas.openxmlformats.org/presentationml/2006/main" matchingName="Blank" type="blank">
  <p:cSld name="Sanitized Layout 09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0" name="sanitized-shape-480">
            <a:extLst xmlns:a="http://schemas.openxmlformats.org/drawingml/2006/main">
              <a:ext uri="{FF2B5EF4-FFF2-40B4-BE49-F238E27FC236}">
                <a16:creationId xmlns:a16="http://schemas.microsoft.com/office/drawing/2014/main" id="{45D3A124-CC1B-4EE0-A456-2D7489B9E53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3784" y="6217622"/>
            <a:ext cx="7314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90.xml><?xml version="1.0" encoding="utf-8"?>
<p:sldLayout xmlns:p="http://schemas.openxmlformats.org/presentationml/2006/main" matchingName="Title and Content 5">
  <p:cSld name="Sanitized Layout 09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2" name="sanitized-shape-481">
            <a:extLst xmlns:a="http://schemas.openxmlformats.org/drawingml/2006/main">
              <a:ext uri="{FF2B5EF4-FFF2-40B4-BE49-F238E27FC236}">
                <a16:creationId xmlns:a16="http://schemas.microsoft.com/office/drawing/2014/main" id="{5D2E39B5-CBD4-4A6D-AD82-8A774DE579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406191" y="6403534"/>
            <a:ext cx="7314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t">
            <a:normAutofit/>
          </a:bodyPr>
          <a:lstStyle xmlns:a="http://schemas.openxmlformats.org/drawingml/2006/main">
            <a:lvl1pPr>
              <a:buNone/>
              <a:defRPr>
                <a:latin typeface="Calibri"/>
                <a:ea typeface="Calibri"/>
                <a:cs typeface="Calibri"/>
              </a:defRPr>
            </a:lvl1pPr>
            <a:lvl2pPr>
              <a:buNone/>
              <a:defRPr>
                <a:latin typeface="Calibri"/>
                <a:ea typeface="Calibri"/>
                <a:cs typeface="Calibri"/>
              </a:defRPr>
            </a:lvl2pPr>
            <a:lvl3pPr>
              <a:buNone/>
              <a:defRPr>
                <a:latin typeface="Calibri"/>
                <a:ea typeface="Calibri"/>
                <a:cs typeface="Calibri"/>
              </a:defRPr>
            </a:lvl3pPr>
            <a:lvl4pPr>
              <a:buNone/>
              <a:defRPr>
                <a:latin typeface="Calibri"/>
                <a:ea typeface="Calibri"/>
                <a:cs typeface="Calibri"/>
              </a:defRPr>
            </a:lvl4pPr>
            <a:lvl5pPr>
              <a:buNone/>
              <a:defRPr>
                <a:latin typeface="Calibri"/>
                <a:ea typeface="Calibri"/>
                <a:cs typeface="Calibri"/>
              </a:defRPr>
            </a:lvl5pPr>
            <a:lvl6pPr>
              <a:buNone/>
              <a:defRPr>
                <a:latin typeface="Calibri"/>
                <a:ea typeface="Calibri"/>
                <a:cs typeface="Calibri"/>
              </a:defRPr>
            </a:lvl6pPr>
            <a:lvl7pPr>
              <a:buNone/>
              <a:defRPr>
                <a:latin typeface="Calibri"/>
                <a:ea typeface="Calibri"/>
                <a:cs typeface="Calibri"/>
              </a:defRPr>
            </a:lvl7pPr>
            <a:lvl8pPr>
              <a:buNone/>
              <a:defRPr>
                <a:latin typeface="Calibri"/>
                <a:ea typeface="Calibri"/>
                <a:cs typeface="Calibri"/>
              </a:defRPr>
            </a:lvl8pPr>
            <a:lvl9pPr>
              <a:buNone/>
              <a:defRPr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cxnSp>
        <p:nvCxnSpPr>
          <p:cNvPr id="632" name="sanitized-shape-482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24" name="sanitized-shape-483">
            <a:extLst xmlns:a="http://schemas.openxmlformats.org/drawingml/2006/main">
              <a:ext uri="{FF2B5EF4-FFF2-40B4-BE49-F238E27FC236}">
                <a16:creationId xmlns:a16="http://schemas.microsoft.com/office/drawing/2014/main" id="{8BA797D7-D17C-431D-A97B-5DBB47973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9525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626" name="sanitized-shape-484">
            <a:extLst xmlns:a="http://schemas.openxmlformats.org/drawingml/2006/main">
              <a:ext uri="{FF2B5EF4-FFF2-40B4-BE49-F238E27FC236}">
                <a16:creationId xmlns:a16="http://schemas.microsoft.com/office/drawing/2014/main" id="{381D4DE2-9845-4D52-A640-4ED2AD8530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3"/>
            <a:ext cx="107673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</p:spTree>
  </p:cSld>
</p:sldLayout>
</file>

<file path=ppt/slideLayouts/slideLayout91.xml><?xml version="1.0" encoding="utf-8"?>
<p:sldLayout xmlns:p="http://schemas.openxmlformats.org/presentationml/2006/main" matchingName="Content">
  <p:cSld name="Sanitized Layout 09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8" name="sanitized-shape-485">
            <a:extLst xmlns:a="http://schemas.openxmlformats.org/drawingml/2006/main">
              <a:ext uri="{FF2B5EF4-FFF2-40B4-BE49-F238E27FC236}">
                <a16:creationId xmlns:a16="http://schemas.microsoft.com/office/drawing/2014/main" id="{5F9E5C8F-77E6-4FF5-80A6-A1F3F12E49D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7631" y="6356351"/>
            <a:ext cx="41139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cxnSp>
        <p:nvCxnSpPr>
          <p:cNvPr id="639" name="sanitized-shape-486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31" name="sanitized-shape-487">
            <a:extLst xmlns:a="http://schemas.openxmlformats.org/drawingml/2006/main">
              <a:ext uri="{FF2B5EF4-FFF2-40B4-BE49-F238E27FC236}">
                <a16:creationId xmlns:a16="http://schemas.microsoft.com/office/drawing/2014/main" id="{C09E932D-A782-4D67-A18A-A8814CAD5A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36424" y="101600"/>
            <a:ext cx="10741800" cy="58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32" name="sanitized-shape-488">
            <a:extLst xmlns:a="http://schemas.openxmlformats.org/drawingml/2006/main">
              <a:ext uri="{FF2B5EF4-FFF2-40B4-BE49-F238E27FC236}">
                <a16:creationId xmlns:a16="http://schemas.microsoft.com/office/drawing/2014/main" id="{A097EB45-8401-44CC-9F32-C2020423200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36424" y="1741999"/>
            <a:ext cx="10741800" cy="43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marR="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●"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L="914400" marR="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○"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1371600" marR="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■"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1828800" marR="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●"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2286000" marR="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○"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743200" marR="0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■"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3200400" marR="0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●"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657600" marR="0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○"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4114800" marR="0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■"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33" name="sanitized-shape-489">
            <a:extLst xmlns:a="http://schemas.openxmlformats.org/drawingml/2006/main">
              <a:ext uri="{FF2B5EF4-FFF2-40B4-BE49-F238E27FC236}">
                <a16:creationId xmlns:a16="http://schemas.microsoft.com/office/drawing/2014/main" id="{7F8D17B9-B5B3-44BB-B079-F43F351E1D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5588" y="6356351"/>
            <a:ext cx="766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92.xml><?xml version="1.0" encoding="utf-8"?>
<p:sldLayout xmlns:p="http://schemas.openxmlformats.org/presentationml/2006/main" matchingName="2_Title and Content 3">
  <p:cSld name="Sanitized Layout 095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5" name="sanitized-shape-490">
            <a:extLst xmlns:a="http://schemas.openxmlformats.org/drawingml/2006/main">
              <a:ext uri="{FF2B5EF4-FFF2-40B4-BE49-F238E27FC236}">
                <a16:creationId xmlns:a16="http://schemas.microsoft.com/office/drawing/2014/main" id="{1743E8DD-2771-485C-82D1-93EB8C17556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7590" y="6356350"/>
            <a:ext cx="41139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1pPr>
            <a:lvl2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2pPr>
            <a:lvl3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3pPr>
            <a:lvl4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4pPr>
            <a:lvl5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5pPr>
            <a:lvl6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6pPr>
            <a:lvl7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7pPr>
            <a:lvl8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8pPr>
            <a:lvl9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9pPr>
          </a:lstStyle>
          <a:p xmlns:a="http://schemas.openxmlformats.org/drawingml/2006/main">
            <a:r>
              <a:t/>
            </a:r>
          </a:p>
        </p:txBody>
      </p:sp>
      <p:cxnSp>
        <p:nvCxnSpPr>
          <p:cNvPr id="645" name="sanitized-shape-491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38" name="sanitized-shape-492">
            <a:extLst xmlns:a="http://schemas.openxmlformats.org/drawingml/2006/main">
              <a:ext uri="{FF2B5EF4-FFF2-40B4-BE49-F238E27FC236}">
                <a16:creationId xmlns:a16="http://schemas.microsoft.com/office/drawing/2014/main" id="{7FBC135C-AB1D-4540-B00C-0947EE65D5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36416" y="101600"/>
            <a:ext cx="10741800" cy="58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  <a:defRPr sz="21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  <a:defRPr sz="2100"/>
            </a:lvl2pPr>
            <a:lvl3pPr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  <a:defRPr sz="2100"/>
            </a:lvl3pPr>
            <a:lvl4pPr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  <a:defRPr sz="2100"/>
            </a:lvl4pPr>
            <a:lvl5pPr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  <a:defRPr sz="2100"/>
            </a:lvl5pPr>
            <a:lvl6pPr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  <a:defRPr sz="2100"/>
            </a:lvl6pPr>
            <a:lvl7pPr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  <a:defRPr sz="2100"/>
            </a:lvl7pPr>
            <a:lvl8pPr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  <a:defRPr sz="2100"/>
            </a:lvl8pPr>
            <a:lvl9pPr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  <a:defRPr sz="2100"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39" name="sanitized-shape-493">
            <a:extLst xmlns:a="http://schemas.openxmlformats.org/drawingml/2006/main">
              <a:ext uri="{FF2B5EF4-FFF2-40B4-BE49-F238E27FC236}">
                <a16:creationId xmlns:a16="http://schemas.microsoft.com/office/drawing/2014/main" id="{9C0A8CF8-0D5C-4138-A1B0-61731B3739C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5473" y="6356350"/>
            <a:ext cx="766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93.xml><?xml version="1.0" encoding="utf-8"?>
<p:sldLayout xmlns:p="http://schemas.openxmlformats.org/presentationml/2006/main" matchingName="2_Standard header only1">
  <p:cSld name="Sanitized Layout 096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650" name="sanitized-shape-494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43" name="sanitized-shape-495">
            <a:extLst xmlns:a="http://schemas.openxmlformats.org/drawingml/2006/main">
              <a:ext uri="{FF2B5EF4-FFF2-40B4-BE49-F238E27FC236}">
                <a16:creationId xmlns:a16="http://schemas.microsoft.com/office/drawing/2014/main" id="{5D6A6890-01DD-402A-A2C9-474BBCF9B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644" name="sanitized-shape-496">
            <a:extLst xmlns:a="http://schemas.openxmlformats.org/drawingml/2006/main">
              <a:ext uri="{FF2B5EF4-FFF2-40B4-BE49-F238E27FC236}">
                <a16:creationId xmlns:a16="http://schemas.microsoft.com/office/drawing/2014/main" id="{00C20938-1F17-49AF-A6FA-BC10A79413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4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45" name="sanitized-shape-497">
            <a:extLst xmlns:a="http://schemas.openxmlformats.org/drawingml/2006/main">
              <a:ext uri="{FF2B5EF4-FFF2-40B4-BE49-F238E27FC236}">
                <a16:creationId xmlns:a16="http://schemas.microsoft.com/office/drawing/2014/main" id="{252AED0F-0685-45A4-9C51-7DF77EFEA87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59991" y="635634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sp>
        <p:nvSpPr>
          <p:cNvPr id="646" name="sanitized-shape-498">
            <a:extLst xmlns:a="http://schemas.openxmlformats.org/drawingml/2006/main">
              <a:ext uri="{FF2B5EF4-FFF2-40B4-BE49-F238E27FC236}">
                <a16:creationId xmlns:a16="http://schemas.microsoft.com/office/drawing/2014/main" id="{5C4F843A-4C16-4553-8957-6A04D4E2CF1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0728" y="1244338"/>
            <a:ext cx="10767600" cy="38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2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743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3200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657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4114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47" name="sanitized-shape-499">
            <a:extLst xmlns:a="http://schemas.openxmlformats.org/drawingml/2006/main">
              <a:ext uri="{FF2B5EF4-FFF2-40B4-BE49-F238E27FC236}">
                <a16:creationId xmlns:a16="http://schemas.microsoft.com/office/drawing/2014/main" id="{8C5834BA-C3B7-4771-94C0-4E8769746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8668" y="6415085"/>
            <a:ext cx="8882700" cy="24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9950" tIns="54700" rIns="89950" bIns="449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100"/>
              <a:buFont typeface="Times New Roman"/>
              <a:buNone/>
            </a:pPr>
            <a:r>
              <a:rPr sz="1100" b="0" i="0" u="none" cap="none">
                <a:solidFill>
                  <a:srgbClr val="80808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</p:cSld>
</p:sldLayout>
</file>

<file path=ppt/slideLayouts/slideLayout94.xml><?xml version="1.0" encoding="utf-8"?>
<p:sldLayout xmlns:p="http://schemas.openxmlformats.org/presentationml/2006/main" matchingName="2_Standard header only 1">
  <p:cSld name="Sanitized Layout 097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658" name="sanitized-shape-500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51" name="sanitized-shape-501">
            <a:extLst xmlns:a="http://schemas.openxmlformats.org/drawingml/2006/main">
              <a:ext uri="{FF2B5EF4-FFF2-40B4-BE49-F238E27FC236}">
                <a16:creationId xmlns:a16="http://schemas.microsoft.com/office/drawing/2014/main" id="{D47D1BF2-697E-4FE6-9E13-AC688B236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652" name="sanitized-shape-502">
            <a:extLst xmlns:a="http://schemas.openxmlformats.org/drawingml/2006/main">
              <a:ext uri="{FF2B5EF4-FFF2-40B4-BE49-F238E27FC236}">
                <a16:creationId xmlns:a16="http://schemas.microsoft.com/office/drawing/2014/main" id="{693D2C10-B392-4D10-8033-3417736539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4"/>
            <a:ext cx="107673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53" name="sanitized-shape-503">
            <a:extLst xmlns:a="http://schemas.openxmlformats.org/drawingml/2006/main">
              <a:ext uri="{FF2B5EF4-FFF2-40B4-BE49-F238E27FC236}">
                <a16:creationId xmlns:a16="http://schemas.microsoft.com/office/drawing/2014/main" id="{1A429DBF-966C-4141-9FCF-89567742CFC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59991" y="635634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sp>
        <p:nvSpPr>
          <p:cNvPr id="654" name="sanitized-shape-504">
            <a:extLst xmlns:a="http://schemas.openxmlformats.org/drawingml/2006/main">
              <a:ext uri="{FF2B5EF4-FFF2-40B4-BE49-F238E27FC236}">
                <a16:creationId xmlns:a16="http://schemas.microsoft.com/office/drawing/2014/main" id="{CEF74278-58C8-4070-9924-D44FF9DA387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0728" y="1244338"/>
            <a:ext cx="10767300" cy="38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743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3200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657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4114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55" name="sanitized-shape-505">
            <a:extLst xmlns:a="http://schemas.openxmlformats.org/drawingml/2006/main">
              <a:ext uri="{FF2B5EF4-FFF2-40B4-BE49-F238E27FC236}">
                <a16:creationId xmlns:a16="http://schemas.microsoft.com/office/drawing/2014/main" id="{92A5A85D-C491-47BE-A851-1970276B0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8668" y="6415085"/>
            <a:ext cx="8882700" cy="24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9950" tIns="54700" rIns="89950" bIns="449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100"/>
              <a:buFont typeface="Times New Roman"/>
              <a:buNone/>
            </a:pPr>
            <a:r>
              <a:rPr sz="1100" b="0" i="0" u="none" cap="none">
                <a:solidFill>
                  <a:srgbClr val="80808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</p:cSld>
</p:sldLayout>
</file>

<file path=ppt/slideLayouts/slideLayout95.xml><?xml version="1.0" encoding="utf-8"?>
<p:sldLayout xmlns:p="http://schemas.openxmlformats.org/presentationml/2006/main" matchingName="Lovito page">
  <p:cSld name="Sanitized Layout 098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665" name="sanitized-shape-506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59" name="sanitized-shape-507">
            <a:extLst xmlns:a="http://schemas.openxmlformats.org/drawingml/2006/main">
              <a:ext uri="{FF2B5EF4-FFF2-40B4-BE49-F238E27FC236}">
                <a16:creationId xmlns:a16="http://schemas.microsoft.com/office/drawing/2014/main" id="{A7AA0C21-4A6F-43C3-B115-84587B543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9525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660" name="sanitized-shape-508">
            <a:extLst xmlns:a="http://schemas.openxmlformats.org/drawingml/2006/main">
              <a:ext uri="{FF2B5EF4-FFF2-40B4-BE49-F238E27FC236}">
                <a16:creationId xmlns:a16="http://schemas.microsoft.com/office/drawing/2014/main" id="{F8EA4AB7-A763-4A00-B620-8CCDEFAC75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3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None/>
              <a:defRPr sz="19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61" name="sanitized-shape-509">
            <a:extLst xmlns:a="http://schemas.openxmlformats.org/drawingml/2006/main">
              <a:ext uri="{FF2B5EF4-FFF2-40B4-BE49-F238E27FC236}">
                <a16:creationId xmlns:a16="http://schemas.microsoft.com/office/drawing/2014/main" id="{99785262-2E4F-4BEA-8C65-120E000E186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579509" y="6492800"/>
            <a:ext cx="6093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sp>
        <p:nvSpPr>
          <p:cNvPr id="662" name="sanitized-shape-510">
            <a:extLst xmlns:a="http://schemas.openxmlformats.org/drawingml/2006/main">
              <a:ext uri="{FF2B5EF4-FFF2-40B4-BE49-F238E27FC236}">
                <a16:creationId xmlns:a16="http://schemas.microsoft.com/office/drawing/2014/main" id="{6E53B3FE-C96F-451F-8C0F-F561C9D14CF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0729" y="1244337"/>
            <a:ext cx="10767600" cy="38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743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3200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657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4114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</p:spTree>
  </p:cSld>
</p:sldLayout>
</file>

<file path=ppt/slideLayouts/slideLayout96.xml><?xml version="1.0" encoding="utf-8"?>
<p:sldLayout xmlns:p="http://schemas.openxmlformats.org/presentationml/2006/main" matchingName="Title only 1">
  <p:cSld name="Sanitized Layout 099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4" name="sanitized-shape-511">
            <a:extLst xmlns:a="http://schemas.openxmlformats.org/drawingml/2006/main">
              <a:ext uri="{FF2B5EF4-FFF2-40B4-BE49-F238E27FC236}">
                <a16:creationId xmlns:a16="http://schemas.microsoft.com/office/drawing/2014/main" id="{B4A1A8FE-1B27-4BB6-92D4-9A23E8A2B91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3786" y="6358520"/>
            <a:ext cx="731400" cy="524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121875" rIns="121875" bIns="121875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sp>
        <p:nvSpPr>
          <p:cNvPr id="665" name="sanitized-shape-512">
            <a:extLst xmlns:a="http://schemas.openxmlformats.org/drawingml/2006/main">
              <a:ext uri="{FF2B5EF4-FFF2-40B4-BE49-F238E27FC236}">
                <a16:creationId xmlns:a16="http://schemas.microsoft.com/office/drawing/2014/main" id="{024477C3-73A2-4EDE-B0D6-27E7ED32D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751" y="289716"/>
            <a:ext cx="8451600" cy="56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t/>
            </a:r>
          </a:p>
        </p:txBody>
      </p:sp>
      <p:sp>
        <p:nvSpPr>
          <p:cNvPr id="666" name="sanitized-shape-513">
            <a:extLst xmlns:a="http://schemas.openxmlformats.org/drawingml/2006/main">
              <a:ext uri="{FF2B5EF4-FFF2-40B4-BE49-F238E27FC236}">
                <a16:creationId xmlns:a16="http://schemas.microsoft.com/office/drawing/2014/main" id="{BFC2C099-A640-4151-8F77-8CD5BCAE1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-2965291" y="3814883"/>
            <a:ext cx="6000000" cy="8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A12"/>
          </a:solidFill>
          <a:ln xmlns:a="http://schemas.openxmlformats.org/drawingml/2006/main" w="12700" cmpd="sng">
            <a:solidFill>
              <a:srgbClr val="F1592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</a:p>
        </p:txBody>
      </p:sp>
      <p:sp>
        <p:nvSpPr>
          <p:cNvPr id="667" name="sanitized-shape-514">
            <a:extLst xmlns:a="http://schemas.openxmlformats.org/drawingml/2006/main">
              <a:ext uri="{FF2B5EF4-FFF2-40B4-BE49-F238E27FC236}">
                <a16:creationId xmlns:a16="http://schemas.microsoft.com/office/drawing/2014/main" id="{3766B428-C2F1-41BF-B35D-8D65A2D77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-469291" y="460800"/>
            <a:ext cx="1008000" cy="8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 w="12700" cmpd="sng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</a:p>
        </p:txBody>
      </p:sp>
      <p:sp>
        <p:nvSpPr>
          <p:cNvPr id="668" name="sanitized-shape-515">
            <a:extLst xmlns:a="http://schemas.openxmlformats.org/drawingml/2006/main">
              <a:ext uri="{FF2B5EF4-FFF2-40B4-BE49-F238E27FC236}">
                <a16:creationId xmlns:a16="http://schemas.microsoft.com/office/drawing/2014/main" id="{B78CA331-66F7-4607-A801-C27DAF804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361" y="612172"/>
            <a:ext cx="10893300" cy="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4D2D"/>
          </a:solidFill>
          <a:ln xmlns:a="http://schemas.openxmlformats.org/drawingml/2006/main" w="12700" cmpd="sng">
            <a:solidFill>
              <a:srgbClr val="F1592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</a:p>
        </p:txBody>
      </p:sp>
      <p:sp>
        <p:nvSpPr>
          <p:cNvPr id="669" name="sanitized-shape-516">
            <a:extLst xmlns:a="http://schemas.openxmlformats.org/drawingml/2006/main">
              <a:ext uri="{FF2B5EF4-FFF2-40B4-BE49-F238E27FC236}">
                <a16:creationId xmlns:a16="http://schemas.microsoft.com/office/drawing/2014/main" id="{EFB185AE-F135-434C-BBF8-C20806F10F0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69361" y="257628"/>
            <a:ext cx="10894200" cy="31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121875" rIns="121875" bIns="121875" anchor="ctr">
            <a:noAutofit/>
          </a:bodyPr>
          <a:lstStyle xmlns:a="http://schemas.openxmlformats.org/drawingml/2006/main">
            <a:lvl1pPr marL="45720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>
                <a:solidFill>
                  <a:schemeClr val="dk1"/>
                </a:solidFill>
              </a:defRPr>
            </a:lvl1pPr>
            <a:lvl2pPr marL="914400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indent="-34925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70" name="sanitized-shape-517">
            <a:extLst xmlns:a="http://schemas.openxmlformats.org/drawingml/2006/main">
              <a:ext uri="{FF2B5EF4-FFF2-40B4-BE49-F238E27FC236}">
                <a16:creationId xmlns:a16="http://schemas.microsoft.com/office/drawing/2014/main" id="{73E51FE6-E837-47B4-B44D-12197B65262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69733" y="1008000"/>
            <a:ext cx="10826100" cy="491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121875" rIns="121875" bIns="121875" anchor="t">
            <a:noAutofit/>
          </a:bodyPr>
          <a:lstStyle xmlns:a="http://schemas.openxmlformats.org/drawingml/2006/main">
            <a:lvl1pPr marL="45720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dk1"/>
                </a:solidFill>
              </a:defRPr>
            </a:lvl1pPr>
            <a:lvl2pPr marL="914400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indent="-34925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 xmlns:a="http://schemas.openxmlformats.org/drawingml/2006/main">
            <a:r>
              <a:t/>
            </a:r>
          </a:p>
        </p:txBody>
      </p:sp>
    </p:spTree>
  </p:cSld>
</p:sldLayout>
</file>

<file path=ppt/slideLayouts/slideLayout97.xml><?xml version="1.0" encoding="utf-8"?>
<p:sldLayout xmlns:p="http://schemas.openxmlformats.org/presentationml/2006/main" matchingName="5_Sub Titles and Contents">
  <p:cSld name="Sanitized Layout 100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3" name="sanitized-shape-518">
            <a:extLst xmlns:a="http://schemas.openxmlformats.org/drawingml/2006/main">
              <a:ext uri="{FF2B5EF4-FFF2-40B4-BE49-F238E27FC236}">
                <a16:creationId xmlns:a16="http://schemas.microsoft.com/office/drawing/2014/main" id="{ED979719-1640-4312-940A-77B32F7160A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7590" y="6183095"/>
            <a:ext cx="41139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5475" tIns="52725" rIns="105475" bIns="527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1pPr>
            <a:lvl2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2pPr>
            <a:lvl3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3pPr>
            <a:lvl4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4pPr>
            <a:lvl5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5pPr>
            <a:lvl6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6pPr>
            <a:lvl7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7pPr>
            <a:lvl8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8pPr>
            <a:lvl9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74" name="sanitized-shape-519">
            <a:extLst xmlns:a="http://schemas.openxmlformats.org/drawingml/2006/main">
              <a:ext uri="{FF2B5EF4-FFF2-40B4-BE49-F238E27FC236}">
                <a16:creationId xmlns:a16="http://schemas.microsoft.com/office/drawing/2014/main" id="{A9181379-A874-4DD8-B0B3-7306FB0EFE6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320218" y="6183097"/>
            <a:ext cx="766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5475" tIns="52725" rIns="105475" bIns="52725" anchor="ctr">
            <a:norm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 sz="1100" b="0" i="0" u="none" cap="none">
                <a:solidFill>
                  <a:srgbClr val="808080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spcBef>
                <a:spcPts val="0"/>
              </a:spcBef>
              <a:buNone/>
              <a:defRPr sz="1100" b="0" i="0" u="none" cap="none">
                <a:solidFill>
                  <a:srgbClr val="808080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spcBef>
                <a:spcPts val="0"/>
              </a:spcBef>
              <a:buNone/>
              <a:defRPr sz="1100" b="0" i="0" u="none" cap="none">
                <a:solidFill>
                  <a:srgbClr val="808080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spcBef>
                <a:spcPts val="0"/>
              </a:spcBef>
              <a:buNone/>
              <a:defRPr sz="1100" b="0" i="0" u="none" cap="none">
                <a:solidFill>
                  <a:srgbClr val="808080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spcBef>
                <a:spcPts val="0"/>
              </a:spcBef>
              <a:buNone/>
              <a:defRPr sz="1100" b="0" i="0" u="none" cap="none">
                <a:solidFill>
                  <a:srgbClr val="808080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spcBef>
                <a:spcPts val="0"/>
              </a:spcBef>
              <a:buNone/>
              <a:defRPr sz="1100" b="0" i="0" u="none" cap="none">
                <a:solidFill>
                  <a:srgbClr val="808080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spcBef>
                <a:spcPts val="0"/>
              </a:spcBef>
              <a:buNone/>
              <a:defRPr sz="1100" b="0" i="0" u="none" cap="none">
                <a:solidFill>
                  <a:srgbClr val="808080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spcBef>
                <a:spcPts val="0"/>
              </a:spcBef>
              <a:buNone/>
              <a:defRPr sz="1100" b="0" i="0" u="none" cap="none">
                <a:solidFill>
                  <a:srgbClr val="808080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spcBef>
                <a:spcPts val="0"/>
              </a:spcBef>
              <a:buNone/>
              <a:defRPr sz="1100" b="0" i="0" u="none" cap="none">
                <a:solidFill>
                  <a:srgbClr val="8080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sp>
        <p:nvSpPr>
          <p:cNvPr id="675" name="sanitized-shape-520">
            <a:extLst xmlns:a="http://schemas.openxmlformats.org/drawingml/2006/main">
              <a:ext uri="{FF2B5EF4-FFF2-40B4-BE49-F238E27FC236}">
                <a16:creationId xmlns:a16="http://schemas.microsoft.com/office/drawing/2014/main" id="{CB6DABBF-066D-4925-BCA8-9213A42063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6464" y="190867"/>
            <a:ext cx="10863000" cy="57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5475" tIns="52725" rIns="105475" bIns="5272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E4D2D"/>
              </a:buClr>
              <a:buSzPts val="21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 xmlns:a="http://schemas.openxmlformats.org/drawingml/2006/main">
            <a:r>
              <a:t/>
            </a:r>
          </a:p>
        </p:txBody>
      </p:sp>
    </p:spTree>
  </p:cSld>
</p:sldLayout>
</file>

<file path=ppt/slideLayouts/slideLayout98.xml><?xml version="1.0" encoding="utf-8"?>
<p:sldLayout xmlns:p="http://schemas.openxmlformats.org/presentationml/2006/main" matchingName="2_Standard header only">
  <p:cSld name="Sanitized Layout 101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687" name="sanitized-shape-521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80" name="sanitized-shape-522">
            <a:extLst xmlns:a="http://schemas.openxmlformats.org/drawingml/2006/main">
              <a:ext uri="{FF2B5EF4-FFF2-40B4-BE49-F238E27FC236}">
                <a16:creationId xmlns:a16="http://schemas.microsoft.com/office/drawing/2014/main" id="{39EFF27C-A07F-454A-A3ED-67E81FA0B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9525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681" name="sanitized-shape-523">
            <a:extLst xmlns:a="http://schemas.openxmlformats.org/drawingml/2006/main">
              <a:ext uri="{FF2B5EF4-FFF2-40B4-BE49-F238E27FC236}">
                <a16:creationId xmlns:a16="http://schemas.microsoft.com/office/drawing/2014/main" id="{2ADD175B-6982-4DD6-8F1D-BFCCA3D2E5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4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82" name="sanitized-shape-524">
            <a:extLst xmlns:a="http://schemas.openxmlformats.org/drawingml/2006/main">
              <a:ext uri="{FF2B5EF4-FFF2-40B4-BE49-F238E27FC236}">
                <a16:creationId xmlns:a16="http://schemas.microsoft.com/office/drawing/2014/main" id="{240A3E33-A5CF-4D16-9E72-9DBC7263E40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59991" y="635634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sp>
        <p:nvSpPr>
          <p:cNvPr id="683" name="sanitized-shape-525">
            <a:extLst xmlns:a="http://schemas.openxmlformats.org/drawingml/2006/main">
              <a:ext uri="{FF2B5EF4-FFF2-40B4-BE49-F238E27FC236}">
                <a16:creationId xmlns:a16="http://schemas.microsoft.com/office/drawing/2014/main" id="{1B5444B7-6559-4360-9625-4FE874D422A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0728" y="1244338"/>
            <a:ext cx="10767600" cy="38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743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3200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657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4114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84" name="sanitized-shape-526">
            <a:extLst xmlns:a="http://schemas.openxmlformats.org/drawingml/2006/main">
              <a:ext uri="{FF2B5EF4-FFF2-40B4-BE49-F238E27FC236}">
                <a16:creationId xmlns:a16="http://schemas.microsoft.com/office/drawing/2014/main" id="{2F35EF36-FCBB-4122-8F18-6A3B8FEA9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8668" y="6415085"/>
            <a:ext cx="8882700" cy="24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9950" tIns="54700" rIns="89950" bIns="449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100"/>
              <a:buFont typeface="Times New Roman"/>
              <a:buNone/>
            </a:pPr>
            <a:r>
              <a:rPr sz="1100" b="0" i="0" u="none" cap="none">
                <a:solidFill>
                  <a:srgbClr val="80808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</p:cSld>
</p:sldLayout>
</file>

<file path=ppt/slideLayouts/slideLayout99.xml><?xml version="1.0" encoding="utf-8"?>
<p:sldLayout xmlns:p="http://schemas.openxmlformats.org/presentationml/2006/main" matchingName="1_Title and Content">
  <p:cSld name="Sanitized Layout 10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6" name="sanitized-shape-527">
            <a:extLst xmlns:a="http://schemas.openxmlformats.org/drawingml/2006/main">
              <a:ext uri="{FF2B5EF4-FFF2-40B4-BE49-F238E27FC236}">
                <a16:creationId xmlns:a16="http://schemas.microsoft.com/office/drawing/2014/main" id="{2BE471F5-83AE-4B74-A3AE-721E4908989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406191" y="6403534"/>
            <a:ext cx="7314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t">
            <a:normAutofit/>
          </a:bodyPr>
          <a:lstStyle xmlns:a="http://schemas.openxmlformats.org/drawingml/2006/main">
            <a:lvl1pPr>
              <a:buNone/>
              <a:defRPr>
                <a:latin typeface="Calibri"/>
                <a:ea typeface="Calibri"/>
                <a:cs typeface="Calibri"/>
              </a:defRPr>
            </a:lvl1pPr>
            <a:lvl2pPr>
              <a:buNone/>
              <a:defRPr>
                <a:latin typeface="Calibri"/>
                <a:ea typeface="Calibri"/>
                <a:cs typeface="Calibri"/>
              </a:defRPr>
            </a:lvl2pPr>
            <a:lvl3pPr>
              <a:buNone/>
              <a:defRPr>
                <a:latin typeface="Calibri"/>
                <a:ea typeface="Calibri"/>
                <a:cs typeface="Calibri"/>
              </a:defRPr>
            </a:lvl3pPr>
            <a:lvl4pPr>
              <a:buNone/>
              <a:defRPr>
                <a:latin typeface="Calibri"/>
                <a:ea typeface="Calibri"/>
                <a:cs typeface="Calibri"/>
              </a:defRPr>
            </a:lvl4pPr>
            <a:lvl5pPr>
              <a:buNone/>
              <a:defRPr>
                <a:latin typeface="Calibri"/>
                <a:ea typeface="Calibri"/>
                <a:cs typeface="Calibri"/>
              </a:defRPr>
            </a:lvl5pPr>
            <a:lvl6pPr>
              <a:buNone/>
              <a:defRPr>
                <a:latin typeface="Calibri"/>
                <a:ea typeface="Calibri"/>
                <a:cs typeface="Calibri"/>
              </a:defRPr>
            </a:lvl6pPr>
            <a:lvl7pPr>
              <a:buNone/>
              <a:defRPr>
                <a:latin typeface="Calibri"/>
                <a:ea typeface="Calibri"/>
                <a:cs typeface="Calibri"/>
              </a:defRPr>
            </a:lvl7pPr>
            <a:lvl8pPr>
              <a:buNone/>
              <a:defRPr>
                <a:latin typeface="Calibri"/>
                <a:ea typeface="Calibri"/>
                <a:cs typeface="Calibri"/>
              </a:defRPr>
            </a:lvl8pPr>
            <a:lvl9pPr>
              <a:buNone/>
              <a:defRPr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cxnSp>
        <p:nvCxnSpPr>
          <p:cNvPr id="696" name="sanitized-shape-528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89" name="sanitized-shape-529">
            <a:extLst xmlns:a="http://schemas.openxmlformats.org/drawingml/2006/main">
              <a:ext uri="{FF2B5EF4-FFF2-40B4-BE49-F238E27FC236}">
                <a16:creationId xmlns:a16="http://schemas.microsoft.com/office/drawing/2014/main" id="{E0E72897-641D-4027-8F94-61A4298D25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4"/>
            <a:ext cx="107673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90" name="sanitized-shape-530">
            <a:extLst xmlns:a="http://schemas.openxmlformats.org/drawingml/2006/main">
              <a:ext uri="{FF2B5EF4-FFF2-40B4-BE49-F238E27FC236}">
                <a16:creationId xmlns:a16="http://schemas.microsoft.com/office/drawing/2014/main" id="{190E25DD-6925-444C-BC2E-857674420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9525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</p:spTree>
  </p:cSld>
</p:sldLayout>
</file>

<file path=ppt/slideLayouts/slideLayout100.xml><?xml version="1.0" encoding="utf-8"?>
<p:sldLayout xmlns:p="http://schemas.openxmlformats.org/presentationml/2006/main" matchingName="2_Standard header only 110">
  <p:cSld name="Sanitized Layout 103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01" name="sanitized-shape-531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4" name="sanitized-shape-532">
            <a:extLst xmlns:a="http://schemas.openxmlformats.org/drawingml/2006/main">
              <a:ext uri="{FF2B5EF4-FFF2-40B4-BE49-F238E27FC236}">
                <a16:creationId xmlns:a16="http://schemas.microsoft.com/office/drawing/2014/main" id="{1298535C-0BEF-41F2-9D48-60B7114F0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9525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695" name="sanitized-shape-533">
            <a:extLst xmlns:a="http://schemas.openxmlformats.org/drawingml/2006/main">
              <a:ext uri="{FF2B5EF4-FFF2-40B4-BE49-F238E27FC236}">
                <a16:creationId xmlns:a16="http://schemas.microsoft.com/office/drawing/2014/main" id="{DE3458FC-FB01-4354-9D0B-A399D3EC0F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4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96" name="sanitized-shape-534">
            <a:extLst xmlns:a="http://schemas.openxmlformats.org/drawingml/2006/main">
              <a:ext uri="{FF2B5EF4-FFF2-40B4-BE49-F238E27FC236}">
                <a16:creationId xmlns:a16="http://schemas.microsoft.com/office/drawing/2014/main" id="{84B527F5-C1E1-4AD6-AEAA-A50095A88DD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59991" y="635634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sp>
        <p:nvSpPr>
          <p:cNvPr id="697" name="sanitized-shape-535">
            <a:extLst xmlns:a="http://schemas.openxmlformats.org/drawingml/2006/main">
              <a:ext uri="{FF2B5EF4-FFF2-40B4-BE49-F238E27FC236}">
                <a16:creationId xmlns:a16="http://schemas.microsoft.com/office/drawing/2014/main" id="{7053D440-7DEC-4A6E-8235-AAA1487ACAE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0728" y="1244338"/>
            <a:ext cx="10767600" cy="38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743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3200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657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4114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98" name="sanitized-shape-536">
            <a:extLst xmlns:a="http://schemas.openxmlformats.org/drawingml/2006/main">
              <a:ext uri="{FF2B5EF4-FFF2-40B4-BE49-F238E27FC236}">
                <a16:creationId xmlns:a16="http://schemas.microsoft.com/office/drawing/2014/main" id="{C4C19873-961E-4461-BE92-DFAD629F6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8668" y="6415085"/>
            <a:ext cx="8882700" cy="24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9950" tIns="54700" rIns="89950" bIns="449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100"/>
              <a:buFont typeface="Times New Roman"/>
              <a:buNone/>
            </a:pPr>
            <a:r>
              <a:rPr sz="1100" b="0" i="0" u="none" cap="none">
                <a:solidFill>
                  <a:srgbClr val="80808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</p:cSld>
</p:sldLayout>
</file>

<file path=ppt/slideLayouts/slideLayout101.xml><?xml version="1.0" encoding="utf-8"?>
<p:sldLayout xmlns:p="http://schemas.openxmlformats.org/presentationml/2006/main" matchingName="概况页，另外更新数据">
  <p:cSld name="Sanitized Layout 104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07" name="sanitized-shape-537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01" name="sanitized-shape-538">
            <a:extLst xmlns:a="http://schemas.openxmlformats.org/drawingml/2006/main">
              <a:ext uri="{FF2B5EF4-FFF2-40B4-BE49-F238E27FC236}">
                <a16:creationId xmlns:a16="http://schemas.microsoft.com/office/drawing/2014/main" id="{602E65BD-49D1-4FF2-A1E0-9118EC114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9525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702" name="sanitized-shape-539">
            <a:extLst xmlns:a="http://schemas.openxmlformats.org/drawingml/2006/main">
              <a:ext uri="{FF2B5EF4-FFF2-40B4-BE49-F238E27FC236}">
                <a16:creationId xmlns:a16="http://schemas.microsoft.com/office/drawing/2014/main" id="{8737B667-D6E9-4A79-B760-2B2FE35857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4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03" name="sanitized-shape-540">
            <a:extLst xmlns:a="http://schemas.openxmlformats.org/drawingml/2006/main">
              <a:ext uri="{FF2B5EF4-FFF2-40B4-BE49-F238E27FC236}">
                <a16:creationId xmlns:a16="http://schemas.microsoft.com/office/drawing/2014/main" id="{E42D46E7-6944-4A4C-9C6B-35B9E3144FB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59991" y="635634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sp>
        <p:nvSpPr>
          <p:cNvPr id="704" name="sanitized-shape-541">
            <a:extLst xmlns:a="http://schemas.openxmlformats.org/drawingml/2006/main">
              <a:ext uri="{FF2B5EF4-FFF2-40B4-BE49-F238E27FC236}">
                <a16:creationId xmlns:a16="http://schemas.microsoft.com/office/drawing/2014/main" id="{84EDF9B6-0264-4BFA-ABA3-87B4B2DA0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8668" y="6415085"/>
            <a:ext cx="8882700" cy="24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9950" tIns="54700" rIns="89950" bIns="449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100"/>
              <a:buFont typeface="Times New Roman"/>
              <a:buNone/>
            </a:pPr>
            <a:r>
              <a:rPr sz="1100" b="0" i="0" u="none" cap="none">
                <a:solidFill>
                  <a:srgbClr val="80808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</p:cSld>
</p:sldLayout>
</file>

<file path=ppt/slideLayouts/slideLayout102.xml><?xml version="1.0" encoding="utf-8"?>
<p:sldLayout xmlns:p="http://schemas.openxmlformats.org/presentationml/2006/main" matchingName="Title and body 1">
  <p:cSld name="Sanitized Layout 105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7" name="sanitized-shape-542">
            <a:extLst xmlns:a="http://schemas.openxmlformats.org/drawingml/2006/main">
              <a:ext uri="{FF2B5EF4-FFF2-40B4-BE49-F238E27FC236}">
                <a16:creationId xmlns:a16="http://schemas.microsoft.com/office/drawing/2014/main" id="{74995677-9703-44B1-9B4B-8FA16131675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496934" y="6451715"/>
            <a:ext cx="731400" cy="524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121875" rIns="121875" bIns="12187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cap="none">
                <a:solidFill>
                  <a:srgbClr val="B7B7B7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cap="none">
                <a:solidFill>
                  <a:srgbClr val="B7B7B7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cap="none">
                <a:solidFill>
                  <a:srgbClr val="B7B7B7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cap="none">
                <a:solidFill>
                  <a:srgbClr val="B7B7B7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cap="none">
                <a:solidFill>
                  <a:srgbClr val="B7B7B7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cap="none">
                <a:solidFill>
                  <a:srgbClr val="B7B7B7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cap="none">
                <a:solidFill>
                  <a:srgbClr val="B7B7B7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cap="none">
                <a:solidFill>
                  <a:srgbClr val="B7B7B7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cap="none">
                <a:solidFill>
                  <a:srgbClr val="B7B7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sp>
        <p:nvSpPr>
          <p:cNvPr id="708" name="sanitized-shape-543">
            <a:extLst xmlns:a="http://schemas.openxmlformats.org/drawingml/2006/main">
              <a:ext uri="{FF2B5EF4-FFF2-40B4-BE49-F238E27FC236}">
                <a16:creationId xmlns:a16="http://schemas.microsoft.com/office/drawing/2014/main" id="{ABC6A2C6-8886-484A-B6AA-6C3E0A439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096" y="107873"/>
            <a:ext cx="10954800" cy="4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</a:p>
        </p:txBody>
      </p:sp>
      <p:sp>
        <p:nvSpPr>
          <p:cNvPr id="709" name="sanitized-shape-544">
            <a:extLst xmlns:a="http://schemas.openxmlformats.org/drawingml/2006/main">
              <a:ext uri="{FF2B5EF4-FFF2-40B4-BE49-F238E27FC236}">
                <a16:creationId xmlns:a16="http://schemas.microsoft.com/office/drawing/2014/main" id="{7338C755-96AB-47AF-9FB6-54FD0AE423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7096" y="107873"/>
            <a:ext cx="10954800" cy="4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121875" rIns="121875" bIns="121875" anchor="b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i="0" u="none" cap="none">
                <a:solidFill>
                  <a:srgbClr val="000000"/>
                </a:solidFill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10" name="sanitized-shape-545">
            <a:extLst xmlns:a="http://schemas.openxmlformats.org/drawingml/2006/main">
              <a:ext uri="{FF2B5EF4-FFF2-40B4-BE49-F238E27FC236}">
                <a16:creationId xmlns:a16="http://schemas.microsoft.com/office/drawing/2014/main" id="{ECDA048D-7534-4800-820C-E39608E2A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8668" y="6415085"/>
            <a:ext cx="8882700" cy="24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9950" tIns="54700" rIns="89950" bIns="449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100"/>
              <a:buFont typeface="Times New Roman"/>
              <a:buNone/>
            </a:pPr>
            <a:r>
              <a:rPr sz="1100" b="0" i="0" u="none" cap="none">
                <a:solidFill>
                  <a:srgbClr val="80808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</p:cSld>
</p:sldLayout>
</file>

<file path=ppt/slideLayouts/slideLayout103.xml><?xml version="1.0" encoding="utf-8"?>
<p:sldLayout xmlns:p="http://schemas.openxmlformats.org/presentationml/2006/main" matchingName="品类页，需更新数据">
  <p:cSld name="Sanitized Layout 106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19" name="sanitized-shape-546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13" name="sanitized-shape-547">
            <a:extLst xmlns:a="http://schemas.openxmlformats.org/drawingml/2006/main">
              <a:ext uri="{FF2B5EF4-FFF2-40B4-BE49-F238E27FC236}">
                <a16:creationId xmlns:a16="http://schemas.microsoft.com/office/drawing/2014/main" id="{A994598D-B1DB-4D8B-972B-027CA98E3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9525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714" name="sanitized-shape-548">
            <a:extLst xmlns:a="http://schemas.openxmlformats.org/drawingml/2006/main">
              <a:ext uri="{FF2B5EF4-FFF2-40B4-BE49-F238E27FC236}">
                <a16:creationId xmlns:a16="http://schemas.microsoft.com/office/drawing/2014/main" id="{5E2BC727-EA12-4308-A117-B2187E5D14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4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15" name="sanitized-shape-549">
            <a:extLst xmlns:a="http://schemas.openxmlformats.org/drawingml/2006/main">
              <a:ext uri="{FF2B5EF4-FFF2-40B4-BE49-F238E27FC236}">
                <a16:creationId xmlns:a16="http://schemas.microsoft.com/office/drawing/2014/main" id="{CEAC7FA8-AA83-4B7D-A8EA-C84CD05D9A4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59991" y="635634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sp>
        <p:nvSpPr>
          <p:cNvPr id="716" name="sanitized-shape-550">
            <a:extLst xmlns:a="http://schemas.openxmlformats.org/drawingml/2006/main">
              <a:ext uri="{FF2B5EF4-FFF2-40B4-BE49-F238E27FC236}">
                <a16:creationId xmlns:a16="http://schemas.microsoft.com/office/drawing/2014/main" id="{5AE9F709-BA40-4211-91CD-8DE3EB801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8668" y="6415085"/>
            <a:ext cx="8882700" cy="24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9950" tIns="54700" rIns="89950" bIns="449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100"/>
              <a:buFont typeface="Times New Roman"/>
              <a:buNone/>
            </a:pPr>
            <a:r>
              <a:rPr sz="1100" b="0" i="0" u="none" cap="none">
                <a:solidFill>
                  <a:srgbClr val="80808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</p:cSld>
</p:sldLayout>
</file>

<file path=ppt/slideLayouts/slideLayout104.xml><?xml version="1.0" encoding="utf-8"?>
<p:sldLayout xmlns:p="http://schemas.openxmlformats.org/presentationml/2006/main" matchingName="2_Standard header only 1 1">
  <p:cSld name="Sanitized Layout 107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27" name="sanitized-shape-551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20" name="sanitized-shape-552">
            <a:extLst xmlns:a="http://schemas.openxmlformats.org/drawingml/2006/main">
              <a:ext uri="{FF2B5EF4-FFF2-40B4-BE49-F238E27FC236}">
                <a16:creationId xmlns:a16="http://schemas.microsoft.com/office/drawing/2014/main" id="{E56AAE85-796F-4FF2-8971-422A61613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4D2D"/>
          </a:solidFill>
          <a:ln xmlns:a="http://schemas.openxmlformats.org/drawingml/2006/main" w="9525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721" name="sanitized-shape-553">
            <a:extLst xmlns:a="http://schemas.openxmlformats.org/drawingml/2006/main">
              <a:ext uri="{FF2B5EF4-FFF2-40B4-BE49-F238E27FC236}">
                <a16:creationId xmlns:a16="http://schemas.microsoft.com/office/drawing/2014/main" id="{204945C2-A93B-4897-9F84-2F4972081F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3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22" name="sanitized-shape-554">
            <a:extLst xmlns:a="http://schemas.openxmlformats.org/drawingml/2006/main">
              <a:ext uri="{FF2B5EF4-FFF2-40B4-BE49-F238E27FC236}">
                <a16:creationId xmlns:a16="http://schemas.microsoft.com/office/drawing/2014/main" id="{151D5633-C2B2-445D-BDF4-AD2B936248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59991" y="635634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sp>
        <p:nvSpPr>
          <p:cNvPr id="723" name="sanitized-shape-555">
            <a:extLst xmlns:a="http://schemas.openxmlformats.org/drawingml/2006/main">
              <a:ext uri="{FF2B5EF4-FFF2-40B4-BE49-F238E27FC236}">
                <a16:creationId xmlns:a16="http://schemas.microsoft.com/office/drawing/2014/main" id="{8AB268B0-768E-41FE-82A9-43419B79014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0729" y="1244337"/>
            <a:ext cx="10767600" cy="38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743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3200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657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4114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24" name="sanitized-shape-556">
            <a:extLst xmlns:a="http://schemas.openxmlformats.org/drawingml/2006/main">
              <a:ext uri="{FF2B5EF4-FFF2-40B4-BE49-F238E27FC236}">
                <a16:creationId xmlns:a16="http://schemas.microsoft.com/office/drawing/2014/main" id="{C3EBA025-912B-43A5-84E2-A64F7699F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8669" y="6415085"/>
            <a:ext cx="8882700" cy="24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9950" tIns="54700" rIns="89950" bIns="449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100"/>
              <a:buFont typeface="Times New Roman"/>
              <a:buNone/>
            </a:pPr>
            <a:r>
              <a:rPr sz="1100" b="0" i="0" u="none" cap="none">
                <a:solidFill>
                  <a:srgbClr val="80808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</p:cSld>
</p:sldLayout>
</file>

<file path=ppt/slideLayouts/slideLayout105.xml><?xml version="1.0" encoding="utf-8"?>
<p:sldLayout xmlns:p="http://schemas.openxmlformats.org/presentationml/2006/main" showMasterSp="0" matchingName="1_Title Slide">
  <p:cSld name="Sanitized Layout 108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28" name="sanitized-shape-557">
            <a:extLst xmlns:a="http://schemas.openxmlformats.org/drawingml/2006/main">
              <a:ext uri="{FF2B5EF4-FFF2-40B4-BE49-F238E27FC236}">
                <a16:creationId xmlns:a16="http://schemas.microsoft.com/office/drawing/2014/main" id="{6CBBF850-0772-4D5D-B35B-EFB1407231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47957" y="2875172"/>
            <a:ext cx="10734600" cy="141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650" tIns="45650" rIns="45650" bIns="45650" anchor="b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/>
            </a:lvl1pPr>
            <a:lvl2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None/>
              <a:defRPr/>
            </a:lvl2pPr>
            <a:lvl3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None/>
              <a:defRPr/>
            </a:lvl3pPr>
            <a:lvl4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None/>
              <a:defRPr/>
            </a:lvl4pPr>
            <a:lvl5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None/>
              <a:defRPr/>
            </a:lvl5pPr>
            <a:lvl6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None/>
              <a:defRPr/>
            </a:lvl6pPr>
            <a:lvl7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None/>
              <a:defRPr/>
            </a:lvl7pPr>
            <a:lvl8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None/>
              <a:defRPr/>
            </a:lvl8pPr>
            <a:lvl9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None/>
              <a:defRPr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29" name="sanitized-shape-558">
            <a:extLst xmlns:a="http://schemas.openxmlformats.org/drawingml/2006/main">
              <a:ext uri="{FF2B5EF4-FFF2-40B4-BE49-F238E27FC236}">
                <a16:creationId xmlns:a16="http://schemas.microsoft.com/office/drawing/2014/main" id="{DD8B9B8F-6780-40F8-B80E-6EEF91EE3C1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47957" y="4287404"/>
            <a:ext cx="10734600" cy="55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650" tIns="45650" rIns="45650" bIns="45650" anchor="t">
            <a:normAutofit/>
          </a:bodyPr>
          <a:lstStyle xmlns:a="http://schemas.openxmlformats.org/drawingml/2006/main">
            <a:lvl1pPr marL="457200" indent="-228600" algn="ctr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rgbClr val="767171"/>
              </a:buClr>
              <a:buSzPts val="2000"/>
              <a:buFont typeface="Arial"/>
              <a:buNone/>
              <a:defRPr sz="2000">
                <a:solidFill>
                  <a:srgbClr val="767171"/>
                </a:solidFill>
              </a:defRPr>
            </a:lvl1pPr>
            <a:lvl2pPr marL="914400" indent="-228600" algn="ctr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rgbClr val="767171"/>
              </a:buClr>
              <a:buSzPts val="2000"/>
              <a:buFont typeface="Arial"/>
              <a:buNone/>
              <a:defRPr sz="2000">
                <a:solidFill>
                  <a:srgbClr val="767171"/>
                </a:solidFill>
              </a:defRPr>
            </a:lvl2pPr>
            <a:lvl3pPr marL="1371600" indent="-228600" algn="ctr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rgbClr val="767171"/>
              </a:buClr>
              <a:buSzPts val="2000"/>
              <a:buFont typeface="Arial"/>
              <a:buNone/>
              <a:defRPr sz="2000">
                <a:solidFill>
                  <a:srgbClr val="767171"/>
                </a:solidFill>
              </a:defRPr>
            </a:lvl3pPr>
            <a:lvl4pPr marL="1828800" indent="-228600" algn="ctr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rgbClr val="767171"/>
              </a:buClr>
              <a:buSzPts val="2000"/>
              <a:buFont typeface="Arial"/>
              <a:buNone/>
              <a:defRPr sz="2000">
                <a:solidFill>
                  <a:srgbClr val="767171"/>
                </a:solidFill>
              </a:defRPr>
            </a:lvl4pPr>
            <a:lvl5pPr marL="2286000" indent="-228600" algn="ctr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rgbClr val="767171"/>
              </a:buClr>
              <a:buSzPts val="2000"/>
              <a:buFont typeface="Arial"/>
              <a:buNone/>
              <a:defRPr sz="2000">
                <a:solidFill>
                  <a:srgbClr val="767171"/>
                </a:solidFill>
              </a:defRPr>
            </a:lvl5pPr>
            <a:lvl6pPr marL="27432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6pPr>
            <a:lvl7pPr marL="32004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7pPr>
            <a:lvl8pPr marL="36576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8pPr>
            <a:lvl9pPr marL="41148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30" name="sanitized-shape-559">
            <a:extLst xmlns:a="http://schemas.openxmlformats.org/drawingml/2006/main">
              <a:ext uri="{FF2B5EF4-FFF2-40B4-BE49-F238E27FC236}">
                <a16:creationId xmlns:a16="http://schemas.microsoft.com/office/drawing/2014/main" id="{FA660D6F-5F90-4B36-8CB2-03C634134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71359"/>
            <a:ext cx="12189000" cy="112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4D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45700" rIns="45700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</a:p>
        </p:txBody>
      </p:sp>
      <p:sp>
        <p:nvSpPr>
          <p:cNvPr id="731" name="sanitized-shape-560">
            <a:extLst xmlns:a="http://schemas.openxmlformats.org/drawingml/2006/main">
              <a:ext uri="{FF2B5EF4-FFF2-40B4-BE49-F238E27FC236}">
                <a16:creationId xmlns:a16="http://schemas.microsoft.com/office/drawing/2014/main" id="{919E39D7-F9E8-4764-98E3-4B8B7C4ED97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5891326" y="6217871"/>
            <a:ext cx="2844000" cy="27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45700" rIns="45700" bIns="45700" anchor="ctr">
            <a:sp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106.xml><?xml version="1.0" encoding="utf-8"?>
<p:sldLayout xmlns:p="http://schemas.openxmlformats.org/presentationml/2006/main" matchingName="2_Standard header only 8">
  <p:cSld name="Sanitized Layout 109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41" name="sanitized-shape-561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35" name="sanitized-shape-562">
            <a:extLst xmlns:a="http://schemas.openxmlformats.org/drawingml/2006/main">
              <a:ext uri="{FF2B5EF4-FFF2-40B4-BE49-F238E27FC236}">
                <a16:creationId xmlns:a16="http://schemas.microsoft.com/office/drawing/2014/main" id="{4A8EC62C-4FD9-4FB3-B533-C136E8267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9525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t/>
            </a:r>
          </a:p>
        </p:txBody>
      </p:sp>
      <p:sp>
        <p:nvSpPr>
          <p:cNvPr id="736" name="sanitized-shape-563">
            <a:extLst xmlns:a="http://schemas.openxmlformats.org/drawingml/2006/main">
              <a:ext uri="{FF2B5EF4-FFF2-40B4-BE49-F238E27FC236}">
                <a16:creationId xmlns:a16="http://schemas.microsoft.com/office/drawing/2014/main" id="{40FFB655-CDE8-4280-B2EC-FE8C1644CE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3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51425" rIns="51425" bIns="51425" anchor="b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37" name="sanitized-shape-564">
            <a:extLst xmlns:a="http://schemas.openxmlformats.org/drawingml/2006/main">
              <a:ext uri="{FF2B5EF4-FFF2-40B4-BE49-F238E27FC236}">
                <a16:creationId xmlns:a16="http://schemas.microsoft.com/office/drawing/2014/main" id="{B93D4363-ECB5-43BE-BAA6-ADEC8D0631A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59991" y="635634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sp>
        <p:nvSpPr>
          <p:cNvPr id="738" name="sanitized-shape-565">
            <a:extLst xmlns:a="http://schemas.openxmlformats.org/drawingml/2006/main">
              <a:ext uri="{FF2B5EF4-FFF2-40B4-BE49-F238E27FC236}">
                <a16:creationId xmlns:a16="http://schemas.microsoft.com/office/drawing/2014/main" id="{0DC1D363-58BF-43D9-B901-10355300192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0729" y="1244337"/>
            <a:ext cx="10767600" cy="38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34250" rIns="68550" bIns="34250" anchor="t">
            <a:no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2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743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3200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657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4114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</p:spTree>
  </p:cSld>
</p:sldLayout>
</file>

<file path=ppt/slideLayouts/slideLayout107.xml><?xml version="1.0" encoding="utf-8"?>
<p:sldLayout xmlns:p="http://schemas.openxmlformats.org/presentationml/2006/main" matchingName="2_Standard header only 1 1 1">
  <p:cSld name="Sanitized Layout 110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48" name="sanitized-shape-566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42" name="sanitized-shape-567">
            <a:extLst xmlns:a="http://schemas.openxmlformats.org/drawingml/2006/main">
              <a:ext uri="{FF2B5EF4-FFF2-40B4-BE49-F238E27FC236}">
                <a16:creationId xmlns:a16="http://schemas.microsoft.com/office/drawing/2014/main" id="{8B434AAC-905D-4CFA-A330-46C172760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9525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743" name="sanitized-shape-568">
            <a:extLst xmlns:a="http://schemas.openxmlformats.org/drawingml/2006/main">
              <a:ext uri="{FF2B5EF4-FFF2-40B4-BE49-F238E27FC236}">
                <a16:creationId xmlns:a16="http://schemas.microsoft.com/office/drawing/2014/main" id="{AA1D02CA-F297-4EAF-8093-234D703257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3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44" name="sanitized-shape-569">
            <a:extLst xmlns:a="http://schemas.openxmlformats.org/drawingml/2006/main">
              <a:ext uri="{FF2B5EF4-FFF2-40B4-BE49-F238E27FC236}">
                <a16:creationId xmlns:a16="http://schemas.microsoft.com/office/drawing/2014/main" id="{2E37AD5F-E893-408A-B938-70667FBF84F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59991" y="635634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sp>
        <p:nvSpPr>
          <p:cNvPr id="745" name="sanitized-shape-570">
            <a:extLst xmlns:a="http://schemas.openxmlformats.org/drawingml/2006/main">
              <a:ext uri="{FF2B5EF4-FFF2-40B4-BE49-F238E27FC236}">
                <a16:creationId xmlns:a16="http://schemas.microsoft.com/office/drawing/2014/main" id="{A9002B1B-CEB7-4AFA-AA21-46EEB95E357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0729" y="1244337"/>
            <a:ext cx="10767600" cy="38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2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743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3200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657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4114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</p:spTree>
  </p:cSld>
</p:sldLayout>
</file>

<file path=ppt/slideLayouts/slideLayout108.xml><?xml version="1.0" encoding="utf-8"?>
<p:sldLayout xmlns:p="http://schemas.openxmlformats.org/presentationml/2006/main" matchingName="2_Standard header only1 1">
  <p:cSld name="Sanitized Layout 111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55" name="sanitized-shape-571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49" name="sanitized-shape-572">
            <a:extLst xmlns:a="http://schemas.openxmlformats.org/drawingml/2006/main">
              <a:ext uri="{FF2B5EF4-FFF2-40B4-BE49-F238E27FC236}">
                <a16:creationId xmlns:a16="http://schemas.microsoft.com/office/drawing/2014/main" id="{84B39862-09D5-4232-A3A0-4303A5E6E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9525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750" name="sanitized-shape-573">
            <a:extLst xmlns:a="http://schemas.openxmlformats.org/drawingml/2006/main">
              <a:ext uri="{FF2B5EF4-FFF2-40B4-BE49-F238E27FC236}">
                <a16:creationId xmlns:a16="http://schemas.microsoft.com/office/drawing/2014/main" id="{5B53EF35-134F-4C9E-A499-B0A24C126B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4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51" name="sanitized-shape-574">
            <a:extLst xmlns:a="http://schemas.openxmlformats.org/drawingml/2006/main">
              <a:ext uri="{FF2B5EF4-FFF2-40B4-BE49-F238E27FC236}">
                <a16:creationId xmlns:a16="http://schemas.microsoft.com/office/drawing/2014/main" id="{DA1FC7D7-90AE-4F13-B4E0-0883C68626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59991" y="635634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sp>
        <p:nvSpPr>
          <p:cNvPr id="752" name="sanitized-shape-575">
            <a:extLst xmlns:a="http://schemas.openxmlformats.org/drawingml/2006/main">
              <a:ext uri="{FF2B5EF4-FFF2-40B4-BE49-F238E27FC236}">
                <a16:creationId xmlns:a16="http://schemas.microsoft.com/office/drawing/2014/main" id="{50FF2DC8-369C-42ED-B8D6-ADA97CC8124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0728" y="1244338"/>
            <a:ext cx="10767600" cy="38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743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3200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657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4114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</p:spTree>
  </p:cSld>
</p:sldLayout>
</file>

<file path=ppt/slideLayouts/slideLayout109.xml><?xml version="1.0" encoding="utf-8"?>
<p:sldLayout xmlns:p="http://schemas.openxmlformats.org/presentationml/2006/main" matchingName="2_Standard header only2">
  <p:cSld name="Sanitized Layout 112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62" name="sanitized-shape-576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56" name="sanitized-shape-577">
            <a:extLst xmlns:a="http://schemas.openxmlformats.org/drawingml/2006/main">
              <a:ext uri="{FF2B5EF4-FFF2-40B4-BE49-F238E27FC236}">
                <a16:creationId xmlns:a16="http://schemas.microsoft.com/office/drawing/2014/main" id="{9F5B3B4C-05EE-4CD0-8BE5-AF162AEA2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9525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757" name="sanitized-shape-578">
            <a:extLst xmlns:a="http://schemas.openxmlformats.org/drawingml/2006/main">
              <a:ext uri="{FF2B5EF4-FFF2-40B4-BE49-F238E27FC236}">
                <a16:creationId xmlns:a16="http://schemas.microsoft.com/office/drawing/2014/main" id="{6F85B9D7-0519-4B9E-820B-E851121BAA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3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58" name="sanitized-shape-579">
            <a:extLst xmlns:a="http://schemas.openxmlformats.org/drawingml/2006/main">
              <a:ext uri="{FF2B5EF4-FFF2-40B4-BE49-F238E27FC236}">
                <a16:creationId xmlns:a16="http://schemas.microsoft.com/office/drawing/2014/main" id="{7F23867B-DBD1-4DD0-9F49-E07AD067D50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59991" y="635634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sp>
        <p:nvSpPr>
          <p:cNvPr id="759" name="sanitized-shape-580">
            <a:extLst xmlns:a="http://schemas.openxmlformats.org/drawingml/2006/main">
              <a:ext uri="{FF2B5EF4-FFF2-40B4-BE49-F238E27FC236}">
                <a16:creationId xmlns:a16="http://schemas.microsoft.com/office/drawing/2014/main" id="{5060D70F-E5B0-420C-BF56-407113DC5FE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0729" y="1244337"/>
            <a:ext cx="10767600" cy="38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2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743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3200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657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4114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</p:spTree>
  </p:cSld>
</p:sldLayout>
</file>

<file path=ppt/slideLayouts/slideLayout110.xml><?xml version="1.0" encoding="utf-8"?>
<p:sldLayout xmlns:p="http://schemas.openxmlformats.org/presentationml/2006/main" showMasterSp="0" matchingName="3_Sub Titles and Contents">
  <p:cSld name="Sanitized Layout 113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70" name="sanitized-shape-581"/>
          <p:cNvCxnSpPr/>
          <p:nvPr/>
        </p:nvCxnSpPr>
        <p:spPr>
          <a:xfrm xmlns:a="http://schemas.openxmlformats.org/drawingml/2006/main">
            <a:off x="739224" y="651219"/>
            <a:ext cx="111936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62" name="sanitized-shape-582">
            <a:extLst xmlns:a="http://schemas.openxmlformats.org/drawingml/2006/main">
              <a:ext uri="{FF2B5EF4-FFF2-40B4-BE49-F238E27FC236}">
                <a16:creationId xmlns:a16="http://schemas.microsoft.com/office/drawing/2014/main" id="{37EFF2E6-D7CC-4EE2-ABA9-E514B34C78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36416" y="76200"/>
            <a:ext cx="10741800" cy="58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51425" rIns="51425" bIns="5142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/>
            </a:lvl1pPr>
            <a:lvl2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/>
            </a:lvl2pPr>
            <a:lvl3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/>
            </a:lvl3pPr>
            <a:lvl4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/>
            </a:lvl4pPr>
            <a:lvl5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/>
            </a:lvl5pPr>
            <a:lvl6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/>
            </a:lvl6pPr>
            <a:lvl7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/>
            </a:lvl7pPr>
            <a:lvl8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/>
            </a:lvl8pPr>
            <a:lvl9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63" name="sanitized-shape-583">
            <a:extLst xmlns:a="http://schemas.openxmlformats.org/drawingml/2006/main">
              <a:ext uri="{FF2B5EF4-FFF2-40B4-BE49-F238E27FC236}">
                <a16:creationId xmlns:a16="http://schemas.microsoft.com/office/drawing/2014/main" id="{E358E8DF-21BB-4129-9796-ACF77FCD82B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36416" y="1432100"/>
            <a:ext cx="6235500" cy="8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50" tIns="34250" rIns="34250" bIns="34250" anchor="t">
            <a:normAutofit/>
          </a:bodyPr>
          <a:lstStyle xmlns:a="http://schemas.openxmlformats.org/drawingml/2006/main">
            <a:lvl1pPr marL="45720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•"/>
              <a:defRPr sz="1500"/>
            </a:lvl1pPr>
            <a:lvl2pPr marL="91440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•"/>
              <a:defRPr sz="1500"/>
            </a:lvl2pPr>
            <a:lvl3pPr marL="137160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•"/>
              <a:defRPr sz="1500"/>
            </a:lvl3pPr>
            <a:lvl4pPr marL="182880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•"/>
              <a:defRPr sz="1500"/>
            </a:lvl4pPr>
            <a:lvl5pPr marL="228600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•"/>
              <a:defRPr sz="1500"/>
            </a:lvl5pPr>
            <a:lvl6pPr marL="27432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6pPr>
            <a:lvl7pPr marL="32004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7pPr>
            <a:lvl8pPr marL="36576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8pPr>
            <a:lvl9pPr marL="41148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64" name="sanitized-shape-584">
            <a:extLst xmlns:a="http://schemas.openxmlformats.org/drawingml/2006/main">
              <a:ext uri="{FF2B5EF4-FFF2-40B4-BE49-F238E27FC236}">
                <a16:creationId xmlns:a16="http://schemas.microsoft.com/office/drawing/2014/main" id="{6E4A789F-5FBF-4DA5-9E14-6555F69FD77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733242" y="982563"/>
            <a:ext cx="5056200" cy="44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50" tIns="34250" rIns="34250" bIns="34250" anchor="ctr">
            <a:normAutofit/>
          </a:bodyPr>
          <a:lstStyle xmlns:a="http://schemas.openxmlformats.org/drawingml/2006/main">
            <a:lvl1pPr marL="4572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1pPr>
            <a:lvl2pPr marL="9144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2pPr>
            <a:lvl3pPr marL="13716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3pPr>
            <a:lvl4pPr marL="18288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4pPr>
            <a:lvl5pPr marL="22860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5pPr>
            <a:lvl6pPr marL="27432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6pPr>
            <a:lvl7pPr marL="32004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7pPr>
            <a:lvl8pPr marL="36576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8pPr>
            <a:lvl9pPr marL="41148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65" name="sanitized-shape-585">
            <a:extLst xmlns:a="http://schemas.openxmlformats.org/drawingml/2006/main">
              <a:ext uri="{FF2B5EF4-FFF2-40B4-BE49-F238E27FC236}">
                <a16:creationId xmlns:a16="http://schemas.microsoft.com/office/drawing/2014/main" id="{6D665775-D45F-4237-8640-02D60ACEC9FF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733242" y="2455547"/>
            <a:ext cx="5056200" cy="44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50" tIns="34250" rIns="34250" bIns="34250" anchor="ctr">
            <a:normAutofit/>
          </a:bodyPr>
          <a:lstStyle xmlns:a="http://schemas.openxmlformats.org/drawingml/2006/main">
            <a:lvl1pPr marL="4572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1pPr>
            <a:lvl2pPr marL="9144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2pPr>
            <a:lvl3pPr marL="13716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3pPr>
            <a:lvl4pPr marL="18288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4pPr>
            <a:lvl5pPr marL="22860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5pPr>
            <a:lvl6pPr marL="27432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6pPr>
            <a:lvl7pPr marL="32004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7pPr>
            <a:lvl8pPr marL="36576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8pPr>
            <a:lvl9pPr marL="41148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66" name="sanitized-shape-586">
            <a:extLst xmlns:a="http://schemas.openxmlformats.org/drawingml/2006/main">
              <a:ext uri="{FF2B5EF4-FFF2-40B4-BE49-F238E27FC236}">
                <a16:creationId xmlns:a16="http://schemas.microsoft.com/office/drawing/2014/main" id="{266AF806-1FEF-4100-BE80-7CD3FCEF4BEA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733240" y="4055471"/>
            <a:ext cx="5056200" cy="44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50" tIns="34250" rIns="34250" bIns="34250" anchor="ctr">
            <a:normAutofit/>
          </a:bodyPr>
          <a:lstStyle xmlns:a="http://schemas.openxmlformats.org/drawingml/2006/main">
            <a:lvl1pPr marL="4572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1pPr>
            <a:lvl2pPr marL="9144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2pPr>
            <a:lvl3pPr marL="13716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3pPr>
            <a:lvl4pPr marL="18288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4pPr>
            <a:lvl5pPr marL="22860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5pPr>
            <a:lvl6pPr marL="27432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6pPr>
            <a:lvl7pPr marL="32004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7pPr>
            <a:lvl8pPr marL="36576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8pPr>
            <a:lvl9pPr marL="41148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67" name="sanitized-shape-587">
            <a:extLst xmlns:a="http://schemas.openxmlformats.org/drawingml/2006/main">
              <a:ext uri="{FF2B5EF4-FFF2-40B4-BE49-F238E27FC236}">
                <a16:creationId xmlns:a16="http://schemas.microsoft.com/office/drawing/2014/main" id="{C95FFF73-F99B-4E80-B53D-33D743BC3DF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718284" y="6418444"/>
            <a:ext cx="273600" cy="25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50" tIns="34250" rIns="34250" bIns="34250" anchor="ctr">
            <a:sp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111.xml><?xml version="1.0" encoding="utf-8"?>
<p:sldLayout xmlns:p="http://schemas.openxmlformats.org/presentationml/2006/main" showMasterSp="0" matchingName="3_Sub Titles and Contents 1">
  <p:cSld name="Sanitized Layout 114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79" name="sanitized-shape-588"/>
          <p:cNvCxnSpPr/>
          <p:nvPr/>
        </p:nvCxnSpPr>
        <p:spPr>
          <a:xfrm xmlns:a="http://schemas.openxmlformats.org/drawingml/2006/main">
            <a:off x="739224" y="651219"/>
            <a:ext cx="111936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71" name="sanitized-shape-589">
            <a:extLst xmlns:a="http://schemas.openxmlformats.org/drawingml/2006/main">
              <a:ext uri="{FF2B5EF4-FFF2-40B4-BE49-F238E27FC236}">
                <a16:creationId xmlns:a16="http://schemas.microsoft.com/office/drawing/2014/main" id="{30F66B84-832C-45A8-B732-CD55FBF287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36416" y="76200"/>
            <a:ext cx="10741800" cy="58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51425" rIns="51425" bIns="5142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/>
            </a:lvl1pPr>
            <a:lvl2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/>
            </a:lvl2pPr>
            <a:lvl3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/>
            </a:lvl3pPr>
            <a:lvl4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/>
            </a:lvl4pPr>
            <a:lvl5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/>
            </a:lvl5pPr>
            <a:lvl6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/>
            </a:lvl6pPr>
            <a:lvl7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/>
            </a:lvl7pPr>
            <a:lvl8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/>
            </a:lvl8pPr>
            <a:lvl9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72" name="sanitized-shape-590">
            <a:extLst xmlns:a="http://schemas.openxmlformats.org/drawingml/2006/main">
              <a:ext uri="{FF2B5EF4-FFF2-40B4-BE49-F238E27FC236}">
                <a16:creationId xmlns:a16="http://schemas.microsoft.com/office/drawing/2014/main" id="{CA0E85BD-60F0-4397-84F0-78FF6CA0FBF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36416" y="1432100"/>
            <a:ext cx="6235500" cy="8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50" tIns="34250" rIns="34250" bIns="34250" anchor="t">
            <a:normAutofit/>
          </a:bodyPr>
          <a:lstStyle xmlns:a="http://schemas.openxmlformats.org/drawingml/2006/main">
            <a:lvl1pPr marL="45720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•"/>
              <a:defRPr sz="1500"/>
            </a:lvl1pPr>
            <a:lvl2pPr marL="91440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•"/>
              <a:defRPr sz="1500"/>
            </a:lvl2pPr>
            <a:lvl3pPr marL="137160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•"/>
              <a:defRPr sz="1500"/>
            </a:lvl3pPr>
            <a:lvl4pPr marL="182880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•"/>
              <a:defRPr sz="1500"/>
            </a:lvl4pPr>
            <a:lvl5pPr marL="228600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•"/>
              <a:defRPr sz="1500"/>
            </a:lvl5pPr>
            <a:lvl6pPr marL="27432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6pPr>
            <a:lvl7pPr marL="32004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7pPr>
            <a:lvl8pPr marL="36576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8pPr>
            <a:lvl9pPr marL="41148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73" name="sanitized-shape-591">
            <a:extLst xmlns:a="http://schemas.openxmlformats.org/drawingml/2006/main">
              <a:ext uri="{FF2B5EF4-FFF2-40B4-BE49-F238E27FC236}">
                <a16:creationId xmlns:a16="http://schemas.microsoft.com/office/drawing/2014/main" id="{8735B4D3-31D7-4FBC-B1DF-1511DA9FB0D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733242" y="982563"/>
            <a:ext cx="5056200" cy="44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50" tIns="34250" rIns="34250" bIns="34250" anchor="ctr">
            <a:normAutofit/>
          </a:bodyPr>
          <a:lstStyle xmlns:a="http://schemas.openxmlformats.org/drawingml/2006/main">
            <a:lvl1pPr marL="4572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1pPr>
            <a:lvl2pPr marL="9144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2pPr>
            <a:lvl3pPr marL="13716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3pPr>
            <a:lvl4pPr marL="18288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4pPr>
            <a:lvl5pPr marL="22860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5pPr>
            <a:lvl6pPr marL="27432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6pPr>
            <a:lvl7pPr marL="32004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7pPr>
            <a:lvl8pPr marL="36576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8pPr>
            <a:lvl9pPr marL="41148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74" name="sanitized-shape-592">
            <a:extLst xmlns:a="http://schemas.openxmlformats.org/drawingml/2006/main">
              <a:ext uri="{FF2B5EF4-FFF2-40B4-BE49-F238E27FC236}">
                <a16:creationId xmlns:a16="http://schemas.microsoft.com/office/drawing/2014/main" id="{D86BFB4E-7C82-4542-9836-42D65BF68363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733242" y="2455547"/>
            <a:ext cx="5056200" cy="44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50" tIns="34250" rIns="34250" bIns="34250" anchor="ctr">
            <a:normAutofit/>
          </a:bodyPr>
          <a:lstStyle xmlns:a="http://schemas.openxmlformats.org/drawingml/2006/main">
            <a:lvl1pPr marL="4572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1pPr>
            <a:lvl2pPr marL="9144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2pPr>
            <a:lvl3pPr marL="13716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3pPr>
            <a:lvl4pPr marL="18288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4pPr>
            <a:lvl5pPr marL="22860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5pPr>
            <a:lvl6pPr marL="27432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6pPr>
            <a:lvl7pPr marL="32004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7pPr>
            <a:lvl8pPr marL="36576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8pPr>
            <a:lvl9pPr marL="41148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75" name="sanitized-shape-593">
            <a:extLst xmlns:a="http://schemas.openxmlformats.org/drawingml/2006/main">
              <a:ext uri="{FF2B5EF4-FFF2-40B4-BE49-F238E27FC236}">
                <a16:creationId xmlns:a16="http://schemas.microsoft.com/office/drawing/2014/main" id="{A67E7738-B57D-4FC6-9281-A2C66A9A7C2D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733240" y="4055471"/>
            <a:ext cx="5056200" cy="44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50" tIns="34250" rIns="34250" bIns="34250" anchor="ctr">
            <a:normAutofit/>
          </a:bodyPr>
          <a:lstStyle xmlns:a="http://schemas.openxmlformats.org/drawingml/2006/main">
            <a:lvl1pPr marL="4572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1pPr>
            <a:lvl2pPr marL="9144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2pPr>
            <a:lvl3pPr marL="13716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3pPr>
            <a:lvl4pPr marL="18288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4pPr>
            <a:lvl5pPr marL="22860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5pPr>
            <a:lvl6pPr marL="27432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6pPr>
            <a:lvl7pPr marL="32004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7pPr>
            <a:lvl8pPr marL="36576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8pPr>
            <a:lvl9pPr marL="41148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76" name="sanitized-shape-594">
            <a:extLst xmlns:a="http://schemas.openxmlformats.org/drawingml/2006/main">
              <a:ext uri="{FF2B5EF4-FFF2-40B4-BE49-F238E27FC236}">
                <a16:creationId xmlns:a16="http://schemas.microsoft.com/office/drawing/2014/main" id="{4B4A52CB-58E9-47D2-B610-F0CA46093C7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718284" y="6418444"/>
            <a:ext cx="273600" cy="25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50" tIns="34250" rIns="34250" bIns="34250" anchor="ctr">
            <a:sp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112.xml><?xml version="1.0" encoding="utf-8"?>
<p:sldLayout xmlns:p="http://schemas.openxmlformats.org/presentationml/2006/main" matchingName="2_Standard header only 2">
  <p:cSld name="Sanitized Layout 115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87" name="sanitized-shape-595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81" name="sanitized-shape-596">
            <a:extLst xmlns:a="http://schemas.openxmlformats.org/drawingml/2006/main">
              <a:ext uri="{FF2B5EF4-FFF2-40B4-BE49-F238E27FC236}">
                <a16:creationId xmlns:a16="http://schemas.microsoft.com/office/drawing/2014/main" id="{CDE27B19-C8F7-4BA8-BD66-19CFFE252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9525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t/>
            </a:r>
          </a:p>
        </p:txBody>
      </p:sp>
      <p:sp>
        <p:nvSpPr>
          <p:cNvPr id="782" name="sanitized-shape-597">
            <a:extLst xmlns:a="http://schemas.openxmlformats.org/drawingml/2006/main">
              <a:ext uri="{FF2B5EF4-FFF2-40B4-BE49-F238E27FC236}">
                <a16:creationId xmlns:a16="http://schemas.microsoft.com/office/drawing/2014/main" id="{117A26A4-733F-4410-84FA-EFE0CFF49A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3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51425" rIns="51425" bIns="51425" anchor="b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83" name="sanitized-shape-598">
            <a:extLst xmlns:a="http://schemas.openxmlformats.org/drawingml/2006/main">
              <a:ext uri="{FF2B5EF4-FFF2-40B4-BE49-F238E27FC236}">
                <a16:creationId xmlns:a16="http://schemas.microsoft.com/office/drawing/2014/main" id="{36BA96FE-2A45-4C97-9A52-CC820E4DA3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59991" y="635634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sp>
        <p:nvSpPr>
          <p:cNvPr id="784" name="sanitized-shape-599">
            <a:extLst xmlns:a="http://schemas.openxmlformats.org/drawingml/2006/main">
              <a:ext uri="{FF2B5EF4-FFF2-40B4-BE49-F238E27FC236}">
                <a16:creationId xmlns:a16="http://schemas.microsoft.com/office/drawing/2014/main" id="{2074B169-52BF-4E07-B643-8817656E578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0729" y="1244337"/>
            <a:ext cx="10767600" cy="38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34250" rIns="68550" bIns="34250" anchor="t">
            <a:no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743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3200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657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4114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</p:spTree>
  </p:cSld>
</p:sldLayout>
</file>

<file path=ppt/slideLayouts/slideLayout113.xml><?xml version="1.0" encoding="utf-8"?>
<p:sldLayout xmlns:p="http://schemas.openxmlformats.org/presentationml/2006/main" matchingName="2_Standard header only 1 2">
  <p:cSld name="Sanitized Layout 116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94" name="sanitized-shape-600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88" name="sanitized-shape-601">
            <a:extLst xmlns:a="http://schemas.openxmlformats.org/drawingml/2006/main">
              <a:ext uri="{FF2B5EF4-FFF2-40B4-BE49-F238E27FC236}">
                <a16:creationId xmlns:a16="http://schemas.microsoft.com/office/drawing/2014/main" id="{282E9BF4-A2E6-46B4-9132-1EA7D0518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9525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789" name="sanitized-shape-602">
            <a:extLst xmlns:a="http://schemas.openxmlformats.org/drawingml/2006/main">
              <a:ext uri="{FF2B5EF4-FFF2-40B4-BE49-F238E27FC236}">
                <a16:creationId xmlns:a16="http://schemas.microsoft.com/office/drawing/2014/main" id="{C1A35B06-4F59-4686-9F9B-CB1513767A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3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90" name="sanitized-shape-603">
            <a:extLst xmlns:a="http://schemas.openxmlformats.org/drawingml/2006/main">
              <a:ext uri="{FF2B5EF4-FFF2-40B4-BE49-F238E27FC236}">
                <a16:creationId xmlns:a16="http://schemas.microsoft.com/office/drawing/2014/main" id="{EEFA63A4-1D85-4CDF-BA7D-89A82D06390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59991" y="635634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sp>
        <p:nvSpPr>
          <p:cNvPr id="791" name="sanitized-shape-604">
            <a:extLst xmlns:a="http://schemas.openxmlformats.org/drawingml/2006/main">
              <a:ext uri="{FF2B5EF4-FFF2-40B4-BE49-F238E27FC236}">
                <a16:creationId xmlns:a16="http://schemas.microsoft.com/office/drawing/2014/main" id="{029A1816-3745-4430-9261-A6CC46BE669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0729" y="1244337"/>
            <a:ext cx="10767600" cy="38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2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743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3200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657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4114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</p:spTree>
  </p:cSld>
</p:sldLayout>
</file>

<file path=ppt/slideLayouts/slideLayout114.xml><?xml version="1.0" encoding="utf-8"?>
<p:sldLayout xmlns:p="http://schemas.openxmlformats.org/presentationml/2006/main" showMasterSp="0" matchingName="3_Sub Titles and Contents 12">
  <p:cSld name="Sanitized Layout 117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802" name="sanitized-shape-605"/>
          <p:cNvCxnSpPr/>
          <p:nvPr/>
        </p:nvCxnSpPr>
        <p:spPr>
          <a:xfrm xmlns:a="http://schemas.openxmlformats.org/drawingml/2006/main">
            <a:off x="739224" y="651219"/>
            <a:ext cx="111936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94" name="sanitized-shape-606">
            <a:extLst xmlns:a="http://schemas.openxmlformats.org/drawingml/2006/main">
              <a:ext uri="{FF2B5EF4-FFF2-40B4-BE49-F238E27FC236}">
                <a16:creationId xmlns:a16="http://schemas.microsoft.com/office/drawing/2014/main" id="{AE7C26EC-9958-4B29-84D3-F8789A0DB4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36416" y="76200"/>
            <a:ext cx="10741800" cy="58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None/>
              <a:defRPr/>
            </a:lvl1pPr>
            <a:lvl2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None/>
              <a:defRPr/>
            </a:lvl2pPr>
            <a:lvl3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None/>
              <a:defRPr/>
            </a:lvl3pPr>
            <a:lvl4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None/>
              <a:defRPr/>
            </a:lvl4pPr>
            <a:lvl5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None/>
              <a:defRPr/>
            </a:lvl5pPr>
            <a:lvl6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None/>
              <a:defRPr/>
            </a:lvl6pPr>
            <a:lvl7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None/>
              <a:defRPr/>
            </a:lvl7pPr>
            <a:lvl8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None/>
              <a:defRPr/>
            </a:lvl8pPr>
            <a:lvl9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None/>
              <a:defRPr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95" name="sanitized-shape-607">
            <a:extLst xmlns:a="http://schemas.openxmlformats.org/drawingml/2006/main">
              <a:ext uri="{FF2B5EF4-FFF2-40B4-BE49-F238E27FC236}">
                <a16:creationId xmlns:a16="http://schemas.microsoft.com/office/drawing/2014/main" id="{EAB53001-A831-4012-B9B4-4490544A34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36416" y="1432100"/>
            <a:ext cx="6235500" cy="8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45700" rIns="45700" bIns="45700" anchor="t">
            <a:normAutofit/>
          </a:bodyPr>
          <a:lstStyle xmlns:a="http://schemas.openxmlformats.org/drawingml/2006/main">
            <a:lvl1pPr marL="4572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•"/>
              <a:defRPr sz="1500"/>
            </a:lvl1pPr>
            <a:lvl2pPr marL="9144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•"/>
              <a:defRPr sz="1500"/>
            </a:lvl2pPr>
            <a:lvl3pPr marL="13716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•"/>
              <a:defRPr sz="1500"/>
            </a:lvl3pPr>
            <a:lvl4pPr marL="18288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•"/>
              <a:defRPr sz="1500"/>
            </a:lvl4pPr>
            <a:lvl5pPr marL="22860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•"/>
              <a:defRPr sz="1500"/>
            </a:lvl5pPr>
            <a:lvl6pPr marL="27432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6pPr>
            <a:lvl7pPr marL="32004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7pPr>
            <a:lvl8pPr marL="36576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8pPr>
            <a:lvl9pPr marL="41148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96" name="sanitized-shape-608">
            <a:extLst xmlns:a="http://schemas.openxmlformats.org/drawingml/2006/main">
              <a:ext uri="{FF2B5EF4-FFF2-40B4-BE49-F238E27FC236}">
                <a16:creationId xmlns:a16="http://schemas.microsoft.com/office/drawing/2014/main" id="{6803967B-4A0B-48CB-9BD9-86903B43501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733242" y="982563"/>
            <a:ext cx="5056200" cy="44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45700" rIns="45700" bIns="45700" anchor="ctr">
            <a:normAutofit/>
          </a:bodyPr>
          <a:lstStyle xmlns:a="http://schemas.openxmlformats.org/drawingml/2006/main">
            <a:lvl1pPr marL="4572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1pPr>
            <a:lvl2pPr marL="9144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2pPr>
            <a:lvl3pPr marL="13716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3pPr>
            <a:lvl4pPr marL="18288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4pPr>
            <a:lvl5pPr marL="22860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5pPr>
            <a:lvl6pPr marL="27432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6pPr>
            <a:lvl7pPr marL="32004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7pPr>
            <a:lvl8pPr marL="36576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8pPr>
            <a:lvl9pPr marL="41148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97" name="sanitized-shape-609">
            <a:extLst xmlns:a="http://schemas.openxmlformats.org/drawingml/2006/main">
              <a:ext uri="{FF2B5EF4-FFF2-40B4-BE49-F238E27FC236}">
                <a16:creationId xmlns:a16="http://schemas.microsoft.com/office/drawing/2014/main" id="{EECAC56E-E14B-458E-B1F1-20573F9C4D3F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733242" y="2455547"/>
            <a:ext cx="5056200" cy="44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45700" rIns="45700" bIns="45700" anchor="ctr">
            <a:normAutofit/>
          </a:bodyPr>
          <a:lstStyle xmlns:a="http://schemas.openxmlformats.org/drawingml/2006/main">
            <a:lvl1pPr marL="4572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1pPr>
            <a:lvl2pPr marL="9144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2pPr>
            <a:lvl3pPr marL="13716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3pPr>
            <a:lvl4pPr marL="18288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4pPr>
            <a:lvl5pPr marL="22860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5pPr>
            <a:lvl6pPr marL="27432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6pPr>
            <a:lvl7pPr marL="32004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7pPr>
            <a:lvl8pPr marL="36576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8pPr>
            <a:lvl9pPr marL="41148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98" name="sanitized-shape-610">
            <a:extLst xmlns:a="http://schemas.openxmlformats.org/drawingml/2006/main">
              <a:ext uri="{FF2B5EF4-FFF2-40B4-BE49-F238E27FC236}">
                <a16:creationId xmlns:a16="http://schemas.microsoft.com/office/drawing/2014/main" id="{73CBDDCA-53E7-4DF0-A593-CA2C892E0010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733239" y="4055471"/>
            <a:ext cx="5056200" cy="44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45700" rIns="45700" bIns="45700" anchor="ctr">
            <a:normAutofit/>
          </a:bodyPr>
          <a:lstStyle xmlns:a="http://schemas.openxmlformats.org/drawingml/2006/main">
            <a:lvl1pPr marL="4572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1pPr>
            <a:lvl2pPr marL="9144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2pPr>
            <a:lvl3pPr marL="13716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3pPr>
            <a:lvl4pPr marL="18288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4pPr>
            <a:lvl5pPr marL="22860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5pPr>
            <a:lvl6pPr marL="27432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6pPr>
            <a:lvl7pPr marL="32004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7pPr>
            <a:lvl8pPr marL="36576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8pPr>
            <a:lvl9pPr marL="41148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99" name="sanitized-shape-611">
            <a:extLst xmlns:a="http://schemas.openxmlformats.org/drawingml/2006/main">
              <a:ext uri="{FF2B5EF4-FFF2-40B4-BE49-F238E27FC236}">
                <a16:creationId xmlns:a16="http://schemas.microsoft.com/office/drawing/2014/main" id="{883F5CCF-1FE0-4405-8FC3-1C2F16BA42B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718284" y="6406785"/>
            <a:ext cx="273600" cy="27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45700" rIns="45700" bIns="45700" anchor="ctr">
            <a:sp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115.xml><?xml version="1.0" encoding="utf-8"?>
<p:sldLayout xmlns:p="http://schemas.openxmlformats.org/presentationml/2006/main" matchingName="2_Standard header only 3">
  <p:cSld name="Sanitized Layout 118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811" name="sanitized-shape-612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04" name="sanitized-shape-613">
            <a:extLst xmlns:a="http://schemas.openxmlformats.org/drawingml/2006/main">
              <a:ext uri="{FF2B5EF4-FFF2-40B4-BE49-F238E27FC236}">
                <a16:creationId xmlns:a16="http://schemas.microsoft.com/office/drawing/2014/main" id="{AADD00AA-ABCC-4DB5-96E6-402A012FE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9525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805" name="sanitized-shape-614">
            <a:extLst xmlns:a="http://schemas.openxmlformats.org/drawingml/2006/main">
              <a:ext uri="{FF2B5EF4-FFF2-40B4-BE49-F238E27FC236}">
                <a16:creationId xmlns:a16="http://schemas.microsoft.com/office/drawing/2014/main" id="{70008AFA-3DB2-4EE3-AEE3-341A7C49CB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3"/>
            <a:ext cx="107673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06" name="sanitized-shape-615">
            <a:extLst xmlns:a="http://schemas.openxmlformats.org/drawingml/2006/main">
              <a:ext uri="{FF2B5EF4-FFF2-40B4-BE49-F238E27FC236}">
                <a16:creationId xmlns:a16="http://schemas.microsoft.com/office/drawing/2014/main" id="{578CC6CA-0BF1-4317-ADB3-7A6B2E3708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59991" y="635634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sp>
        <p:nvSpPr>
          <p:cNvPr id="807" name="sanitized-shape-616">
            <a:extLst xmlns:a="http://schemas.openxmlformats.org/drawingml/2006/main">
              <a:ext uri="{FF2B5EF4-FFF2-40B4-BE49-F238E27FC236}">
                <a16:creationId xmlns:a16="http://schemas.microsoft.com/office/drawing/2014/main" id="{32953B7A-7A2D-4A32-BA1A-4202008065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0727" y="1244337"/>
            <a:ext cx="10767300" cy="38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2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743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3200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657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4114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08" name="sanitized-shape-617">
            <a:extLst xmlns:a="http://schemas.openxmlformats.org/drawingml/2006/main">
              <a:ext uri="{FF2B5EF4-FFF2-40B4-BE49-F238E27FC236}">
                <a16:creationId xmlns:a16="http://schemas.microsoft.com/office/drawing/2014/main" id="{8A53994D-A438-4557-8F2A-6E562A971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8668" y="6415085"/>
            <a:ext cx="8882700" cy="24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9950" tIns="54700" rIns="89950" bIns="449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100"/>
              <a:buFont typeface="Times New Roman"/>
              <a:buNone/>
            </a:pPr>
            <a:r>
              <a:rPr sz="1100" b="0" i="0" u="none" cap="none">
                <a:solidFill>
                  <a:srgbClr val="80808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</p:cSld>
</p:sldLayout>
</file>

<file path=ppt/slideLayouts/slideLayout116.xml><?xml version="1.0" encoding="utf-8"?>
<p:sldLayout xmlns:p="http://schemas.openxmlformats.org/presentationml/2006/main" matchingName="Content 1">
  <p:cSld name="Sanitized Layout 119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10" name="sanitized-shape-618">
            <a:extLst xmlns:a="http://schemas.openxmlformats.org/drawingml/2006/main">
              <a:ext uri="{FF2B5EF4-FFF2-40B4-BE49-F238E27FC236}">
                <a16:creationId xmlns:a16="http://schemas.microsoft.com/office/drawing/2014/main" id="{2D78E0E8-8326-4A67-9FAE-DDBC1DE9AFA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7590" y="6356350"/>
            <a:ext cx="41139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1pPr>
            <a:lvl2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2pPr>
            <a:lvl3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3pPr>
            <a:lvl4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4pPr>
            <a:lvl5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5pPr>
            <a:lvl6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6pPr>
            <a:lvl7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7pPr>
            <a:lvl8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8pPr>
            <a:lvl9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9pPr>
          </a:lstStyle>
          <a:p xmlns:a="http://schemas.openxmlformats.org/drawingml/2006/main">
            <a:r>
              <a:t/>
            </a:r>
          </a:p>
        </p:txBody>
      </p:sp>
      <p:cxnSp>
        <p:nvCxnSpPr>
          <p:cNvPr id="821" name="sanitized-shape-619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13" name="sanitized-shape-620">
            <a:extLst xmlns:a="http://schemas.openxmlformats.org/drawingml/2006/main">
              <a:ext uri="{FF2B5EF4-FFF2-40B4-BE49-F238E27FC236}">
                <a16:creationId xmlns:a16="http://schemas.microsoft.com/office/drawing/2014/main" id="{672FE4CB-2073-426D-A48C-741DD347D6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36416" y="101600"/>
            <a:ext cx="10741800" cy="58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900"/>
              <a:buFont typeface="Arial"/>
              <a:buNone/>
              <a:defRPr sz="1900"/>
            </a:lvl2pPr>
            <a:lvl3pPr>
              <a:spcBef>
                <a:spcPts val="0"/>
              </a:spcBef>
              <a:spcAft>
                <a:spcPts val="0"/>
              </a:spcAft>
              <a:buSzPts val="1900"/>
              <a:buFont typeface="Arial"/>
              <a:buNone/>
              <a:defRPr sz="1900"/>
            </a:lvl3pPr>
            <a:lvl4pPr>
              <a:spcBef>
                <a:spcPts val="0"/>
              </a:spcBef>
              <a:spcAft>
                <a:spcPts val="0"/>
              </a:spcAft>
              <a:buSzPts val="1900"/>
              <a:buFont typeface="Arial"/>
              <a:buNone/>
              <a:defRPr sz="1900"/>
            </a:lvl4pPr>
            <a:lvl5pPr>
              <a:spcBef>
                <a:spcPts val="0"/>
              </a:spcBef>
              <a:spcAft>
                <a:spcPts val="0"/>
              </a:spcAft>
              <a:buSzPts val="1900"/>
              <a:buFont typeface="Arial"/>
              <a:buNone/>
              <a:defRPr sz="1900"/>
            </a:lvl5pPr>
            <a:lvl6pPr>
              <a:spcBef>
                <a:spcPts val="0"/>
              </a:spcBef>
              <a:spcAft>
                <a:spcPts val="0"/>
              </a:spcAft>
              <a:buSzPts val="1900"/>
              <a:buFont typeface="Arial"/>
              <a:buNone/>
              <a:defRPr sz="1900"/>
            </a:lvl6pPr>
            <a:lvl7pPr>
              <a:spcBef>
                <a:spcPts val="0"/>
              </a:spcBef>
              <a:spcAft>
                <a:spcPts val="0"/>
              </a:spcAft>
              <a:buSzPts val="1900"/>
              <a:buFont typeface="Arial"/>
              <a:buNone/>
              <a:defRPr sz="1900"/>
            </a:lvl7pPr>
            <a:lvl8pPr>
              <a:spcBef>
                <a:spcPts val="0"/>
              </a:spcBef>
              <a:spcAft>
                <a:spcPts val="0"/>
              </a:spcAft>
              <a:buSzPts val="1900"/>
              <a:buFont typeface="Arial"/>
              <a:buNone/>
              <a:defRPr sz="1900"/>
            </a:lvl8pPr>
            <a:lvl9pPr>
              <a:spcBef>
                <a:spcPts val="0"/>
              </a:spcBef>
              <a:spcAft>
                <a:spcPts val="0"/>
              </a:spcAft>
              <a:buSzPts val="1900"/>
              <a:buFont typeface="Arial"/>
              <a:buNone/>
              <a:defRPr sz="1900"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14" name="sanitized-shape-621">
            <a:extLst xmlns:a="http://schemas.openxmlformats.org/drawingml/2006/main">
              <a:ext uri="{FF2B5EF4-FFF2-40B4-BE49-F238E27FC236}">
                <a16:creationId xmlns:a16="http://schemas.microsoft.com/office/drawing/2014/main" id="{B8C901D1-BA11-434B-9C9F-4F2F5BADC36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36416" y="1741998"/>
            <a:ext cx="10741800" cy="43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2pPr>
            <a:lvl3pPr marL="13716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3pPr>
            <a:lvl4pPr marL="18288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4pPr>
            <a:lvl5pPr marL="22860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5pPr>
            <a:lvl6pPr marL="2743200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■"/>
              <a:defRPr sz="1900"/>
            </a:lvl6pPr>
            <a:lvl7pPr marL="3200400" indent="-34925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  <a:defRPr sz="1900"/>
            </a:lvl7pPr>
            <a:lvl8pPr marL="3657600" indent="-34925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  <a:defRPr sz="1900"/>
            </a:lvl8pPr>
            <a:lvl9pPr marL="4114800" indent="-34925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900"/>
              <a:buChar char="■"/>
              <a:defRPr sz="1900"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15" name="sanitized-shape-622">
            <a:extLst xmlns:a="http://schemas.openxmlformats.org/drawingml/2006/main">
              <a:ext uri="{FF2B5EF4-FFF2-40B4-BE49-F238E27FC236}">
                <a16:creationId xmlns:a16="http://schemas.microsoft.com/office/drawing/2014/main" id="{D1CBB3D2-D2EC-4B90-B9C9-BA37B7B3592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5473" y="6356350"/>
            <a:ext cx="766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117.xml><?xml version="1.0" encoding="utf-8"?>
<p:sldLayout xmlns:p="http://schemas.openxmlformats.org/presentationml/2006/main" matchingName="Title and Content 5 1">
  <p:cSld name="Sanitized Layout 120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17" name="sanitized-shape-623">
            <a:extLst xmlns:a="http://schemas.openxmlformats.org/drawingml/2006/main">
              <a:ext uri="{FF2B5EF4-FFF2-40B4-BE49-F238E27FC236}">
                <a16:creationId xmlns:a16="http://schemas.microsoft.com/office/drawing/2014/main" id="{DF5ED289-A691-484F-A06E-B85A56F5C4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407010" y="6403535"/>
            <a:ext cx="731400" cy="524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t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cap="none">
                <a:solidFill>
                  <a:schemeClr val="dk2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cap="none">
                <a:solidFill>
                  <a:schemeClr val="dk2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cap="none">
                <a:solidFill>
                  <a:schemeClr val="dk2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cap="none">
                <a:solidFill>
                  <a:schemeClr val="dk2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cap="none">
                <a:solidFill>
                  <a:schemeClr val="dk2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cap="none">
                <a:solidFill>
                  <a:schemeClr val="dk2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cap="none">
                <a:solidFill>
                  <a:schemeClr val="dk2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cap="none">
                <a:solidFill>
                  <a:schemeClr val="dk2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cap="none">
                <a:solidFill>
                  <a:schemeClr val="dk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cxnSp>
        <p:nvCxnSpPr>
          <p:cNvPr id="827" name="sanitized-shape-624"/>
          <p:cNvCxnSpPr/>
          <p:nvPr/>
        </p:nvCxnSpPr>
        <p:spPr>
          <a:xfrm xmlns:a="http://schemas.openxmlformats.org/drawingml/2006/main">
            <a:off x="1" y="740119"/>
            <a:ext cx="118089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19" name="sanitized-shape-625">
            <a:extLst xmlns:a="http://schemas.openxmlformats.org/drawingml/2006/main">
              <a:ext uri="{FF2B5EF4-FFF2-40B4-BE49-F238E27FC236}">
                <a16:creationId xmlns:a16="http://schemas.microsoft.com/office/drawing/2014/main" id="{4F6A65A5-C2C9-4B0B-81BA-2FFC83285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1068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9525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821" name="sanitized-shape-626">
            <a:extLst xmlns:a="http://schemas.openxmlformats.org/drawingml/2006/main">
              <a:ext uri="{FF2B5EF4-FFF2-40B4-BE49-F238E27FC236}">
                <a16:creationId xmlns:a16="http://schemas.microsoft.com/office/drawing/2014/main" id="{FB1A2DA9-0F59-4D8F-B84C-F6BE6A9630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78" y="119093"/>
            <a:ext cx="107682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</p:spTree>
  </p:cSld>
</p:sldLayout>
</file>

<file path=ppt/slideLayouts/slideLayout118.xml><?xml version="1.0" encoding="utf-8"?>
<p:sldLayout xmlns:p="http://schemas.openxmlformats.org/presentationml/2006/main" matchingName="Title slide" type="title">
  <p:cSld name="Sanitized Layout 12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27" name="sanitized-shape-630">
            <a:extLst xmlns:a="http://schemas.openxmlformats.org/drawingml/2006/main">
              <a:ext uri="{FF2B5EF4-FFF2-40B4-BE49-F238E27FC236}">
                <a16:creationId xmlns:a16="http://schemas.microsoft.com/office/drawing/2014/main" id="{97766B8B-0399-4E32-9745-0D8803CFB48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415507" y="992767"/>
            <a:ext cx="11358000" cy="2736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28" name="sanitized-shape-631">
            <a:extLst xmlns:a="http://schemas.openxmlformats.org/drawingml/2006/main">
              <a:ext uri="{FF2B5EF4-FFF2-40B4-BE49-F238E27FC236}">
                <a16:creationId xmlns:a16="http://schemas.microsoft.com/office/drawing/2014/main" id="{4F59B8E8-68CB-4468-B61A-A2E7BBDFD00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15496" y="3778833"/>
            <a:ext cx="11358000" cy="1056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29" name="sanitized-shape-632">
            <a:extLst xmlns:a="http://schemas.openxmlformats.org/drawingml/2006/main">
              <a:ext uri="{FF2B5EF4-FFF2-40B4-BE49-F238E27FC236}">
                <a16:creationId xmlns:a16="http://schemas.microsoft.com/office/drawing/2014/main" id="{669936D5-DB81-4E80-B7D9-CC6E01C9AEC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3784" y="6217622"/>
            <a:ext cx="7314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119.xml><?xml version="1.0" encoding="utf-8"?>
<p:sldLayout xmlns:p="http://schemas.openxmlformats.org/presentationml/2006/main" matchingName="Section header" type="secHead">
  <p:cSld name="Sanitized Layout 12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1" name="sanitized-shape-633">
            <a:extLst xmlns:a="http://schemas.openxmlformats.org/drawingml/2006/main">
              <a:ext uri="{FF2B5EF4-FFF2-40B4-BE49-F238E27FC236}">
                <a16:creationId xmlns:a16="http://schemas.microsoft.com/office/drawing/2014/main" id="{591EF237-39C7-4B8D-B5A4-53A42C2E2C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15496" y="2867800"/>
            <a:ext cx="11358000" cy="112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32" name="sanitized-shape-634">
            <a:extLst xmlns:a="http://schemas.openxmlformats.org/drawingml/2006/main">
              <a:ext uri="{FF2B5EF4-FFF2-40B4-BE49-F238E27FC236}">
                <a16:creationId xmlns:a16="http://schemas.microsoft.com/office/drawing/2014/main" id="{5C14CC42-9807-45E1-AE2A-09F2BE31D52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3784" y="6217622"/>
            <a:ext cx="7314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120.xml><?xml version="1.0" encoding="utf-8"?>
<p:sldLayout xmlns:p="http://schemas.openxmlformats.org/presentationml/2006/main" matchingName="Title and body">
  <p:cSld name="Sanitized Layout 12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4" name="sanitized-shape-635">
            <a:extLst xmlns:a="http://schemas.openxmlformats.org/drawingml/2006/main">
              <a:ext uri="{FF2B5EF4-FFF2-40B4-BE49-F238E27FC236}">
                <a16:creationId xmlns:a16="http://schemas.microsoft.com/office/drawing/2014/main" id="{70F6AD3D-BA46-45CB-BDA1-C57E34254C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15496" y="593367"/>
            <a:ext cx="11358000" cy="7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35" name="sanitized-shape-636">
            <a:extLst xmlns:a="http://schemas.openxmlformats.org/drawingml/2006/main">
              <a:ext uri="{FF2B5EF4-FFF2-40B4-BE49-F238E27FC236}">
                <a16:creationId xmlns:a16="http://schemas.microsoft.com/office/drawing/2014/main" id="{E07399DD-5A4B-42B2-8D2B-EA1740CABDD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15496" y="1536633"/>
            <a:ext cx="11358000" cy="455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t">
            <a:normAutofit/>
          </a:bodyPr>
          <a:lstStyle xmlns:a="http://schemas.openxmlformats.org/drawingml/2006/main">
            <a:lvl1pPr marL="45720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36" name="sanitized-shape-637">
            <a:extLst xmlns:a="http://schemas.openxmlformats.org/drawingml/2006/main">
              <a:ext uri="{FF2B5EF4-FFF2-40B4-BE49-F238E27FC236}">
                <a16:creationId xmlns:a16="http://schemas.microsoft.com/office/drawing/2014/main" id="{8239B62F-7412-4E23-B87B-693EDBB8D8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3784" y="6217622"/>
            <a:ext cx="7314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121.xml><?xml version="1.0" encoding="utf-8"?>
<p:sldLayout xmlns:p="http://schemas.openxmlformats.org/presentationml/2006/main" matchingName="Title and two columns">
  <p:cSld name="Sanitized Layout 125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8" name="sanitized-shape-638">
            <a:extLst xmlns:a="http://schemas.openxmlformats.org/drawingml/2006/main">
              <a:ext uri="{FF2B5EF4-FFF2-40B4-BE49-F238E27FC236}">
                <a16:creationId xmlns:a16="http://schemas.microsoft.com/office/drawing/2014/main" id="{263914A0-E0F5-423E-8E78-4828379525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15496" y="593367"/>
            <a:ext cx="11358000" cy="7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39" name="sanitized-shape-639">
            <a:extLst xmlns:a="http://schemas.openxmlformats.org/drawingml/2006/main">
              <a:ext uri="{FF2B5EF4-FFF2-40B4-BE49-F238E27FC236}">
                <a16:creationId xmlns:a16="http://schemas.microsoft.com/office/drawing/2014/main" id="{412A6752-CCE3-4B3A-86B9-28A115D189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15496" y="1536633"/>
            <a:ext cx="5331900" cy="455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t">
            <a:normAutofit/>
          </a:bodyPr>
          <a:lstStyle xmlns:a="http://schemas.openxmlformats.org/drawingml/2006/main">
            <a:lvl1pPr marL="45720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40" name="sanitized-shape-640">
            <a:extLst xmlns:a="http://schemas.openxmlformats.org/drawingml/2006/main">
              <a:ext uri="{FF2B5EF4-FFF2-40B4-BE49-F238E27FC236}">
                <a16:creationId xmlns:a16="http://schemas.microsoft.com/office/drawing/2014/main" id="{79660227-2752-4C10-B78D-EC6335D813E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41588" y="1536633"/>
            <a:ext cx="5331900" cy="455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t">
            <a:normAutofit/>
          </a:bodyPr>
          <a:lstStyle xmlns:a="http://schemas.openxmlformats.org/drawingml/2006/main">
            <a:lvl1pPr marL="45720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41" name="sanitized-shape-641">
            <a:extLst xmlns:a="http://schemas.openxmlformats.org/drawingml/2006/main">
              <a:ext uri="{FF2B5EF4-FFF2-40B4-BE49-F238E27FC236}">
                <a16:creationId xmlns:a16="http://schemas.microsoft.com/office/drawing/2014/main" id="{44D89B61-CF6A-426C-84E5-985721958C8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3784" y="6217622"/>
            <a:ext cx="7314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122.xml><?xml version="1.0" encoding="utf-8"?>
<p:sldLayout xmlns:p="http://schemas.openxmlformats.org/presentationml/2006/main" matchingName="Title only" type="titleOnly">
  <p:cSld name="Sanitized Layout 126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43" name="sanitized-shape-642">
            <a:extLst xmlns:a="http://schemas.openxmlformats.org/drawingml/2006/main">
              <a:ext uri="{FF2B5EF4-FFF2-40B4-BE49-F238E27FC236}">
                <a16:creationId xmlns:a16="http://schemas.microsoft.com/office/drawing/2014/main" id="{86DFED14-AEAC-45F7-9E85-A1F5FAB126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15496" y="593367"/>
            <a:ext cx="11358000" cy="7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44" name="sanitized-shape-643">
            <a:extLst xmlns:a="http://schemas.openxmlformats.org/drawingml/2006/main">
              <a:ext uri="{FF2B5EF4-FFF2-40B4-BE49-F238E27FC236}">
                <a16:creationId xmlns:a16="http://schemas.microsoft.com/office/drawing/2014/main" id="{2D4AD88A-E428-4A69-B473-979FABB05DA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3784" y="6217622"/>
            <a:ext cx="7314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123.xml><?xml version="1.0" encoding="utf-8"?>
<p:sldLayout xmlns:p="http://schemas.openxmlformats.org/presentationml/2006/main" matchingName="One column text">
  <p:cSld name="Sanitized Layout 127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46" name="sanitized-shape-644">
            <a:extLst xmlns:a="http://schemas.openxmlformats.org/drawingml/2006/main">
              <a:ext uri="{FF2B5EF4-FFF2-40B4-BE49-F238E27FC236}">
                <a16:creationId xmlns:a16="http://schemas.microsoft.com/office/drawing/2014/main" id="{1675E0FC-D83E-45B3-BB45-EEC7E2A33D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15496" y="740800"/>
            <a:ext cx="3743100" cy="100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b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47" name="sanitized-shape-645">
            <a:extLst xmlns:a="http://schemas.openxmlformats.org/drawingml/2006/main">
              <a:ext uri="{FF2B5EF4-FFF2-40B4-BE49-F238E27FC236}">
                <a16:creationId xmlns:a16="http://schemas.microsoft.com/office/drawing/2014/main" id="{C66E0064-DF9D-4F09-BFD8-1967F933E0F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15496" y="1852800"/>
            <a:ext cx="3743100" cy="4239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t">
            <a:normAutofit/>
          </a:bodyPr>
          <a:lstStyle xmlns:a="http://schemas.openxmlformats.org/drawingml/2006/main">
            <a:lvl1pPr marL="45720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48" name="sanitized-shape-646">
            <a:extLst xmlns:a="http://schemas.openxmlformats.org/drawingml/2006/main">
              <a:ext uri="{FF2B5EF4-FFF2-40B4-BE49-F238E27FC236}">
                <a16:creationId xmlns:a16="http://schemas.microsoft.com/office/drawing/2014/main" id="{A5E73B60-83A3-4173-AA88-DCD0B3B05E9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3784" y="6217622"/>
            <a:ext cx="7314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124.xml><?xml version="1.0" encoding="utf-8"?>
<p:sldLayout xmlns:p="http://schemas.openxmlformats.org/presentationml/2006/main" matchingName="Main point">
  <p:cSld name="Sanitized Layout 128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50" name="sanitized-shape-647">
            <a:extLst xmlns:a="http://schemas.openxmlformats.org/drawingml/2006/main">
              <a:ext uri="{FF2B5EF4-FFF2-40B4-BE49-F238E27FC236}">
                <a16:creationId xmlns:a16="http://schemas.microsoft.com/office/drawing/2014/main" id="{4DC38D71-8848-4346-B86A-B9197DD9ED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53503" y="600200"/>
            <a:ext cx="8488200" cy="545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ctr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51" name="sanitized-shape-648">
            <a:extLst xmlns:a="http://schemas.openxmlformats.org/drawingml/2006/main">
              <a:ext uri="{FF2B5EF4-FFF2-40B4-BE49-F238E27FC236}">
                <a16:creationId xmlns:a16="http://schemas.microsoft.com/office/drawing/2014/main" id="{A94D101C-4796-4867-8970-3FEC04CDB1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3784" y="6217622"/>
            <a:ext cx="7314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125.xml><?xml version="1.0" encoding="utf-8"?>
<p:sldLayout xmlns:p="http://schemas.openxmlformats.org/presentationml/2006/main" matchingName="Section title and description">
  <p:cSld name="Sanitized Layout 129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53" name="sanitized-shape-649">
            <a:extLst xmlns:a="http://schemas.openxmlformats.org/drawingml/2006/main">
              <a:ext uri="{FF2B5EF4-FFF2-40B4-BE49-F238E27FC236}">
                <a16:creationId xmlns:a16="http://schemas.microsoft.com/office/drawing/2014/main" id="{47EC5343-A65E-44A8-A556-289A74195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475" y="-167"/>
            <a:ext cx="6094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854" name="sanitized-shape-650">
            <a:extLst xmlns:a="http://schemas.openxmlformats.org/drawingml/2006/main">
              <a:ext uri="{FF2B5EF4-FFF2-40B4-BE49-F238E27FC236}">
                <a16:creationId xmlns:a16="http://schemas.microsoft.com/office/drawing/2014/main" id="{8C5CDEE8-D5DA-4C3B-BC64-024A5E3EDB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3911" y="1644233"/>
            <a:ext cx="5392200" cy="197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55" name="sanitized-shape-651">
            <a:extLst xmlns:a="http://schemas.openxmlformats.org/drawingml/2006/main">
              <a:ext uri="{FF2B5EF4-FFF2-40B4-BE49-F238E27FC236}">
                <a16:creationId xmlns:a16="http://schemas.microsoft.com/office/drawing/2014/main" id="{16A83B75-6B24-4D2E-B9A9-DADC00DA79F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53911" y="3737433"/>
            <a:ext cx="5392200" cy="164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56" name="sanitized-shape-652">
            <a:extLst xmlns:a="http://schemas.openxmlformats.org/drawingml/2006/main">
              <a:ext uri="{FF2B5EF4-FFF2-40B4-BE49-F238E27FC236}">
                <a16:creationId xmlns:a16="http://schemas.microsoft.com/office/drawing/2014/main" id="{E7474B6A-14E4-4A1C-BCB3-4CA10678D0D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584352" y="965433"/>
            <a:ext cx="5114700" cy="4926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ctr">
            <a:normAutofit/>
          </a:bodyPr>
          <a:lstStyle xmlns:a="http://schemas.openxmlformats.org/drawingml/2006/main">
            <a:lvl1pPr marL="45720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57" name="sanitized-shape-653">
            <a:extLst xmlns:a="http://schemas.openxmlformats.org/drawingml/2006/main">
              <a:ext uri="{FF2B5EF4-FFF2-40B4-BE49-F238E27FC236}">
                <a16:creationId xmlns:a16="http://schemas.microsoft.com/office/drawing/2014/main" id="{B090F6DC-38DF-4569-804D-F4C6A112851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3784" y="6217622"/>
            <a:ext cx="7314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126.xml><?xml version="1.0" encoding="utf-8"?>
<p:sldLayout xmlns:p="http://schemas.openxmlformats.org/presentationml/2006/main" matchingName="Caption">
  <p:cSld name="Sanitized Layout 130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59" name="sanitized-shape-654">
            <a:extLst xmlns:a="http://schemas.openxmlformats.org/drawingml/2006/main">
              <a:ext uri="{FF2B5EF4-FFF2-40B4-BE49-F238E27FC236}">
                <a16:creationId xmlns:a16="http://schemas.microsoft.com/office/drawing/2014/main" id="{FAE7FD16-E22E-4D41-B4AD-3BFA54E7564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15496" y="5640767"/>
            <a:ext cx="7996500" cy="80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ctr">
            <a:normAutofit/>
          </a:bodyPr>
          <a:lstStyle xmlns:a="http://schemas.openxmlformats.org/drawingml/2006/main"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 xmlns:a="http://schemas.openxmlformats.org/drawingml/2006/main">
            <a:r>
              <a:t/>
            </a:r>
          </a:p>
        </p:txBody>
      </p:sp>
      <p:sp>
        <p:nvSpPr>
          <p:cNvPr id="860" name="sanitized-shape-655">
            <a:extLst xmlns:a="http://schemas.openxmlformats.org/drawingml/2006/main">
              <a:ext uri="{FF2B5EF4-FFF2-40B4-BE49-F238E27FC236}">
                <a16:creationId xmlns:a16="http://schemas.microsoft.com/office/drawing/2014/main" id="{D834F354-5B09-43D1-9659-3B453952F16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3784" y="6217622"/>
            <a:ext cx="7314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127.xml><?xml version="1.0" encoding="utf-8"?>
<p:sldLayout xmlns:p="http://schemas.openxmlformats.org/presentationml/2006/main" matchingName="Big number">
  <p:cSld name="Sanitized Layout 13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62" name="sanitized-shape-656">
            <a:extLst xmlns:a="http://schemas.openxmlformats.org/drawingml/2006/main">
              <a:ext uri="{FF2B5EF4-FFF2-40B4-BE49-F238E27FC236}">
                <a16:creationId xmlns:a16="http://schemas.microsoft.com/office/drawing/2014/main" id="{11D4D934-27E8-4D4F-B3E3-A87B1D28D8BE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15496" y="1474833"/>
            <a:ext cx="11358000" cy="2618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63" name="sanitized-shape-657">
            <a:extLst xmlns:a="http://schemas.openxmlformats.org/drawingml/2006/main">
              <a:ext uri="{FF2B5EF4-FFF2-40B4-BE49-F238E27FC236}">
                <a16:creationId xmlns:a16="http://schemas.microsoft.com/office/drawing/2014/main" id="{F9167432-4668-4D61-BDE4-0BB5A0177DD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15496" y="4202967"/>
            <a:ext cx="11358000" cy="173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t">
            <a:normAutofit/>
          </a:bodyPr>
          <a:lstStyle xmlns:a="http://schemas.openxmlformats.org/drawingml/2006/main">
            <a:lvl1pPr marL="457200" indent="-3810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indent="-34925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indent="-34925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indent="-34925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indent="-34925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indent="-34925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indent="-34925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indent="-34925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indent="-34925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64" name="sanitized-shape-658">
            <a:extLst xmlns:a="http://schemas.openxmlformats.org/drawingml/2006/main">
              <a:ext uri="{FF2B5EF4-FFF2-40B4-BE49-F238E27FC236}">
                <a16:creationId xmlns:a16="http://schemas.microsoft.com/office/drawing/2014/main" id="{7BAD6FF3-9B2D-4797-9841-83FA1A36FDF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3784" y="6217622"/>
            <a:ext cx="7314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128.xml><?xml version="1.0" encoding="utf-8"?>
<p:sldLayout xmlns:p="http://schemas.openxmlformats.org/presentationml/2006/main" matchingName="Blank" type="blank">
  <p:cSld name="Sanitized Layout 13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66" name="sanitized-shape-659">
            <a:extLst xmlns:a="http://schemas.openxmlformats.org/drawingml/2006/main">
              <a:ext uri="{FF2B5EF4-FFF2-40B4-BE49-F238E27FC236}">
                <a16:creationId xmlns:a16="http://schemas.microsoft.com/office/drawing/2014/main" id="{2BECFC9F-7695-438C-A8E0-DC81070BF71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3784" y="6217622"/>
            <a:ext cx="7314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129.xml><?xml version="1.0" encoding="utf-8"?>
<p:sldLayout xmlns:p="http://schemas.openxmlformats.org/presentationml/2006/main" matchingName="Content">
  <p:cSld name="Sanitized Layout 13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68" name="sanitized-shape-660">
            <a:extLst xmlns:a="http://schemas.openxmlformats.org/drawingml/2006/main">
              <a:ext uri="{FF2B5EF4-FFF2-40B4-BE49-F238E27FC236}">
                <a16:creationId xmlns:a16="http://schemas.microsoft.com/office/drawing/2014/main" id="{53B029B3-9367-4DCD-81C9-8696A4CDD9E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7590" y="6356350"/>
            <a:ext cx="41139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1pPr>
            <a:lvl2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2pPr>
            <a:lvl3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3pPr>
            <a:lvl4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4pPr>
            <a:lvl5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5pPr>
            <a:lvl6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6pPr>
            <a:lvl7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7pPr>
            <a:lvl8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8pPr>
            <a:lvl9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9pPr>
          </a:lstStyle>
          <a:p xmlns:a="http://schemas.openxmlformats.org/drawingml/2006/main">
            <a:r>
              <a:t/>
            </a:r>
          </a:p>
        </p:txBody>
      </p:sp>
      <p:cxnSp>
        <p:nvCxnSpPr>
          <p:cNvPr id="879" name="sanitized-shape-661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71" name="sanitized-shape-662">
            <a:extLst xmlns:a="http://schemas.openxmlformats.org/drawingml/2006/main">
              <a:ext uri="{FF2B5EF4-FFF2-40B4-BE49-F238E27FC236}">
                <a16:creationId xmlns:a16="http://schemas.microsoft.com/office/drawing/2014/main" id="{A924866E-1E2A-47FB-A2B1-442F87A2F4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36416" y="101600"/>
            <a:ext cx="10741800" cy="58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900"/>
              <a:buFont typeface="Arial"/>
              <a:buNone/>
              <a:defRPr sz="1900"/>
            </a:lvl2pPr>
            <a:lvl3pPr>
              <a:spcBef>
                <a:spcPts val="0"/>
              </a:spcBef>
              <a:spcAft>
                <a:spcPts val="0"/>
              </a:spcAft>
              <a:buSzPts val="1900"/>
              <a:buFont typeface="Arial"/>
              <a:buNone/>
              <a:defRPr sz="1900"/>
            </a:lvl3pPr>
            <a:lvl4pPr>
              <a:spcBef>
                <a:spcPts val="0"/>
              </a:spcBef>
              <a:spcAft>
                <a:spcPts val="0"/>
              </a:spcAft>
              <a:buSzPts val="1900"/>
              <a:buFont typeface="Arial"/>
              <a:buNone/>
              <a:defRPr sz="1900"/>
            </a:lvl4pPr>
            <a:lvl5pPr>
              <a:spcBef>
                <a:spcPts val="0"/>
              </a:spcBef>
              <a:spcAft>
                <a:spcPts val="0"/>
              </a:spcAft>
              <a:buSzPts val="1900"/>
              <a:buFont typeface="Arial"/>
              <a:buNone/>
              <a:defRPr sz="1900"/>
            </a:lvl5pPr>
            <a:lvl6pPr>
              <a:spcBef>
                <a:spcPts val="0"/>
              </a:spcBef>
              <a:spcAft>
                <a:spcPts val="0"/>
              </a:spcAft>
              <a:buSzPts val="1900"/>
              <a:buFont typeface="Arial"/>
              <a:buNone/>
              <a:defRPr sz="1900"/>
            </a:lvl6pPr>
            <a:lvl7pPr>
              <a:spcBef>
                <a:spcPts val="0"/>
              </a:spcBef>
              <a:spcAft>
                <a:spcPts val="0"/>
              </a:spcAft>
              <a:buSzPts val="1900"/>
              <a:buFont typeface="Arial"/>
              <a:buNone/>
              <a:defRPr sz="1900"/>
            </a:lvl7pPr>
            <a:lvl8pPr>
              <a:spcBef>
                <a:spcPts val="0"/>
              </a:spcBef>
              <a:spcAft>
                <a:spcPts val="0"/>
              </a:spcAft>
              <a:buSzPts val="1900"/>
              <a:buFont typeface="Arial"/>
              <a:buNone/>
              <a:defRPr sz="1900"/>
            </a:lvl8pPr>
            <a:lvl9pPr>
              <a:spcBef>
                <a:spcPts val="0"/>
              </a:spcBef>
              <a:spcAft>
                <a:spcPts val="0"/>
              </a:spcAft>
              <a:buSzPts val="1900"/>
              <a:buFont typeface="Arial"/>
              <a:buNone/>
              <a:defRPr sz="1900"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72" name="sanitized-shape-663">
            <a:extLst xmlns:a="http://schemas.openxmlformats.org/drawingml/2006/main">
              <a:ext uri="{FF2B5EF4-FFF2-40B4-BE49-F238E27FC236}">
                <a16:creationId xmlns:a16="http://schemas.microsoft.com/office/drawing/2014/main" id="{4B0C6956-F0EE-439B-8A33-A77BC4289A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36416" y="1741998"/>
            <a:ext cx="10741800" cy="43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2pPr>
            <a:lvl3pPr marL="13716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3pPr>
            <a:lvl4pPr marL="18288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4pPr>
            <a:lvl5pPr marL="22860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5pPr>
            <a:lvl6pPr marL="2743200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■"/>
              <a:defRPr sz="1900"/>
            </a:lvl6pPr>
            <a:lvl7pPr marL="3200400" indent="-34925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  <a:defRPr sz="1900"/>
            </a:lvl7pPr>
            <a:lvl8pPr marL="3657600" indent="-34925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  <a:defRPr sz="1900"/>
            </a:lvl8pPr>
            <a:lvl9pPr marL="4114800" indent="-34925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900"/>
              <a:buChar char="■"/>
              <a:defRPr sz="1900"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73" name="sanitized-shape-664">
            <a:extLst xmlns:a="http://schemas.openxmlformats.org/drawingml/2006/main">
              <a:ext uri="{FF2B5EF4-FFF2-40B4-BE49-F238E27FC236}">
                <a16:creationId xmlns:a16="http://schemas.microsoft.com/office/drawing/2014/main" id="{03FF5843-1F59-437C-9730-CC47D70E36B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5473" y="6356350"/>
            <a:ext cx="766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130.xml><?xml version="1.0" encoding="utf-8"?>
<p:sldLayout xmlns:p="http://schemas.openxmlformats.org/presentationml/2006/main" matchingName="Title and Content 5">
  <p:cSld name="Sanitized Layout 13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5" name="sanitized-shape-665">
            <a:extLst xmlns:a="http://schemas.openxmlformats.org/drawingml/2006/main">
              <a:ext uri="{FF2B5EF4-FFF2-40B4-BE49-F238E27FC236}">
                <a16:creationId xmlns:a16="http://schemas.microsoft.com/office/drawing/2014/main" id="{EFCE1837-B0A7-4EF0-B59A-8BC7A62BBB1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406191" y="6403534"/>
            <a:ext cx="7314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t">
            <a:normAutofit/>
          </a:bodyPr>
          <a:lstStyle xmlns:a="http://schemas.openxmlformats.org/drawingml/2006/main">
            <a:lvl1pPr>
              <a:buNone/>
              <a:defRPr>
                <a:latin typeface="Calibri"/>
                <a:ea typeface="Calibri"/>
                <a:cs typeface="Calibri"/>
              </a:defRPr>
            </a:lvl1pPr>
            <a:lvl2pPr>
              <a:buNone/>
              <a:defRPr>
                <a:latin typeface="Calibri"/>
                <a:ea typeface="Calibri"/>
                <a:cs typeface="Calibri"/>
              </a:defRPr>
            </a:lvl2pPr>
            <a:lvl3pPr>
              <a:buNone/>
              <a:defRPr>
                <a:latin typeface="Calibri"/>
                <a:ea typeface="Calibri"/>
                <a:cs typeface="Calibri"/>
              </a:defRPr>
            </a:lvl3pPr>
            <a:lvl4pPr>
              <a:buNone/>
              <a:defRPr>
                <a:latin typeface="Calibri"/>
                <a:ea typeface="Calibri"/>
                <a:cs typeface="Calibri"/>
              </a:defRPr>
            </a:lvl4pPr>
            <a:lvl5pPr>
              <a:buNone/>
              <a:defRPr>
                <a:latin typeface="Calibri"/>
                <a:ea typeface="Calibri"/>
                <a:cs typeface="Calibri"/>
              </a:defRPr>
            </a:lvl5pPr>
            <a:lvl6pPr>
              <a:buNone/>
              <a:defRPr>
                <a:latin typeface="Calibri"/>
                <a:ea typeface="Calibri"/>
                <a:cs typeface="Calibri"/>
              </a:defRPr>
            </a:lvl6pPr>
            <a:lvl7pPr>
              <a:buNone/>
              <a:defRPr>
                <a:latin typeface="Calibri"/>
                <a:ea typeface="Calibri"/>
                <a:cs typeface="Calibri"/>
              </a:defRPr>
            </a:lvl7pPr>
            <a:lvl8pPr>
              <a:buNone/>
              <a:defRPr>
                <a:latin typeface="Calibri"/>
                <a:ea typeface="Calibri"/>
                <a:cs typeface="Calibri"/>
              </a:defRPr>
            </a:lvl8pPr>
            <a:lvl9pPr>
              <a:buNone/>
              <a:defRPr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cxnSp>
        <p:nvCxnSpPr>
          <p:cNvPr id="885" name="sanitized-shape-666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77" name="sanitized-shape-667">
            <a:extLst xmlns:a="http://schemas.openxmlformats.org/drawingml/2006/main">
              <a:ext uri="{FF2B5EF4-FFF2-40B4-BE49-F238E27FC236}">
                <a16:creationId xmlns:a16="http://schemas.microsoft.com/office/drawing/2014/main" id="{8226320A-1770-4397-82CA-8E23B20DF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9525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879" name="sanitized-shape-668">
            <a:extLst xmlns:a="http://schemas.openxmlformats.org/drawingml/2006/main">
              <a:ext uri="{FF2B5EF4-FFF2-40B4-BE49-F238E27FC236}">
                <a16:creationId xmlns:a16="http://schemas.microsoft.com/office/drawing/2014/main" id="{32982EAD-A977-4D2F-AC1C-6420EE4AC2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3"/>
            <a:ext cx="107673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</p:spTree>
  </p:cSld>
</p:sldLayout>
</file>

<file path=ppt/slideLayouts/slideLayout131.xml><?xml version="1.0" encoding="utf-8"?>
<p:sldLayout xmlns:p="http://schemas.openxmlformats.org/presentationml/2006/main" matchingName="Title slide" type="title">
  <p:cSld name="Sanitized Layout 136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85" name="sanitized-shape-672">
            <a:extLst xmlns:a="http://schemas.openxmlformats.org/drawingml/2006/main">
              <a:ext uri="{FF2B5EF4-FFF2-40B4-BE49-F238E27FC236}">
                <a16:creationId xmlns:a16="http://schemas.microsoft.com/office/drawing/2014/main" id="{5ACFE62D-6B37-4958-9A3F-4B5D97E44E1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415507" y="992767"/>
            <a:ext cx="11358000" cy="2736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86" name="sanitized-shape-673">
            <a:extLst xmlns:a="http://schemas.openxmlformats.org/drawingml/2006/main">
              <a:ext uri="{FF2B5EF4-FFF2-40B4-BE49-F238E27FC236}">
                <a16:creationId xmlns:a16="http://schemas.microsoft.com/office/drawing/2014/main" id="{EC245AA2-2E8D-4E26-A82E-405805A280C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15496" y="3778833"/>
            <a:ext cx="11358000" cy="1056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87" name="sanitized-shape-674">
            <a:extLst xmlns:a="http://schemas.openxmlformats.org/drawingml/2006/main">
              <a:ext uri="{FF2B5EF4-FFF2-40B4-BE49-F238E27FC236}">
                <a16:creationId xmlns:a16="http://schemas.microsoft.com/office/drawing/2014/main" id="{119A25FE-8A16-477D-9B71-8DCB7E63DD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3784" y="6217622"/>
            <a:ext cx="7314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132.xml><?xml version="1.0" encoding="utf-8"?>
<p:sldLayout xmlns:p="http://schemas.openxmlformats.org/presentationml/2006/main" matchingName="Section header" type="secHead">
  <p:cSld name="Sanitized Layout 137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89" name="sanitized-shape-675">
            <a:extLst xmlns:a="http://schemas.openxmlformats.org/drawingml/2006/main">
              <a:ext uri="{FF2B5EF4-FFF2-40B4-BE49-F238E27FC236}">
                <a16:creationId xmlns:a16="http://schemas.microsoft.com/office/drawing/2014/main" id="{823D6783-49AF-4867-9DE3-84758301F9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15496" y="2867800"/>
            <a:ext cx="11358000" cy="112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90" name="sanitized-shape-676">
            <a:extLst xmlns:a="http://schemas.openxmlformats.org/drawingml/2006/main">
              <a:ext uri="{FF2B5EF4-FFF2-40B4-BE49-F238E27FC236}">
                <a16:creationId xmlns:a16="http://schemas.microsoft.com/office/drawing/2014/main" id="{A3E206BD-9BB5-4E5A-A06D-E6F73CEBB3C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3784" y="6217622"/>
            <a:ext cx="7314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133.xml><?xml version="1.0" encoding="utf-8"?>
<p:sldLayout xmlns:p="http://schemas.openxmlformats.org/presentationml/2006/main" matchingName="Title and body">
  <p:cSld name="Sanitized Layout 138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92" name="sanitized-shape-677">
            <a:extLst xmlns:a="http://schemas.openxmlformats.org/drawingml/2006/main">
              <a:ext uri="{FF2B5EF4-FFF2-40B4-BE49-F238E27FC236}">
                <a16:creationId xmlns:a16="http://schemas.microsoft.com/office/drawing/2014/main" id="{85DD0563-F2B5-4524-85FC-4C401920B13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15496" y="593367"/>
            <a:ext cx="11358000" cy="7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93" name="sanitized-shape-678">
            <a:extLst xmlns:a="http://schemas.openxmlformats.org/drawingml/2006/main">
              <a:ext uri="{FF2B5EF4-FFF2-40B4-BE49-F238E27FC236}">
                <a16:creationId xmlns:a16="http://schemas.microsoft.com/office/drawing/2014/main" id="{FB67C9FC-3525-4A91-97F1-A7CBD26D454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15496" y="1536633"/>
            <a:ext cx="11358000" cy="455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t">
            <a:normAutofit/>
          </a:bodyPr>
          <a:lstStyle xmlns:a="http://schemas.openxmlformats.org/drawingml/2006/main">
            <a:lvl1pPr marL="45720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94" name="sanitized-shape-679">
            <a:extLst xmlns:a="http://schemas.openxmlformats.org/drawingml/2006/main">
              <a:ext uri="{FF2B5EF4-FFF2-40B4-BE49-F238E27FC236}">
                <a16:creationId xmlns:a16="http://schemas.microsoft.com/office/drawing/2014/main" id="{EFE53143-2C78-4D0D-844B-9E723CD98E6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3784" y="6217622"/>
            <a:ext cx="7314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134.xml><?xml version="1.0" encoding="utf-8"?>
<p:sldLayout xmlns:p="http://schemas.openxmlformats.org/presentationml/2006/main" matchingName="Title and two columns">
  <p:cSld name="Sanitized Layout 139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96" name="sanitized-shape-680">
            <a:extLst xmlns:a="http://schemas.openxmlformats.org/drawingml/2006/main">
              <a:ext uri="{FF2B5EF4-FFF2-40B4-BE49-F238E27FC236}">
                <a16:creationId xmlns:a16="http://schemas.microsoft.com/office/drawing/2014/main" id="{30E0ED7A-BE50-4A4A-922A-2112663A16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15496" y="593367"/>
            <a:ext cx="11358000" cy="7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97" name="sanitized-shape-681">
            <a:extLst xmlns:a="http://schemas.openxmlformats.org/drawingml/2006/main">
              <a:ext uri="{FF2B5EF4-FFF2-40B4-BE49-F238E27FC236}">
                <a16:creationId xmlns:a16="http://schemas.microsoft.com/office/drawing/2014/main" id="{B64977EC-C272-4F92-AAF8-A79B1FDC7EB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15496" y="1536633"/>
            <a:ext cx="5331900" cy="455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t">
            <a:normAutofit/>
          </a:bodyPr>
          <a:lstStyle xmlns:a="http://schemas.openxmlformats.org/drawingml/2006/main">
            <a:lvl1pPr marL="45720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98" name="sanitized-shape-682">
            <a:extLst xmlns:a="http://schemas.openxmlformats.org/drawingml/2006/main">
              <a:ext uri="{FF2B5EF4-FFF2-40B4-BE49-F238E27FC236}">
                <a16:creationId xmlns:a16="http://schemas.microsoft.com/office/drawing/2014/main" id="{570E13F9-DACC-402C-903D-8538969D349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41588" y="1536633"/>
            <a:ext cx="5331900" cy="455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t">
            <a:normAutofit/>
          </a:bodyPr>
          <a:lstStyle xmlns:a="http://schemas.openxmlformats.org/drawingml/2006/main">
            <a:lvl1pPr marL="45720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99" name="sanitized-shape-683">
            <a:extLst xmlns:a="http://schemas.openxmlformats.org/drawingml/2006/main">
              <a:ext uri="{FF2B5EF4-FFF2-40B4-BE49-F238E27FC236}">
                <a16:creationId xmlns:a16="http://schemas.microsoft.com/office/drawing/2014/main" id="{6D758C5C-6156-4196-B738-4947FF436A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3784" y="6217622"/>
            <a:ext cx="7314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135.xml><?xml version="1.0" encoding="utf-8"?>
<p:sldLayout xmlns:p="http://schemas.openxmlformats.org/presentationml/2006/main" matchingName="Title only" type="titleOnly">
  <p:cSld name="Sanitized Layout 140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01" name="sanitized-shape-684">
            <a:extLst xmlns:a="http://schemas.openxmlformats.org/drawingml/2006/main">
              <a:ext uri="{FF2B5EF4-FFF2-40B4-BE49-F238E27FC236}">
                <a16:creationId xmlns:a16="http://schemas.microsoft.com/office/drawing/2014/main" id="{1D244A64-3777-4C10-87EE-CFB2DC61A3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15496" y="593367"/>
            <a:ext cx="11358000" cy="7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02" name="sanitized-shape-685">
            <a:extLst xmlns:a="http://schemas.openxmlformats.org/drawingml/2006/main">
              <a:ext uri="{FF2B5EF4-FFF2-40B4-BE49-F238E27FC236}">
                <a16:creationId xmlns:a16="http://schemas.microsoft.com/office/drawing/2014/main" id="{52C6723B-F6A1-4CCE-A779-42F90680F2C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3784" y="6217622"/>
            <a:ext cx="7314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136.xml><?xml version="1.0" encoding="utf-8"?>
<p:sldLayout xmlns:p="http://schemas.openxmlformats.org/presentationml/2006/main" matchingName="One column text">
  <p:cSld name="Sanitized Layout 14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04" name="sanitized-shape-686">
            <a:extLst xmlns:a="http://schemas.openxmlformats.org/drawingml/2006/main">
              <a:ext uri="{FF2B5EF4-FFF2-40B4-BE49-F238E27FC236}">
                <a16:creationId xmlns:a16="http://schemas.microsoft.com/office/drawing/2014/main" id="{74F89EA6-F95E-45B5-B8C1-30C4EF622D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15496" y="740800"/>
            <a:ext cx="3743100" cy="100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b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05" name="sanitized-shape-687">
            <a:extLst xmlns:a="http://schemas.openxmlformats.org/drawingml/2006/main">
              <a:ext uri="{FF2B5EF4-FFF2-40B4-BE49-F238E27FC236}">
                <a16:creationId xmlns:a16="http://schemas.microsoft.com/office/drawing/2014/main" id="{4A8FD150-975A-4FF3-A691-63DE892EFAD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15496" y="1852800"/>
            <a:ext cx="3743100" cy="4239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t">
            <a:normAutofit/>
          </a:bodyPr>
          <a:lstStyle xmlns:a="http://schemas.openxmlformats.org/drawingml/2006/main">
            <a:lvl1pPr marL="45720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06" name="sanitized-shape-688">
            <a:extLst xmlns:a="http://schemas.openxmlformats.org/drawingml/2006/main">
              <a:ext uri="{FF2B5EF4-FFF2-40B4-BE49-F238E27FC236}">
                <a16:creationId xmlns:a16="http://schemas.microsoft.com/office/drawing/2014/main" id="{11E6AC35-0952-4FC8-A377-7FBC20704C8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3784" y="6217622"/>
            <a:ext cx="7314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137.xml><?xml version="1.0" encoding="utf-8"?>
<p:sldLayout xmlns:p="http://schemas.openxmlformats.org/presentationml/2006/main" matchingName="Main point">
  <p:cSld name="Sanitized Layout 14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08" name="sanitized-shape-689">
            <a:extLst xmlns:a="http://schemas.openxmlformats.org/drawingml/2006/main">
              <a:ext uri="{FF2B5EF4-FFF2-40B4-BE49-F238E27FC236}">
                <a16:creationId xmlns:a16="http://schemas.microsoft.com/office/drawing/2014/main" id="{7CDCF8EE-15DE-4951-90FC-3338BCC5B5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53503" y="600200"/>
            <a:ext cx="8488200" cy="545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ctr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09" name="sanitized-shape-690">
            <a:extLst xmlns:a="http://schemas.openxmlformats.org/drawingml/2006/main">
              <a:ext uri="{FF2B5EF4-FFF2-40B4-BE49-F238E27FC236}">
                <a16:creationId xmlns:a16="http://schemas.microsoft.com/office/drawing/2014/main" id="{0F83567B-894A-4DF7-AAD6-A23711765C3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3784" y="6217622"/>
            <a:ext cx="7314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138.xml><?xml version="1.0" encoding="utf-8"?>
<p:sldLayout xmlns:p="http://schemas.openxmlformats.org/presentationml/2006/main" matchingName="Section title and description">
  <p:cSld name="Sanitized Layout 14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11" name="sanitized-shape-691">
            <a:extLst xmlns:a="http://schemas.openxmlformats.org/drawingml/2006/main">
              <a:ext uri="{FF2B5EF4-FFF2-40B4-BE49-F238E27FC236}">
                <a16:creationId xmlns:a16="http://schemas.microsoft.com/office/drawing/2014/main" id="{5C38CF46-880D-402E-8F46-21BBC3881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475" y="-167"/>
            <a:ext cx="6094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912" name="sanitized-shape-692">
            <a:extLst xmlns:a="http://schemas.openxmlformats.org/drawingml/2006/main">
              <a:ext uri="{FF2B5EF4-FFF2-40B4-BE49-F238E27FC236}">
                <a16:creationId xmlns:a16="http://schemas.microsoft.com/office/drawing/2014/main" id="{E634A47E-F8F7-49B3-8EBA-E1C22F17E2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3911" y="1644233"/>
            <a:ext cx="5392200" cy="197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13" name="sanitized-shape-693">
            <a:extLst xmlns:a="http://schemas.openxmlformats.org/drawingml/2006/main">
              <a:ext uri="{FF2B5EF4-FFF2-40B4-BE49-F238E27FC236}">
                <a16:creationId xmlns:a16="http://schemas.microsoft.com/office/drawing/2014/main" id="{AFE93B81-6B72-4642-8877-D241F4216F8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53911" y="3737433"/>
            <a:ext cx="5392200" cy="164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14" name="sanitized-shape-694">
            <a:extLst xmlns:a="http://schemas.openxmlformats.org/drawingml/2006/main">
              <a:ext uri="{FF2B5EF4-FFF2-40B4-BE49-F238E27FC236}">
                <a16:creationId xmlns:a16="http://schemas.microsoft.com/office/drawing/2014/main" id="{6FDEFE5B-7B53-46FC-A981-221C73B5691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584352" y="965433"/>
            <a:ext cx="5114700" cy="4926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ctr">
            <a:normAutofit/>
          </a:bodyPr>
          <a:lstStyle xmlns:a="http://schemas.openxmlformats.org/drawingml/2006/main">
            <a:lvl1pPr marL="45720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15" name="sanitized-shape-695">
            <a:extLst xmlns:a="http://schemas.openxmlformats.org/drawingml/2006/main">
              <a:ext uri="{FF2B5EF4-FFF2-40B4-BE49-F238E27FC236}">
                <a16:creationId xmlns:a16="http://schemas.microsoft.com/office/drawing/2014/main" id="{5FB1EEB8-19BE-44A7-BF75-9E93CBFC9FE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3784" y="6217622"/>
            <a:ext cx="7314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139.xml><?xml version="1.0" encoding="utf-8"?>
<p:sldLayout xmlns:p="http://schemas.openxmlformats.org/presentationml/2006/main" matchingName="Caption">
  <p:cSld name="Sanitized Layout 14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17" name="sanitized-shape-696">
            <a:extLst xmlns:a="http://schemas.openxmlformats.org/drawingml/2006/main">
              <a:ext uri="{FF2B5EF4-FFF2-40B4-BE49-F238E27FC236}">
                <a16:creationId xmlns:a16="http://schemas.microsoft.com/office/drawing/2014/main" id="{F72FF5A3-1C8D-47F7-A2F3-06C685346FC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15496" y="5640767"/>
            <a:ext cx="7996500" cy="80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ctr">
            <a:normAutofit/>
          </a:bodyPr>
          <a:lstStyle xmlns:a="http://schemas.openxmlformats.org/drawingml/2006/main"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 xmlns:a="http://schemas.openxmlformats.org/drawingml/2006/main">
            <a:r>
              <a:t/>
            </a:r>
          </a:p>
        </p:txBody>
      </p:sp>
      <p:sp>
        <p:nvSpPr>
          <p:cNvPr id="918" name="sanitized-shape-697">
            <a:extLst xmlns:a="http://schemas.openxmlformats.org/drawingml/2006/main">
              <a:ext uri="{FF2B5EF4-FFF2-40B4-BE49-F238E27FC236}">
                <a16:creationId xmlns:a16="http://schemas.microsoft.com/office/drawing/2014/main" id="{84362694-34F6-4FD6-860C-AE56E13BD06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3784" y="6217622"/>
            <a:ext cx="7314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140.xml><?xml version="1.0" encoding="utf-8"?>
<p:sldLayout xmlns:p="http://schemas.openxmlformats.org/presentationml/2006/main" matchingName="Big number">
  <p:cSld name="Sanitized Layout 145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20" name="sanitized-shape-698">
            <a:extLst xmlns:a="http://schemas.openxmlformats.org/drawingml/2006/main">
              <a:ext uri="{FF2B5EF4-FFF2-40B4-BE49-F238E27FC236}">
                <a16:creationId xmlns:a16="http://schemas.microsoft.com/office/drawing/2014/main" id="{06337C49-EC91-417C-AFB7-FBEB2FF7DB3D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15496" y="1474833"/>
            <a:ext cx="11358000" cy="2618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21" name="sanitized-shape-699">
            <a:extLst xmlns:a="http://schemas.openxmlformats.org/drawingml/2006/main">
              <a:ext uri="{FF2B5EF4-FFF2-40B4-BE49-F238E27FC236}">
                <a16:creationId xmlns:a16="http://schemas.microsoft.com/office/drawing/2014/main" id="{FE656853-FE8E-4E24-BCEB-71715BE8E19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15496" y="4202967"/>
            <a:ext cx="11358000" cy="173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t">
            <a:normAutofit/>
          </a:bodyPr>
          <a:lstStyle xmlns:a="http://schemas.openxmlformats.org/drawingml/2006/main">
            <a:lvl1pPr marL="457200" indent="-3810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indent="-34925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indent="-34925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indent="-34925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indent="-34925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indent="-34925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indent="-34925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indent="-34925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indent="-34925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22" name="sanitized-shape-700">
            <a:extLst xmlns:a="http://schemas.openxmlformats.org/drawingml/2006/main">
              <a:ext uri="{FF2B5EF4-FFF2-40B4-BE49-F238E27FC236}">
                <a16:creationId xmlns:a16="http://schemas.microsoft.com/office/drawing/2014/main" id="{909EA2AC-ECF0-47E3-A3A6-E2823AEA21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3784" y="6217622"/>
            <a:ext cx="7314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141.xml><?xml version="1.0" encoding="utf-8"?>
<p:sldLayout xmlns:p="http://schemas.openxmlformats.org/presentationml/2006/main" matchingName="Blank" type="blank">
  <p:cSld name="Sanitized Layout 146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24" name="sanitized-shape-701">
            <a:extLst xmlns:a="http://schemas.openxmlformats.org/drawingml/2006/main">
              <a:ext uri="{FF2B5EF4-FFF2-40B4-BE49-F238E27FC236}">
                <a16:creationId xmlns:a16="http://schemas.microsoft.com/office/drawing/2014/main" id="{3DAE1AD5-D126-448F-B899-F6086DC2434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3784" y="6217622"/>
            <a:ext cx="7314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142.xml><?xml version="1.0" encoding="utf-8"?>
<p:sldLayout xmlns:p="http://schemas.openxmlformats.org/presentationml/2006/main" matchingName="2_Standard header only 1 1">
  <p:cSld name="Sanitized Layout 147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34" name="sanitized-shape-702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27" name="sanitized-shape-703">
            <a:extLst xmlns:a="http://schemas.openxmlformats.org/drawingml/2006/main">
              <a:ext uri="{FF2B5EF4-FFF2-40B4-BE49-F238E27FC236}">
                <a16:creationId xmlns:a16="http://schemas.microsoft.com/office/drawing/2014/main" id="{EEBB4397-8F38-468C-AD1D-398889527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4D2D"/>
          </a:solidFill>
          <a:ln xmlns:a="http://schemas.openxmlformats.org/drawingml/2006/main" w="9525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928" name="sanitized-shape-704">
            <a:extLst xmlns:a="http://schemas.openxmlformats.org/drawingml/2006/main">
              <a:ext uri="{FF2B5EF4-FFF2-40B4-BE49-F238E27FC236}">
                <a16:creationId xmlns:a16="http://schemas.microsoft.com/office/drawing/2014/main" id="{B4CE278E-DB9C-4AFD-A2AE-29883154FF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4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29" name="sanitized-shape-705">
            <a:extLst xmlns:a="http://schemas.openxmlformats.org/drawingml/2006/main">
              <a:ext uri="{FF2B5EF4-FFF2-40B4-BE49-F238E27FC236}">
                <a16:creationId xmlns:a16="http://schemas.microsoft.com/office/drawing/2014/main" id="{A50BB605-1B0B-472E-8EBC-C8FC54FCC1F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59991" y="635634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sp>
        <p:nvSpPr>
          <p:cNvPr id="930" name="sanitized-shape-706">
            <a:extLst xmlns:a="http://schemas.openxmlformats.org/drawingml/2006/main">
              <a:ext uri="{FF2B5EF4-FFF2-40B4-BE49-F238E27FC236}">
                <a16:creationId xmlns:a16="http://schemas.microsoft.com/office/drawing/2014/main" id="{5E0C823F-77C3-4441-AD3C-E7FA52886BE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0728" y="1244338"/>
            <a:ext cx="10767600" cy="38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743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3200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657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4114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31" name="sanitized-shape-707">
            <a:extLst xmlns:a="http://schemas.openxmlformats.org/drawingml/2006/main">
              <a:ext uri="{FF2B5EF4-FFF2-40B4-BE49-F238E27FC236}">
                <a16:creationId xmlns:a16="http://schemas.microsoft.com/office/drawing/2014/main" id="{1B203E64-06EA-4881-BE1D-08289092A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8668" y="6415085"/>
            <a:ext cx="8882700" cy="24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9950" tIns="54700" rIns="89950" bIns="449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100"/>
              <a:buFont typeface="Times New Roman"/>
              <a:buNone/>
            </a:pPr>
            <a:r>
              <a:rPr sz="1100" b="0" i="0" u="none" cap="none">
                <a:solidFill>
                  <a:srgbClr val="80808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</p:cSld>
</p:sldLayout>
</file>

<file path=ppt/slideLayouts/slideLayout143.xml><?xml version="1.0" encoding="utf-8"?>
<p:sldLayout xmlns:p="http://schemas.openxmlformats.org/presentationml/2006/main" matchingName="Title Slide">
  <p:cSld name="Sanitized Layout 148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34" name="sanitized-shape-708">
            <a:extLst xmlns:a="http://schemas.openxmlformats.org/drawingml/2006/main">
              <a:ext uri="{FF2B5EF4-FFF2-40B4-BE49-F238E27FC236}">
                <a16:creationId xmlns:a16="http://schemas.microsoft.com/office/drawing/2014/main" id="{053F569D-963C-448C-8E43-D8172748A1C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3619" y="3602038"/>
            <a:ext cx="9141600" cy="16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121875" rIns="121875" bIns="121875" anchor="t">
            <a:normAutofit/>
          </a:bodyPr>
          <a:lstStyle xmlns:a="http://schemas.openxmlformats.org/drawingml/2006/main">
            <a:lvl1pPr marR="0" algn="ctr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  <a:defRPr sz="19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ctr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35" name="sanitized-shape-709">
            <a:extLst xmlns:a="http://schemas.openxmlformats.org/drawingml/2006/main">
              <a:ext uri="{FF2B5EF4-FFF2-40B4-BE49-F238E27FC236}">
                <a16:creationId xmlns:a16="http://schemas.microsoft.com/office/drawing/2014/main" id="{5F599410-A5AC-4ADA-B812-8FBC7AA30B2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7990" y="6356350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121875" rIns="121875" bIns="121875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900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36" name="sanitized-shape-710">
            <a:extLst xmlns:a="http://schemas.openxmlformats.org/drawingml/2006/main">
              <a:ext uri="{FF2B5EF4-FFF2-40B4-BE49-F238E27FC236}">
                <a16:creationId xmlns:a16="http://schemas.microsoft.com/office/drawing/2014/main" id="{85FF5F30-75F3-4ECD-AF17-282D33652C5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7590" y="6356350"/>
            <a:ext cx="41139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121875" rIns="121875" bIns="121875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SzPts val="1900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37" name="sanitized-shape-711">
            <a:extLst xmlns:a="http://schemas.openxmlformats.org/drawingml/2006/main">
              <a:ext uri="{FF2B5EF4-FFF2-40B4-BE49-F238E27FC236}">
                <a16:creationId xmlns:a16="http://schemas.microsoft.com/office/drawing/2014/main" id="{6F84C810-7212-49C1-9157-8EAFB02E233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08446" y="6356350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sp>
        <p:nvSpPr>
          <p:cNvPr id="939" name="sanitized-shape-712">
            <a:extLst xmlns:a="http://schemas.openxmlformats.org/drawingml/2006/main">
              <a:ext uri="{FF2B5EF4-FFF2-40B4-BE49-F238E27FC236}">
                <a16:creationId xmlns:a16="http://schemas.microsoft.com/office/drawing/2014/main" id="{9FF346D4-4A6C-42AE-BD9E-9CEF70E24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5522500"/>
            <a:ext cx="12189000" cy="13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4D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</a:p>
        </p:txBody>
      </p:sp>
    </p:spTree>
  </p:cSld>
</p:sldLayout>
</file>

<file path=ppt/slideLayouts/slideLayout144.xml><?xml version="1.0" encoding="utf-8"?>
<p:sldLayout xmlns:p="http://schemas.openxmlformats.org/presentationml/2006/main" matchingName="Lovito page">
  <p:cSld name="Sanitized Layout 149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49" name="sanitized-shape-713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43" name="sanitized-shape-714">
            <a:extLst xmlns:a="http://schemas.openxmlformats.org/drawingml/2006/main">
              <a:ext uri="{FF2B5EF4-FFF2-40B4-BE49-F238E27FC236}">
                <a16:creationId xmlns:a16="http://schemas.microsoft.com/office/drawing/2014/main" id="{6CBE9FA5-F508-432D-89B4-4E2C555A5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9525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944" name="sanitized-shape-715">
            <a:extLst xmlns:a="http://schemas.openxmlformats.org/drawingml/2006/main">
              <a:ext uri="{FF2B5EF4-FFF2-40B4-BE49-F238E27FC236}">
                <a16:creationId xmlns:a16="http://schemas.microsoft.com/office/drawing/2014/main" id="{A59A40D6-9120-4F44-BE6C-F8A765E331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3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None/>
              <a:defRPr sz="19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45" name="sanitized-shape-716">
            <a:extLst xmlns:a="http://schemas.openxmlformats.org/drawingml/2006/main">
              <a:ext uri="{FF2B5EF4-FFF2-40B4-BE49-F238E27FC236}">
                <a16:creationId xmlns:a16="http://schemas.microsoft.com/office/drawing/2014/main" id="{B3A9A0E1-E0DD-495E-829E-98FACB019F9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579509" y="6492800"/>
            <a:ext cx="6093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sp>
        <p:nvSpPr>
          <p:cNvPr id="946" name="sanitized-shape-717">
            <a:extLst xmlns:a="http://schemas.openxmlformats.org/drawingml/2006/main">
              <a:ext uri="{FF2B5EF4-FFF2-40B4-BE49-F238E27FC236}">
                <a16:creationId xmlns:a16="http://schemas.microsoft.com/office/drawing/2014/main" id="{F36C77C0-A423-4D28-B6B2-B440AE9CB7C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0729" y="1244337"/>
            <a:ext cx="10767600" cy="38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743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3200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657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4114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</p:spTree>
  </p:cSld>
</p:sldLayout>
</file>

<file path=ppt/slideLayouts/slideLayout145.xml><?xml version="1.0" encoding="utf-8"?>
<p:sldLayout xmlns:p="http://schemas.openxmlformats.org/presentationml/2006/main" matchingName="结尾">
  <p:cSld name="Sanitized Layout 150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57" name="sanitized-shape-718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50" name="sanitized-shape-719">
            <a:extLst xmlns:a="http://schemas.openxmlformats.org/drawingml/2006/main">
              <a:ext uri="{FF2B5EF4-FFF2-40B4-BE49-F238E27FC236}">
                <a16:creationId xmlns:a16="http://schemas.microsoft.com/office/drawing/2014/main" id="{761DF418-F1DE-4592-9CBE-336E2FD59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9525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951" name="sanitized-shape-720">
            <a:extLst xmlns:a="http://schemas.openxmlformats.org/drawingml/2006/main">
              <a:ext uri="{FF2B5EF4-FFF2-40B4-BE49-F238E27FC236}">
                <a16:creationId xmlns:a16="http://schemas.microsoft.com/office/drawing/2014/main" id="{CAE4BFE6-7A8F-48C7-A91E-801396F2F8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4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52" name="sanitized-shape-721">
            <a:extLst xmlns:a="http://schemas.openxmlformats.org/drawingml/2006/main">
              <a:ext uri="{FF2B5EF4-FFF2-40B4-BE49-F238E27FC236}">
                <a16:creationId xmlns:a16="http://schemas.microsoft.com/office/drawing/2014/main" id="{4D6DAE29-6617-4B93-80A7-83DA24C387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59991" y="635634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sp>
        <p:nvSpPr>
          <p:cNvPr id="953" name="sanitized-shape-722">
            <a:extLst xmlns:a="http://schemas.openxmlformats.org/drawingml/2006/main">
              <a:ext uri="{FF2B5EF4-FFF2-40B4-BE49-F238E27FC236}">
                <a16:creationId xmlns:a16="http://schemas.microsoft.com/office/drawing/2014/main" id="{306BF752-A681-40C0-86F3-940ACADF84C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0728" y="1244338"/>
            <a:ext cx="10767600" cy="38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2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743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3200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657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4114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54" name="sanitized-shape-723">
            <a:extLst xmlns:a="http://schemas.openxmlformats.org/drawingml/2006/main">
              <a:ext uri="{FF2B5EF4-FFF2-40B4-BE49-F238E27FC236}">
                <a16:creationId xmlns:a16="http://schemas.microsoft.com/office/drawing/2014/main" id="{3C79788B-02EB-4D2D-B5BE-D05007E42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8668" y="6415085"/>
            <a:ext cx="8882700" cy="24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9950" tIns="54700" rIns="89950" bIns="449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100"/>
              <a:buFont typeface="Times New Roman"/>
              <a:buNone/>
            </a:pPr>
            <a:r>
              <a:rPr sz="1100" b="0" i="0" u="none" cap="none">
                <a:solidFill>
                  <a:srgbClr val="80808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</p:cSld>
</p:sldLayout>
</file>

<file path=ppt/slideLayouts/slideLayout146.xml><?xml version="1.0" encoding="utf-8"?>
<p:sldLayout xmlns:p="http://schemas.openxmlformats.org/presentationml/2006/main" matchingName="2_Standard header only 110">
  <p:cSld name="Sanitized Layout 151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65" name="sanitized-shape-724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58" name="sanitized-shape-725">
            <a:extLst xmlns:a="http://schemas.openxmlformats.org/drawingml/2006/main">
              <a:ext uri="{FF2B5EF4-FFF2-40B4-BE49-F238E27FC236}">
                <a16:creationId xmlns:a16="http://schemas.microsoft.com/office/drawing/2014/main" id="{F30E3136-4D7B-4102-8861-AEDF55931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9525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959" name="sanitized-shape-726">
            <a:extLst xmlns:a="http://schemas.openxmlformats.org/drawingml/2006/main">
              <a:ext uri="{FF2B5EF4-FFF2-40B4-BE49-F238E27FC236}">
                <a16:creationId xmlns:a16="http://schemas.microsoft.com/office/drawing/2014/main" id="{0A020131-781F-4030-8794-B6F0EAA859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4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60" name="sanitized-shape-727">
            <a:extLst xmlns:a="http://schemas.openxmlformats.org/drawingml/2006/main">
              <a:ext uri="{FF2B5EF4-FFF2-40B4-BE49-F238E27FC236}">
                <a16:creationId xmlns:a16="http://schemas.microsoft.com/office/drawing/2014/main" id="{910F55A6-A163-4657-97AA-42C91960AC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59991" y="635634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sp>
        <p:nvSpPr>
          <p:cNvPr id="961" name="sanitized-shape-728">
            <a:extLst xmlns:a="http://schemas.openxmlformats.org/drawingml/2006/main">
              <a:ext uri="{FF2B5EF4-FFF2-40B4-BE49-F238E27FC236}">
                <a16:creationId xmlns:a16="http://schemas.microsoft.com/office/drawing/2014/main" id="{1FC0794E-F869-4933-A4F3-584280E9355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0728" y="1244338"/>
            <a:ext cx="10767600" cy="38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743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3200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657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4114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62" name="sanitized-shape-729">
            <a:extLst xmlns:a="http://schemas.openxmlformats.org/drawingml/2006/main">
              <a:ext uri="{FF2B5EF4-FFF2-40B4-BE49-F238E27FC236}">
                <a16:creationId xmlns:a16="http://schemas.microsoft.com/office/drawing/2014/main" id="{6C0BF514-5AAC-4D5F-9ABA-8C1B5F17C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8668" y="6415085"/>
            <a:ext cx="8882700" cy="24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9950" tIns="54700" rIns="89950" bIns="449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100"/>
              <a:buFont typeface="Times New Roman"/>
              <a:buNone/>
            </a:pPr>
            <a:r>
              <a:rPr sz="1100" b="0" i="0" u="none" cap="none">
                <a:solidFill>
                  <a:srgbClr val="80808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</p:cSld>
</p:sldLayout>
</file>

<file path=ppt/slideLayouts/slideLayout147.xml><?xml version="1.0" encoding="utf-8"?>
<p:sldLayout xmlns:p="http://schemas.openxmlformats.org/presentationml/2006/main" matchingName="1_Title and Content">
  <p:cSld name="Sanitized Layout 15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64" name="sanitized-shape-730">
            <a:extLst xmlns:a="http://schemas.openxmlformats.org/drawingml/2006/main">
              <a:ext uri="{FF2B5EF4-FFF2-40B4-BE49-F238E27FC236}">
                <a16:creationId xmlns:a16="http://schemas.microsoft.com/office/drawing/2014/main" id="{521F3F9D-DA40-40D3-A7E3-62DA35A4A01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406191" y="6403534"/>
            <a:ext cx="7314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t">
            <a:normAutofit/>
          </a:bodyPr>
          <a:lstStyle xmlns:a="http://schemas.openxmlformats.org/drawingml/2006/main">
            <a:lvl1pPr>
              <a:buNone/>
              <a:defRPr>
                <a:latin typeface="Calibri"/>
                <a:ea typeface="Calibri"/>
                <a:cs typeface="Calibri"/>
              </a:defRPr>
            </a:lvl1pPr>
            <a:lvl2pPr>
              <a:buNone/>
              <a:defRPr>
                <a:latin typeface="Calibri"/>
                <a:ea typeface="Calibri"/>
                <a:cs typeface="Calibri"/>
              </a:defRPr>
            </a:lvl2pPr>
            <a:lvl3pPr>
              <a:buNone/>
              <a:defRPr>
                <a:latin typeface="Calibri"/>
                <a:ea typeface="Calibri"/>
                <a:cs typeface="Calibri"/>
              </a:defRPr>
            </a:lvl3pPr>
            <a:lvl4pPr>
              <a:buNone/>
              <a:defRPr>
                <a:latin typeface="Calibri"/>
                <a:ea typeface="Calibri"/>
                <a:cs typeface="Calibri"/>
              </a:defRPr>
            </a:lvl4pPr>
            <a:lvl5pPr>
              <a:buNone/>
              <a:defRPr>
                <a:latin typeface="Calibri"/>
                <a:ea typeface="Calibri"/>
                <a:cs typeface="Calibri"/>
              </a:defRPr>
            </a:lvl5pPr>
            <a:lvl6pPr>
              <a:buNone/>
              <a:defRPr>
                <a:latin typeface="Calibri"/>
                <a:ea typeface="Calibri"/>
                <a:cs typeface="Calibri"/>
              </a:defRPr>
            </a:lvl6pPr>
            <a:lvl7pPr>
              <a:buNone/>
              <a:defRPr>
                <a:latin typeface="Calibri"/>
                <a:ea typeface="Calibri"/>
                <a:cs typeface="Calibri"/>
              </a:defRPr>
            </a:lvl7pPr>
            <a:lvl8pPr>
              <a:buNone/>
              <a:defRPr>
                <a:latin typeface="Calibri"/>
                <a:ea typeface="Calibri"/>
                <a:cs typeface="Calibri"/>
              </a:defRPr>
            </a:lvl8pPr>
            <a:lvl9pPr>
              <a:buNone/>
              <a:defRPr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cxnSp>
        <p:nvCxnSpPr>
          <p:cNvPr id="974" name="sanitized-shape-731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67" name="sanitized-shape-732">
            <a:extLst xmlns:a="http://schemas.openxmlformats.org/drawingml/2006/main">
              <a:ext uri="{FF2B5EF4-FFF2-40B4-BE49-F238E27FC236}">
                <a16:creationId xmlns:a16="http://schemas.microsoft.com/office/drawing/2014/main" id="{24941BC9-0C2A-4669-ACED-797FADA4FB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4"/>
            <a:ext cx="107673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68" name="sanitized-shape-733">
            <a:extLst xmlns:a="http://schemas.openxmlformats.org/drawingml/2006/main">
              <a:ext uri="{FF2B5EF4-FFF2-40B4-BE49-F238E27FC236}">
                <a16:creationId xmlns:a16="http://schemas.microsoft.com/office/drawing/2014/main" id="{BFECEAD0-52DC-4087-9885-A71BBA872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9525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</p:spTree>
  </p:cSld>
</p:sldLayout>
</file>

<file path=ppt/slideLayouts/slideLayout148.xml><?xml version="1.0" encoding="utf-8"?>
<p:sldLayout xmlns:p="http://schemas.openxmlformats.org/presentationml/2006/main" matchingName="2_Standard header only">
  <p:cSld name="Sanitized Layout 153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79" name="sanitized-shape-734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72" name="sanitized-shape-735">
            <a:extLst xmlns:a="http://schemas.openxmlformats.org/drawingml/2006/main">
              <a:ext uri="{FF2B5EF4-FFF2-40B4-BE49-F238E27FC236}">
                <a16:creationId xmlns:a16="http://schemas.microsoft.com/office/drawing/2014/main" id="{08A738D5-7C7F-4018-A0A6-9D8B7022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9525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973" name="sanitized-shape-736">
            <a:extLst xmlns:a="http://schemas.openxmlformats.org/drawingml/2006/main">
              <a:ext uri="{FF2B5EF4-FFF2-40B4-BE49-F238E27FC236}">
                <a16:creationId xmlns:a16="http://schemas.microsoft.com/office/drawing/2014/main" id="{AB682B84-5A54-4411-8CCE-D1EFB919D2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4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74" name="sanitized-shape-737">
            <a:extLst xmlns:a="http://schemas.openxmlformats.org/drawingml/2006/main">
              <a:ext uri="{FF2B5EF4-FFF2-40B4-BE49-F238E27FC236}">
                <a16:creationId xmlns:a16="http://schemas.microsoft.com/office/drawing/2014/main" id="{992BA50C-6278-4E4C-A5EE-D5FC6BDEE94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59991" y="635634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sp>
        <p:nvSpPr>
          <p:cNvPr id="975" name="sanitized-shape-738">
            <a:extLst xmlns:a="http://schemas.openxmlformats.org/drawingml/2006/main">
              <a:ext uri="{FF2B5EF4-FFF2-40B4-BE49-F238E27FC236}">
                <a16:creationId xmlns:a16="http://schemas.microsoft.com/office/drawing/2014/main" id="{F5D3A3D4-7F1E-4525-A92A-A739BD0E33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0728" y="1244338"/>
            <a:ext cx="10767600" cy="38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743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3200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657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4114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76" name="sanitized-shape-739">
            <a:extLst xmlns:a="http://schemas.openxmlformats.org/drawingml/2006/main">
              <a:ext uri="{FF2B5EF4-FFF2-40B4-BE49-F238E27FC236}">
                <a16:creationId xmlns:a16="http://schemas.microsoft.com/office/drawing/2014/main" id="{00C01E58-BC36-47AE-BC80-7EE55CE4F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8668" y="6415085"/>
            <a:ext cx="8882700" cy="24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9950" tIns="54700" rIns="89950" bIns="449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100"/>
              <a:buFont typeface="Times New Roman"/>
              <a:buNone/>
            </a:pPr>
            <a:r>
              <a:rPr sz="1100" b="0" i="0" u="none" cap="none">
                <a:solidFill>
                  <a:srgbClr val="80808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</p:cSld>
</p:sldLayout>
</file>

<file path=ppt/slideLayouts/slideLayout149.xml><?xml version="1.0" encoding="utf-8"?>
<p:sldLayout xmlns:p="http://schemas.openxmlformats.org/presentationml/2006/main" matchingName="Content">
  <p:cSld name="Sanitized Layout 15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78" name="sanitized-shape-740">
            <a:extLst xmlns:a="http://schemas.openxmlformats.org/drawingml/2006/main">
              <a:ext uri="{FF2B5EF4-FFF2-40B4-BE49-F238E27FC236}">
                <a16:creationId xmlns:a16="http://schemas.microsoft.com/office/drawing/2014/main" id="{04C74FFC-9BA0-40B7-81A0-8569CF7591E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7590" y="6356350"/>
            <a:ext cx="41139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1pPr>
            <a:lvl2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2pPr>
            <a:lvl3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3pPr>
            <a:lvl4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4pPr>
            <a:lvl5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5pPr>
            <a:lvl6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6pPr>
            <a:lvl7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7pPr>
            <a:lvl8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8pPr>
            <a:lvl9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9pPr>
          </a:lstStyle>
          <a:p xmlns:a="http://schemas.openxmlformats.org/drawingml/2006/main">
            <a:r>
              <a:t/>
            </a:r>
          </a:p>
        </p:txBody>
      </p:sp>
      <p:cxnSp>
        <p:nvCxnSpPr>
          <p:cNvPr id="989" name="sanitized-shape-741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81" name="sanitized-shape-742">
            <a:extLst xmlns:a="http://schemas.openxmlformats.org/drawingml/2006/main">
              <a:ext uri="{FF2B5EF4-FFF2-40B4-BE49-F238E27FC236}">
                <a16:creationId xmlns:a16="http://schemas.microsoft.com/office/drawing/2014/main" id="{9D4D2724-F336-4DD1-B3A2-A2F8199D4C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36416" y="101600"/>
            <a:ext cx="10741800" cy="58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900"/>
              <a:buFont typeface="Arial"/>
              <a:buNone/>
              <a:defRPr sz="1900"/>
            </a:lvl2pPr>
            <a:lvl3pPr>
              <a:spcBef>
                <a:spcPts val="0"/>
              </a:spcBef>
              <a:spcAft>
                <a:spcPts val="0"/>
              </a:spcAft>
              <a:buSzPts val="1900"/>
              <a:buFont typeface="Arial"/>
              <a:buNone/>
              <a:defRPr sz="1900"/>
            </a:lvl3pPr>
            <a:lvl4pPr>
              <a:spcBef>
                <a:spcPts val="0"/>
              </a:spcBef>
              <a:spcAft>
                <a:spcPts val="0"/>
              </a:spcAft>
              <a:buSzPts val="1900"/>
              <a:buFont typeface="Arial"/>
              <a:buNone/>
              <a:defRPr sz="1900"/>
            </a:lvl4pPr>
            <a:lvl5pPr>
              <a:spcBef>
                <a:spcPts val="0"/>
              </a:spcBef>
              <a:spcAft>
                <a:spcPts val="0"/>
              </a:spcAft>
              <a:buSzPts val="1900"/>
              <a:buFont typeface="Arial"/>
              <a:buNone/>
              <a:defRPr sz="1900"/>
            </a:lvl5pPr>
            <a:lvl6pPr>
              <a:spcBef>
                <a:spcPts val="0"/>
              </a:spcBef>
              <a:spcAft>
                <a:spcPts val="0"/>
              </a:spcAft>
              <a:buSzPts val="1900"/>
              <a:buFont typeface="Arial"/>
              <a:buNone/>
              <a:defRPr sz="1900"/>
            </a:lvl6pPr>
            <a:lvl7pPr>
              <a:spcBef>
                <a:spcPts val="0"/>
              </a:spcBef>
              <a:spcAft>
                <a:spcPts val="0"/>
              </a:spcAft>
              <a:buSzPts val="1900"/>
              <a:buFont typeface="Arial"/>
              <a:buNone/>
              <a:defRPr sz="1900"/>
            </a:lvl7pPr>
            <a:lvl8pPr>
              <a:spcBef>
                <a:spcPts val="0"/>
              </a:spcBef>
              <a:spcAft>
                <a:spcPts val="0"/>
              </a:spcAft>
              <a:buSzPts val="1900"/>
              <a:buFont typeface="Arial"/>
              <a:buNone/>
              <a:defRPr sz="1900"/>
            </a:lvl8pPr>
            <a:lvl9pPr>
              <a:spcBef>
                <a:spcPts val="0"/>
              </a:spcBef>
              <a:spcAft>
                <a:spcPts val="0"/>
              </a:spcAft>
              <a:buSzPts val="1900"/>
              <a:buFont typeface="Arial"/>
              <a:buNone/>
              <a:defRPr sz="1900"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82" name="sanitized-shape-743">
            <a:extLst xmlns:a="http://schemas.openxmlformats.org/drawingml/2006/main">
              <a:ext uri="{FF2B5EF4-FFF2-40B4-BE49-F238E27FC236}">
                <a16:creationId xmlns:a16="http://schemas.microsoft.com/office/drawing/2014/main" id="{AFA3B8FE-2CBE-402C-9DA4-2556A997E4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36416" y="1741998"/>
            <a:ext cx="10741800" cy="43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2pPr>
            <a:lvl3pPr marL="13716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3pPr>
            <a:lvl4pPr marL="18288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4pPr>
            <a:lvl5pPr marL="22860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5pPr>
            <a:lvl6pPr marL="2743200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■"/>
              <a:defRPr sz="1900"/>
            </a:lvl6pPr>
            <a:lvl7pPr marL="3200400" indent="-34925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  <a:defRPr sz="1900"/>
            </a:lvl7pPr>
            <a:lvl8pPr marL="3657600" indent="-34925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  <a:defRPr sz="1900"/>
            </a:lvl8pPr>
            <a:lvl9pPr marL="4114800" indent="-34925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900"/>
              <a:buChar char="■"/>
              <a:defRPr sz="1900"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83" name="sanitized-shape-744">
            <a:extLst xmlns:a="http://schemas.openxmlformats.org/drawingml/2006/main">
              <a:ext uri="{FF2B5EF4-FFF2-40B4-BE49-F238E27FC236}">
                <a16:creationId xmlns:a16="http://schemas.microsoft.com/office/drawing/2014/main" id="{194A54F1-84C5-4F88-83D0-3853DD16990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5473" y="6356350"/>
            <a:ext cx="766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150.xml><?xml version="1.0" encoding="utf-8"?>
<p:sldLayout xmlns:p="http://schemas.openxmlformats.org/presentationml/2006/main" showMasterSp="0" matchingName="Content 1">
  <p:cSld name="Sanitized Layout 155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92" name="sanitized-shape-745"/>
          <p:cNvCxnSpPr/>
          <p:nvPr/>
        </p:nvCxnSpPr>
        <p:spPr>
          <a:xfrm xmlns:a="http://schemas.openxmlformats.org/drawingml/2006/main">
            <a:off x="955285" y="785569"/>
            <a:ext cx="10885800" cy="0"/>
          </a:xfrm>
          <a:prstGeom xmlns:a="http://schemas.openxmlformats.org/drawingml/2006/main" prst="straightConnector1">
            <a:avLst/>
          </a:prstGeom>
          <a:ln xmlns:a="http://schemas.openxmlformats.org/drawingml/2006/main" w="3385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86" name="sanitized-shape-746">
            <a:extLst xmlns:a="http://schemas.openxmlformats.org/drawingml/2006/main">
              <a:ext uri="{FF2B5EF4-FFF2-40B4-BE49-F238E27FC236}">
                <a16:creationId xmlns:a16="http://schemas.microsoft.com/office/drawing/2014/main" id="{FEEF15CC-05AD-4924-A0D8-6C020A3A0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6597" y="6298415"/>
            <a:ext cx="1843800" cy="58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0950" tIns="60950" rIns="60950" bIns="6095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sz="15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988" name="sanitized-shape-747">
            <a:extLst xmlns:a="http://schemas.openxmlformats.org/drawingml/2006/main">
              <a:ext uri="{FF2B5EF4-FFF2-40B4-BE49-F238E27FC236}">
                <a16:creationId xmlns:a16="http://schemas.microsoft.com/office/drawing/2014/main" id="{24C6E46F-DD63-412D-B625-DF45E9676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8112" y="6415795"/>
            <a:ext cx="6684600" cy="44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375" tIns="91375" rIns="91375" bIns="913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900"/>
              <a:buFont typeface="Arial"/>
              <a:buNone/>
            </a:pPr>
            <a:r>
              <a:rPr sz="1100" b="0" i="0" u="none" cap="none">
                <a:solidFill>
                  <a:srgbClr val="80808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989" name="sanitized-shape-748">
            <a:extLst xmlns:a="http://schemas.openxmlformats.org/drawingml/2006/main">
              <a:ext uri="{FF2B5EF4-FFF2-40B4-BE49-F238E27FC236}">
                <a16:creationId xmlns:a16="http://schemas.microsoft.com/office/drawing/2014/main" id="{A947B107-CF23-4F37-A460-16370F51B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5712" y="6444243"/>
            <a:ext cx="387600" cy="37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2625" tIns="102625" rIns="102625" bIns="1026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69ADA83D-DF77-AA76-6DA0-7A70CD7A4D20}" type="slidenum">
              <a:rPr sz="1100" b="0" i="0" u="none" cap="none">
                <a:solidFill>
                  <a:srgbClr val="7F7F7F"/>
                </a:solidFill>
                <a:latin typeface="Arial"/>
                <a:ea typeface="Arial"/>
                <a:cs typeface="Arial"/>
              </a:rPr>
              <a:t/>
            </a:fld>
          </a:p>
        </p:txBody>
      </p:sp>
    </p:spTree>
  </p:cSld>
</p:sldLayout>
</file>

<file path=ppt/slideLayouts/slideLayout151.xml><?xml version="1.0" encoding="utf-8"?>
<p:sldLayout xmlns:p="http://schemas.openxmlformats.org/presentationml/2006/main" matchingName="2_Standard header only 1">
  <p:cSld name="Sanitized Layout 156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99" name="sanitized-shape-749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93" name="sanitized-shape-750">
            <a:extLst xmlns:a="http://schemas.openxmlformats.org/drawingml/2006/main">
              <a:ext uri="{FF2B5EF4-FFF2-40B4-BE49-F238E27FC236}">
                <a16:creationId xmlns:a16="http://schemas.microsoft.com/office/drawing/2014/main" id="{EF496E38-68F0-4711-B761-B189C9E76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994" name="sanitized-shape-751">
            <a:extLst xmlns:a="http://schemas.openxmlformats.org/drawingml/2006/main">
              <a:ext uri="{FF2B5EF4-FFF2-40B4-BE49-F238E27FC236}">
                <a16:creationId xmlns:a16="http://schemas.microsoft.com/office/drawing/2014/main" id="{7FAEAA7A-A811-4AE8-941A-661DACDF0F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3"/>
            <a:ext cx="107673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95" name="sanitized-shape-752">
            <a:extLst xmlns:a="http://schemas.openxmlformats.org/drawingml/2006/main">
              <a:ext uri="{FF2B5EF4-FFF2-40B4-BE49-F238E27FC236}">
                <a16:creationId xmlns:a16="http://schemas.microsoft.com/office/drawing/2014/main" id="{1E715171-FAB0-4C2E-AC0B-5B47950955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59991" y="635634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sp>
        <p:nvSpPr>
          <p:cNvPr id="996" name="sanitized-shape-753">
            <a:extLst xmlns:a="http://schemas.openxmlformats.org/drawingml/2006/main">
              <a:ext uri="{FF2B5EF4-FFF2-40B4-BE49-F238E27FC236}">
                <a16:creationId xmlns:a16="http://schemas.microsoft.com/office/drawing/2014/main" id="{0FD09F70-8DD7-49D8-A2FD-8D1E720ED21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0729" y="1244337"/>
            <a:ext cx="10767300" cy="38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2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743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3200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657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4114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</p:spTree>
  </p:cSld>
</p:sldLayout>
</file>

<file path=ppt/slideLayouts/slideLayout152.xml><?xml version="1.0" encoding="utf-8"?>
<p:sldLayout xmlns:p="http://schemas.openxmlformats.org/presentationml/2006/main" matchingName="Title Slide 1">
  <p:cSld name="Sanitized Layout 157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98" name="sanitized-shape-754">
            <a:extLst xmlns:a="http://schemas.openxmlformats.org/drawingml/2006/main">
              <a:ext uri="{FF2B5EF4-FFF2-40B4-BE49-F238E27FC236}">
                <a16:creationId xmlns:a16="http://schemas.microsoft.com/office/drawing/2014/main" id="{9CADBA6F-237D-4959-A989-7F56ADBD0CF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406192" y="6333135"/>
            <a:ext cx="731400" cy="524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121875" rIns="121875" bIns="121875" anchor="t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153.xml><?xml version="1.0" encoding="utf-8"?>
<p:sldLayout xmlns:p="http://schemas.openxmlformats.org/presentationml/2006/main" matchingName="品类页，需更新数据">
  <p:cSld name="Sanitized Layout 159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10" name="sanitized-shape-756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03" name="sanitized-shape-757">
            <a:extLst xmlns:a="http://schemas.openxmlformats.org/drawingml/2006/main">
              <a:ext uri="{FF2B5EF4-FFF2-40B4-BE49-F238E27FC236}">
                <a16:creationId xmlns:a16="http://schemas.microsoft.com/office/drawing/2014/main" id="{2DB114BC-DBEF-40EF-A91A-B886B838A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335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1004" name="sanitized-shape-758">
            <a:extLst xmlns:a="http://schemas.openxmlformats.org/drawingml/2006/main">
              <a:ext uri="{FF2B5EF4-FFF2-40B4-BE49-F238E27FC236}">
                <a16:creationId xmlns:a16="http://schemas.microsoft.com/office/drawing/2014/main" id="{110EB6B1-DB1B-488A-BC4F-ECEB67B631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37" y="103853"/>
            <a:ext cx="1109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0" rIns="68550" bIns="0" anchor="ctr">
            <a:noAutofit/>
          </a:bodyPr>
          <a:lstStyle xmlns:a="http://schemas.openxmlformats.org/drawingml/2006/main">
            <a:lvl1pPr marR="0" algn="l">
              <a:lnSpc>
                <a:spcPct val="8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15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05" name="sanitized-shape-759">
            <a:extLst xmlns:a="http://schemas.openxmlformats.org/drawingml/2006/main">
              <a:ext uri="{FF2B5EF4-FFF2-40B4-BE49-F238E27FC236}">
                <a16:creationId xmlns:a16="http://schemas.microsoft.com/office/drawing/2014/main" id="{FBC57366-2915-4A85-B6DD-B6A8D8124FE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60086" y="649488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sp>
        <p:nvSpPr>
          <p:cNvPr id="1006" name="sanitized-shape-760">
            <a:extLst xmlns:a="http://schemas.openxmlformats.org/drawingml/2006/main">
              <a:ext uri="{FF2B5EF4-FFF2-40B4-BE49-F238E27FC236}">
                <a16:creationId xmlns:a16="http://schemas.microsoft.com/office/drawing/2014/main" id="{B54890E6-4996-43E7-97E3-0FBEA141E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6326" y="6553625"/>
            <a:ext cx="8883000" cy="24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9950" tIns="54700" rIns="89950" bIns="449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100"/>
              <a:buFont typeface="Times New Roman"/>
              <a:buNone/>
            </a:pPr>
            <a:r>
              <a:rPr sz="1100" b="0" i="0" u="none" cap="none">
                <a:solidFill>
                  <a:srgbClr val="80808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07" name="sanitized-shape-761">
            <a:extLst xmlns:a="http://schemas.openxmlformats.org/drawingml/2006/main">
              <a:ext uri="{FF2B5EF4-FFF2-40B4-BE49-F238E27FC236}">
                <a16:creationId xmlns:a16="http://schemas.microsoft.com/office/drawing/2014/main" id="{0C1C296E-08AD-4604-8BA2-29121D861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-1694820" y="-929100"/>
            <a:ext cx="681900" cy="254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4D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4570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r>
              <a:t/>
            </a:r>
          </a:p>
        </p:txBody>
      </p:sp>
    </p:spTree>
  </p:cSld>
</p:sldLayout>
</file>

<file path=ppt/slideLayouts/slideLayout154.xml><?xml version="1.0" encoding="utf-8"?>
<p:sldLayout xmlns:p="http://schemas.openxmlformats.org/presentationml/2006/main" matchingName="2_Standard header only 1 1">
  <p:cSld name="Sanitized Layout 160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31" name="sanitized-shape-762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12" name="sanitized-shape-763">
            <a:extLst xmlns:a="http://schemas.openxmlformats.org/drawingml/2006/main">
              <a:ext uri="{FF2B5EF4-FFF2-40B4-BE49-F238E27FC236}">
                <a16:creationId xmlns:a16="http://schemas.microsoft.com/office/drawing/2014/main" id="{E3C653DB-1C45-4419-B446-DD17AFDA4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4D2D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t/>
            </a:r>
          </a:p>
        </p:txBody>
      </p:sp>
      <p:sp>
        <p:nvSpPr>
          <p:cNvPr id="1013" name="sanitized-shape-764">
            <a:extLst xmlns:a="http://schemas.openxmlformats.org/drawingml/2006/main">
              <a:ext uri="{FF2B5EF4-FFF2-40B4-BE49-F238E27FC236}">
                <a16:creationId xmlns:a16="http://schemas.microsoft.com/office/drawing/2014/main" id="{D08406B2-7620-45F2-9C41-7610168455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3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51425" rIns="51425" bIns="51425" anchor="b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14" name="sanitized-shape-765">
            <a:extLst xmlns:a="http://schemas.openxmlformats.org/drawingml/2006/main">
              <a:ext uri="{FF2B5EF4-FFF2-40B4-BE49-F238E27FC236}">
                <a16:creationId xmlns:a16="http://schemas.microsoft.com/office/drawing/2014/main" id="{8E45B135-511E-42F5-82A6-7B8B09CCD54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59991" y="635634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550" tIns="19275" rIns="38550" bIns="1927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sp>
        <p:nvSpPr>
          <p:cNvPr id="1015" name="sanitized-shape-766">
            <a:extLst xmlns:a="http://schemas.openxmlformats.org/drawingml/2006/main">
              <a:ext uri="{FF2B5EF4-FFF2-40B4-BE49-F238E27FC236}">
                <a16:creationId xmlns:a16="http://schemas.microsoft.com/office/drawing/2014/main" id="{F98BB66F-E535-4F32-B180-E9DAD8ABBED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0729" y="1244337"/>
            <a:ext cx="10767600" cy="38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600" tIns="34250" rIns="68600" bIns="34250" anchor="t">
            <a:norm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743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3200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657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4114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18" name="sanitized-shape-767">
            <a:extLst xmlns:a="http://schemas.openxmlformats.org/drawingml/2006/main">
              <a:ext uri="{FF2B5EF4-FFF2-40B4-BE49-F238E27FC236}">
                <a16:creationId xmlns:a16="http://schemas.microsoft.com/office/drawing/2014/main" id="{CCD8C9D4-5FD9-4207-B455-2636404FA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0" flipV="0">
            <a:off x="-905133" y="292614"/>
            <a:ext cx="852586" cy="283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72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4570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r>
              <a:t/>
            </a:r>
          </a:p>
        </p:txBody>
      </p:sp>
      <p:sp>
        <p:nvSpPr>
          <p:cNvPr id="1019" name="sanitized-shape-768">
            <a:extLst xmlns:a="http://schemas.openxmlformats.org/drawingml/2006/main">
              <a:ext uri="{FF2B5EF4-FFF2-40B4-BE49-F238E27FC236}">
                <a16:creationId xmlns:a16="http://schemas.microsoft.com/office/drawing/2014/main" id="{BDCD375D-13EC-4D2A-9105-BC9F68EC7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0" flipV="0">
            <a:off x="-905132" y="1193380"/>
            <a:ext cx="852586" cy="283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AB4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4570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r>
              <a:t/>
            </a:r>
          </a:p>
        </p:txBody>
      </p:sp>
      <p:sp>
        <p:nvSpPr>
          <p:cNvPr id="1020" name="sanitized-shape-769">
            <a:extLst xmlns:a="http://schemas.openxmlformats.org/drawingml/2006/main">
              <a:ext uri="{FF2B5EF4-FFF2-40B4-BE49-F238E27FC236}">
                <a16:creationId xmlns:a16="http://schemas.microsoft.com/office/drawing/2014/main" id="{1E663BEF-F2A7-4D09-B9DD-1094B2EF4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0" flipV="0">
            <a:off x="-905132" y="2083329"/>
            <a:ext cx="852586" cy="283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B6A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4570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r>
              <a:t/>
            </a:r>
          </a:p>
        </p:txBody>
      </p:sp>
      <p:sp>
        <p:nvSpPr>
          <p:cNvPr id="1021" name="sanitized-shape-770">
            <a:extLst xmlns:a="http://schemas.openxmlformats.org/drawingml/2006/main">
              <a:ext uri="{FF2B5EF4-FFF2-40B4-BE49-F238E27FC236}">
                <a16:creationId xmlns:a16="http://schemas.microsoft.com/office/drawing/2014/main" id="{EA91E85D-B42F-4878-B96C-3512DE7FB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0" flipV="0">
            <a:off x="-1237845" y="1186800"/>
            <a:ext cx="852586" cy="283992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D6B52"/>
              </a:gs>
              <a:gs pos="100000">
                <a:srgbClr val="F6955B"/>
              </a:gs>
            </a:gsLst>
            <a:lin ang="0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</a:p>
        </p:txBody>
      </p:sp>
      <p:sp>
        <p:nvSpPr>
          <p:cNvPr id="1022" name="sanitized-shape-771">
            <a:extLst xmlns:a="http://schemas.openxmlformats.org/drawingml/2006/main">
              <a:ext uri="{FF2B5EF4-FFF2-40B4-BE49-F238E27FC236}">
                <a16:creationId xmlns:a16="http://schemas.microsoft.com/office/drawing/2014/main" id="{6B7D3D26-760E-45E6-9F7D-C1EE8A13B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0" flipV="0">
            <a:off x="-1227650" y="2093592"/>
            <a:ext cx="832192" cy="283992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D6B52"/>
              </a:gs>
              <a:gs pos="100000">
                <a:srgbClr val="F6955B"/>
              </a:gs>
            </a:gsLst>
            <a:lin ang="0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</a:p>
        </p:txBody>
      </p:sp>
      <p:sp>
        <p:nvSpPr>
          <p:cNvPr id="1023" name="sanitized-shape-772">
            <a:extLst xmlns:a="http://schemas.openxmlformats.org/drawingml/2006/main">
              <a:ext uri="{FF2B5EF4-FFF2-40B4-BE49-F238E27FC236}">
                <a16:creationId xmlns:a16="http://schemas.microsoft.com/office/drawing/2014/main" id="{C29FFE55-8069-4B15-828B-B5E6DCC6F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0" flipV="0">
            <a:off x="-1237845" y="290271"/>
            <a:ext cx="852586" cy="283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4570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r>
              <a:t/>
            </a:r>
          </a:p>
        </p:txBody>
      </p:sp>
      <p:sp>
        <p:nvSpPr>
          <p:cNvPr id="1024" name="sanitized-shape-773">
            <a:extLst xmlns:a="http://schemas.openxmlformats.org/drawingml/2006/main">
              <a:ext uri="{FF2B5EF4-FFF2-40B4-BE49-F238E27FC236}">
                <a16:creationId xmlns:a16="http://schemas.microsoft.com/office/drawing/2014/main" id="{6EFB7315-6AA1-4B14-BF4D-610D9B3C8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0" flipV="0">
            <a:off x="-617768" y="258734"/>
            <a:ext cx="889377" cy="309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91425" rIns="182875" bIns="9142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800"/>
              <a:buFont typeface="Arial"/>
              <a:buNone/>
            </a:pPr>
            <a:r>
              <a:rPr sz="900" b="0" i="0" u="none" cap="none">
                <a:solidFill>
                  <a:srgbClr val="29292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25" name="sanitized-shape-774">
            <a:extLst xmlns:a="http://schemas.openxmlformats.org/drawingml/2006/main">
              <a:ext uri="{FF2B5EF4-FFF2-40B4-BE49-F238E27FC236}">
                <a16:creationId xmlns:a16="http://schemas.microsoft.com/office/drawing/2014/main" id="{BBB9EC01-70B0-4F8F-B0DE-EF70C17E2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0" flipV="0">
            <a:off x="-1880044" y="4151609"/>
            <a:ext cx="2748513" cy="309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91425" rIns="182875" bIns="9142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800"/>
              <a:buFont typeface="Arial"/>
              <a:buNone/>
            </a:pPr>
            <a:r>
              <a:rPr sz="900" b="0" i="0" u="none" cap="none">
                <a:solidFill>
                  <a:srgbClr val="29292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26" name="sanitized-shape-775">
            <a:extLst xmlns:a="http://schemas.openxmlformats.org/drawingml/2006/main">
              <a:ext uri="{FF2B5EF4-FFF2-40B4-BE49-F238E27FC236}">
                <a16:creationId xmlns:a16="http://schemas.microsoft.com/office/drawing/2014/main" id="{08DCE2C5-90BC-46B7-BA65-88330713F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0" flipV="0">
            <a:off x="-1237842" y="5085726"/>
            <a:ext cx="852586" cy="283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D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4570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r>
              <a:t/>
            </a:r>
          </a:p>
        </p:txBody>
      </p:sp>
      <p:sp>
        <p:nvSpPr>
          <p:cNvPr id="1027" name="sanitized-shape-776">
            <a:extLst xmlns:a="http://schemas.openxmlformats.org/drawingml/2006/main">
              <a:ext uri="{FF2B5EF4-FFF2-40B4-BE49-F238E27FC236}">
                <a16:creationId xmlns:a16="http://schemas.microsoft.com/office/drawing/2014/main" id="{99CFCA5D-4529-4C27-BC3B-77FB94DD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0" flipV="0">
            <a:off x="-1237842" y="3288429"/>
            <a:ext cx="852586" cy="283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56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4570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r>
              <a:t/>
            </a:r>
          </a:p>
        </p:txBody>
      </p:sp>
      <p:sp>
        <p:nvSpPr>
          <p:cNvPr id="1028" name="sanitized-shape-777">
            <a:extLst xmlns:a="http://schemas.openxmlformats.org/drawingml/2006/main">
              <a:ext uri="{FF2B5EF4-FFF2-40B4-BE49-F238E27FC236}">
                <a16:creationId xmlns:a16="http://schemas.microsoft.com/office/drawing/2014/main" id="{50C53A37-067B-4456-A74D-8E581EC68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0" flipV="0">
            <a:off x="-1237842" y="4189196"/>
            <a:ext cx="852586" cy="283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58B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4570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r>
              <a:t/>
            </a:r>
          </a:p>
        </p:txBody>
      </p:sp>
    </p:spTree>
  </p:cSld>
</p:sldLayout>
</file>

<file path=ppt/slideLayouts/slideLayout155.xml><?xml version="1.0" encoding="utf-8"?>
<p:sldLayout xmlns:p="http://schemas.openxmlformats.org/presentationml/2006/main" matchingName="Title Slide" type="title">
  <p:cSld name="Sanitized Layout 161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56.xml><?xml version="1.0" encoding="utf-8"?>
<p:sldLayout xmlns:p="http://schemas.openxmlformats.org/presentationml/2006/main" matchingName="Blank" type="blank">
  <p:cSld name="Sanitized Layout 16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31" name="sanitized-shape-778">
            <a:extLst xmlns:a="http://schemas.openxmlformats.org/drawingml/2006/main">
              <a:ext uri="{FF2B5EF4-FFF2-40B4-BE49-F238E27FC236}">
                <a16:creationId xmlns:a16="http://schemas.microsoft.com/office/drawing/2014/main" id="{1F018754-93EF-4BD6-B12F-C5B1A645B79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1"/>
            <a:ext cx="2133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32" name="sanitized-shape-779">
            <a:extLst xmlns:a="http://schemas.openxmlformats.org/drawingml/2006/main">
              <a:ext uri="{FF2B5EF4-FFF2-40B4-BE49-F238E27FC236}">
                <a16:creationId xmlns:a16="http://schemas.microsoft.com/office/drawing/2014/main" id="{28366380-7195-45DF-8E40-C08614B5728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1"/>
            <a:ext cx="2895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33" name="sanitized-shape-780">
            <a:extLst xmlns:a="http://schemas.openxmlformats.org/drawingml/2006/main">
              <a:ext uri="{FF2B5EF4-FFF2-40B4-BE49-F238E27FC236}">
                <a16:creationId xmlns:a16="http://schemas.microsoft.com/office/drawing/2014/main" id="{D44B4DA5-7FCC-4EE7-A393-7826C4C7B3A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1"/>
            <a:ext cx="2133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157.xml><?xml version="1.0" encoding="utf-8"?>
<p:sldLayout xmlns:p="http://schemas.openxmlformats.org/presentationml/2006/main" matchingName="结尾">
  <p:cSld name="Sanitized Layout 163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44" name="sanitized-shape-781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37" name="sanitized-shape-782">
            <a:extLst xmlns:a="http://schemas.openxmlformats.org/drawingml/2006/main">
              <a:ext uri="{FF2B5EF4-FFF2-40B4-BE49-F238E27FC236}">
                <a16:creationId xmlns:a16="http://schemas.microsoft.com/office/drawing/2014/main" id="{66AF76F8-1858-4869-9222-FC048264D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1038" name="sanitized-shape-783">
            <a:extLst xmlns:a="http://schemas.openxmlformats.org/drawingml/2006/main">
              <a:ext uri="{FF2B5EF4-FFF2-40B4-BE49-F238E27FC236}">
                <a16:creationId xmlns:a16="http://schemas.microsoft.com/office/drawing/2014/main" id="{096818F8-2FF7-4DDF-A991-EFAFB8AD14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3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39" name="sanitized-shape-784">
            <a:extLst xmlns:a="http://schemas.openxmlformats.org/drawingml/2006/main">
              <a:ext uri="{FF2B5EF4-FFF2-40B4-BE49-F238E27FC236}">
                <a16:creationId xmlns:a16="http://schemas.microsoft.com/office/drawing/2014/main" id="{8808A637-7503-4772-A660-61804F6E19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59991" y="635634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sp>
        <p:nvSpPr>
          <p:cNvPr id="1040" name="sanitized-shape-785">
            <a:extLst xmlns:a="http://schemas.openxmlformats.org/drawingml/2006/main">
              <a:ext uri="{FF2B5EF4-FFF2-40B4-BE49-F238E27FC236}">
                <a16:creationId xmlns:a16="http://schemas.microsoft.com/office/drawing/2014/main" id="{CAA2C72B-A8AE-4455-A061-C8FA40AFED0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0729" y="1244337"/>
            <a:ext cx="10767600" cy="38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2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743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3200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657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4114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41" name="sanitized-shape-786">
            <a:extLst xmlns:a="http://schemas.openxmlformats.org/drawingml/2006/main">
              <a:ext uri="{FF2B5EF4-FFF2-40B4-BE49-F238E27FC236}">
                <a16:creationId xmlns:a16="http://schemas.microsoft.com/office/drawing/2014/main" id="{E46BFA73-0C15-4419-B45C-D4764DD4A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8669" y="6415085"/>
            <a:ext cx="8882700" cy="24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9950" tIns="54700" rIns="89950" bIns="449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100"/>
              <a:buFont typeface="Times New Roman"/>
              <a:buNone/>
            </a:pPr>
            <a:r>
              <a:rPr sz="1100" b="0" i="0" u="none" cap="none">
                <a:solidFill>
                  <a:srgbClr val="80808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</p:cSld>
</p:sldLayout>
</file>

<file path=ppt/slideLayouts/slideLayout158.xml><?xml version="1.0" encoding="utf-8"?>
<p:sldLayout xmlns:p="http://schemas.openxmlformats.org/presentationml/2006/main" matchingName="Title slide" type="title">
  <p:cSld name="Sanitized Layout 165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47" name="sanitized-shape-790">
            <a:extLst xmlns:a="http://schemas.openxmlformats.org/drawingml/2006/main">
              <a:ext uri="{FF2B5EF4-FFF2-40B4-BE49-F238E27FC236}">
                <a16:creationId xmlns:a16="http://schemas.microsoft.com/office/drawing/2014/main" id="{6128B1FA-CC74-487A-ACB3-6EAC13A1830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415507" y="992767"/>
            <a:ext cx="11358000" cy="2736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48" name="sanitized-shape-791">
            <a:extLst xmlns:a="http://schemas.openxmlformats.org/drawingml/2006/main">
              <a:ext uri="{FF2B5EF4-FFF2-40B4-BE49-F238E27FC236}">
                <a16:creationId xmlns:a16="http://schemas.microsoft.com/office/drawing/2014/main" id="{A6BEB834-7E0A-4FF6-A27B-670748CD8B3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15496" y="3778833"/>
            <a:ext cx="11358000" cy="1056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49" name="sanitized-shape-792">
            <a:extLst xmlns:a="http://schemas.openxmlformats.org/drawingml/2006/main">
              <a:ext uri="{FF2B5EF4-FFF2-40B4-BE49-F238E27FC236}">
                <a16:creationId xmlns:a16="http://schemas.microsoft.com/office/drawing/2014/main" id="{2C400629-50EA-45B6-A97E-2FAFC4E8F16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3784" y="6217622"/>
            <a:ext cx="7314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159.xml><?xml version="1.0" encoding="utf-8"?>
<p:sldLayout xmlns:p="http://schemas.openxmlformats.org/presentationml/2006/main" matchingName="Section header" type="secHead">
  <p:cSld name="Sanitized Layout 166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51" name="sanitized-shape-793">
            <a:extLst xmlns:a="http://schemas.openxmlformats.org/drawingml/2006/main">
              <a:ext uri="{FF2B5EF4-FFF2-40B4-BE49-F238E27FC236}">
                <a16:creationId xmlns:a16="http://schemas.microsoft.com/office/drawing/2014/main" id="{B12EEA7A-8BA1-40EF-B5AF-B09A6CAAC8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15496" y="2867800"/>
            <a:ext cx="11358000" cy="112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52" name="sanitized-shape-794">
            <a:extLst xmlns:a="http://schemas.openxmlformats.org/drawingml/2006/main">
              <a:ext uri="{FF2B5EF4-FFF2-40B4-BE49-F238E27FC236}">
                <a16:creationId xmlns:a16="http://schemas.microsoft.com/office/drawing/2014/main" id="{B7A5DFAD-B5A6-4B77-BD3C-3627C23E17A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3784" y="6217622"/>
            <a:ext cx="7314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160.xml><?xml version="1.0" encoding="utf-8"?>
<p:sldLayout xmlns:p="http://schemas.openxmlformats.org/presentationml/2006/main" matchingName="Title and body">
  <p:cSld name="Sanitized Layout 167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54" name="sanitized-shape-795">
            <a:extLst xmlns:a="http://schemas.openxmlformats.org/drawingml/2006/main">
              <a:ext uri="{FF2B5EF4-FFF2-40B4-BE49-F238E27FC236}">
                <a16:creationId xmlns:a16="http://schemas.microsoft.com/office/drawing/2014/main" id="{BEEF10E4-41DA-42EE-BF46-1C888BAC7B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15496" y="593367"/>
            <a:ext cx="11358000" cy="7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55" name="sanitized-shape-796">
            <a:extLst xmlns:a="http://schemas.openxmlformats.org/drawingml/2006/main">
              <a:ext uri="{FF2B5EF4-FFF2-40B4-BE49-F238E27FC236}">
                <a16:creationId xmlns:a16="http://schemas.microsoft.com/office/drawing/2014/main" id="{B2A178C1-E204-4B97-8055-2E33C655FE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15496" y="1536633"/>
            <a:ext cx="11358000" cy="455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t">
            <a:normAutofit/>
          </a:bodyPr>
          <a:lstStyle xmlns:a="http://schemas.openxmlformats.org/drawingml/2006/main">
            <a:lvl1pPr marL="45720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56" name="sanitized-shape-797">
            <a:extLst xmlns:a="http://schemas.openxmlformats.org/drawingml/2006/main">
              <a:ext uri="{FF2B5EF4-FFF2-40B4-BE49-F238E27FC236}">
                <a16:creationId xmlns:a16="http://schemas.microsoft.com/office/drawing/2014/main" id="{E5C7016A-82F7-4F3E-9026-A5415D6FFFB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3784" y="6217622"/>
            <a:ext cx="7314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161.xml><?xml version="1.0" encoding="utf-8"?>
<p:sldLayout xmlns:p="http://schemas.openxmlformats.org/presentationml/2006/main" matchingName="Title and two columns">
  <p:cSld name="Sanitized Layout 168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58" name="sanitized-shape-798">
            <a:extLst xmlns:a="http://schemas.openxmlformats.org/drawingml/2006/main">
              <a:ext uri="{FF2B5EF4-FFF2-40B4-BE49-F238E27FC236}">
                <a16:creationId xmlns:a16="http://schemas.microsoft.com/office/drawing/2014/main" id="{B3234501-0A72-42A1-8E46-CDEDC6F1CA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15496" y="593367"/>
            <a:ext cx="11358000" cy="7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59" name="sanitized-shape-799">
            <a:extLst xmlns:a="http://schemas.openxmlformats.org/drawingml/2006/main">
              <a:ext uri="{FF2B5EF4-FFF2-40B4-BE49-F238E27FC236}">
                <a16:creationId xmlns:a16="http://schemas.microsoft.com/office/drawing/2014/main" id="{DEDD4CA1-5C01-42FD-90E6-4CE7C0F5B75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15496" y="1536633"/>
            <a:ext cx="5331900" cy="455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t">
            <a:normAutofit/>
          </a:bodyPr>
          <a:lstStyle xmlns:a="http://schemas.openxmlformats.org/drawingml/2006/main">
            <a:lvl1pPr marL="45720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60" name="sanitized-shape-800">
            <a:extLst xmlns:a="http://schemas.openxmlformats.org/drawingml/2006/main">
              <a:ext uri="{FF2B5EF4-FFF2-40B4-BE49-F238E27FC236}">
                <a16:creationId xmlns:a16="http://schemas.microsoft.com/office/drawing/2014/main" id="{F9BADB42-0A3C-485B-A778-81430197B6B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41588" y="1536633"/>
            <a:ext cx="5331900" cy="455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t">
            <a:normAutofit/>
          </a:bodyPr>
          <a:lstStyle xmlns:a="http://schemas.openxmlformats.org/drawingml/2006/main">
            <a:lvl1pPr marL="45720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61" name="sanitized-shape-801">
            <a:extLst xmlns:a="http://schemas.openxmlformats.org/drawingml/2006/main">
              <a:ext uri="{FF2B5EF4-FFF2-40B4-BE49-F238E27FC236}">
                <a16:creationId xmlns:a16="http://schemas.microsoft.com/office/drawing/2014/main" id="{5FEEB205-5FB3-441B-B045-23AA02A5594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3784" y="6217622"/>
            <a:ext cx="7314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162.xml><?xml version="1.0" encoding="utf-8"?>
<p:sldLayout xmlns:p="http://schemas.openxmlformats.org/presentationml/2006/main" matchingName="Title only" type="titleOnly">
  <p:cSld name="Sanitized Layout 169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63" name="sanitized-shape-802">
            <a:extLst xmlns:a="http://schemas.openxmlformats.org/drawingml/2006/main">
              <a:ext uri="{FF2B5EF4-FFF2-40B4-BE49-F238E27FC236}">
                <a16:creationId xmlns:a16="http://schemas.microsoft.com/office/drawing/2014/main" id="{ED0DBC35-FCA6-42D1-9EE7-BB8894C6D8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15496" y="593367"/>
            <a:ext cx="11358000" cy="7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64" name="sanitized-shape-803">
            <a:extLst xmlns:a="http://schemas.openxmlformats.org/drawingml/2006/main">
              <a:ext uri="{FF2B5EF4-FFF2-40B4-BE49-F238E27FC236}">
                <a16:creationId xmlns:a16="http://schemas.microsoft.com/office/drawing/2014/main" id="{23BCB4D4-662E-48E5-A69E-5107142FEA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3784" y="6217622"/>
            <a:ext cx="7314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163.xml><?xml version="1.0" encoding="utf-8"?>
<p:sldLayout xmlns:p="http://schemas.openxmlformats.org/presentationml/2006/main" matchingName="One column text">
  <p:cSld name="Sanitized Layout 170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66" name="sanitized-shape-804">
            <a:extLst xmlns:a="http://schemas.openxmlformats.org/drawingml/2006/main">
              <a:ext uri="{FF2B5EF4-FFF2-40B4-BE49-F238E27FC236}">
                <a16:creationId xmlns:a16="http://schemas.microsoft.com/office/drawing/2014/main" id="{0D1BB962-2B2E-4A1D-AD0E-B17852282C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15496" y="740800"/>
            <a:ext cx="3743100" cy="100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b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67" name="sanitized-shape-805">
            <a:extLst xmlns:a="http://schemas.openxmlformats.org/drawingml/2006/main">
              <a:ext uri="{FF2B5EF4-FFF2-40B4-BE49-F238E27FC236}">
                <a16:creationId xmlns:a16="http://schemas.microsoft.com/office/drawing/2014/main" id="{E627750F-B990-4DA7-B663-ABA2D2007E1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15496" y="1852800"/>
            <a:ext cx="3743100" cy="4239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t">
            <a:normAutofit/>
          </a:bodyPr>
          <a:lstStyle xmlns:a="http://schemas.openxmlformats.org/drawingml/2006/main">
            <a:lvl1pPr marL="45720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68" name="sanitized-shape-806">
            <a:extLst xmlns:a="http://schemas.openxmlformats.org/drawingml/2006/main">
              <a:ext uri="{FF2B5EF4-FFF2-40B4-BE49-F238E27FC236}">
                <a16:creationId xmlns:a16="http://schemas.microsoft.com/office/drawing/2014/main" id="{414625D8-2AFB-4C8A-B76A-342B808FA61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3784" y="6217622"/>
            <a:ext cx="7314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164.xml><?xml version="1.0" encoding="utf-8"?>
<p:sldLayout xmlns:p="http://schemas.openxmlformats.org/presentationml/2006/main" matchingName="Main point">
  <p:cSld name="Sanitized Layout 17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70" name="sanitized-shape-807">
            <a:extLst xmlns:a="http://schemas.openxmlformats.org/drawingml/2006/main">
              <a:ext uri="{FF2B5EF4-FFF2-40B4-BE49-F238E27FC236}">
                <a16:creationId xmlns:a16="http://schemas.microsoft.com/office/drawing/2014/main" id="{544E1B7F-165C-4A97-987D-19242E0AA8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53503" y="600200"/>
            <a:ext cx="8488200" cy="545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ctr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71" name="sanitized-shape-808">
            <a:extLst xmlns:a="http://schemas.openxmlformats.org/drawingml/2006/main">
              <a:ext uri="{FF2B5EF4-FFF2-40B4-BE49-F238E27FC236}">
                <a16:creationId xmlns:a16="http://schemas.microsoft.com/office/drawing/2014/main" id="{6C2C08FD-64BA-439B-953F-53F7870677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3784" y="6217622"/>
            <a:ext cx="7314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165.xml><?xml version="1.0" encoding="utf-8"?>
<p:sldLayout xmlns:p="http://schemas.openxmlformats.org/presentationml/2006/main" matchingName="Section title and description">
  <p:cSld name="Sanitized Layout 17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73" name="sanitized-shape-809">
            <a:extLst xmlns:a="http://schemas.openxmlformats.org/drawingml/2006/main">
              <a:ext uri="{FF2B5EF4-FFF2-40B4-BE49-F238E27FC236}">
                <a16:creationId xmlns:a16="http://schemas.microsoft.com/office/drawing/2014/main" id="{FC35C4FA-51FF-4151-8F18-4E543C14F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475" y="-167"/>
            <a:ext cx="6094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074" name="sanitized-shape-810">
            <a:extLst xmlns:a="http://schemas.openxmlformats.org/drawingml/2006/main">
              <a:ext uri="{FF2B5EF4-FFF2-40B4-BE49-F238E27FC236}">
                <a16:creationId xmlns:a16="http://schemas.microsoft.com/office/drawing/2014/main" id="{945C77F4-FF7C-4A56-88CD-650EDD041B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3911" y="1644233"/>
            <a:ext cx="5392200" cy="197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75" name="sanitized-shape-811">
            <a:extLst xmlns:a="http://schemas.openxmlformats.org/drawingml/2006/main">
              <a:ext uri="{FF2B5EF4-FFF2-40B4-BE49-F238E27FC236}">
                <a16:creationId xmlns:a16="http://schemas.microsoft.com/office/drawing/2014/main" id="{8133627D-DF82-4E57-BF5F-B2DAD0C45F1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53911" y="3737433"/>
            <a:ext cx="5392200" cy="164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76" name="sanitized-shape-812">
            <a:extLst xmlns:a="http://schemas.openxmlformats.org/drawingml/2006/main">
              <a:ext uri="{FF2B5EF4-FFF2-40B4-BE49-F238E27FC236}">
                <a16:creationId xmlns:a16="http://schemas.microsoft.com/office/drawing/2014/main" id="{9F762DEC-7BAE-4F24-A14E-F6CA909C3A4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584352" y="965433"/>
            <a:ext cx="5114700" cy="4926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ctr">
            <a:normAutofit/>
          </a:bodyPr>
          <a:lstStyle xmlns:a="http://schemas.openxmlformats.org/drawingml/2006/main">
            <a:lvl1pPr marL="45720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77" name="sanitized-shape-813">
            <a:extLst xmlns:a="http://schemas.openxmlformats.org/drawingml/2006/main">
              <a:ext uri="{FF2B5EF4-FFF2-40B4-BE49-F238E27FC236}">
                <a16:creationId xmlns:a16="http://schemas.microsoft.com/office/drawing/2014/main" id="{4FEB7772-FF8C-417A-A500-33144C6A9EC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3784" y="6217622"/>
            <a:ext cx="7314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166.xml><?xml version="1.0" encoding="utf-8"?>
<p:sldLayout xmlns:p="http://schemas.openxmlformats.org/presentationml/2006/main" matchingName="Caption">
  <p:cSld name="Sanitized Layout 17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79" name="sanitized-shape-814">
            <a:extLst xmlns:a="http://schemas.openxmlformats.org/drawingml/2006/main">
              <a:ext uri="{FF2B5EF4-FFF2-40B4-BE49-F238E27FC236}">
                <a16:creationId xmlns:a16="http://schemas.microsoft.com/office/drawing/2014/main" id="{888E55FC-146D-496A-8D9B-DA8C5A52BA3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15496" y="5640767"/>
            <a:ext cx="7996500" cy="80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ctr">
            <a:normAutofit/>
          </a:bodyPr>
          <a:lstStyle xmlns:a="http://schemas.openxmlformats.org/drawingml/2006/main"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 xmlns:a="http://schemas.openxmlformats.org/drawingml/2006/main">
            <a:r>
              <a:t/>
            </a:r>
          </a:p>
        </p:txBody>
      </p:sp>
      <p:sp>
        <p:nvSpPr>
          <p:cNvPr id="1080" name="sanitized-shape-815">
            <a:extLst xmlns:a="http://schemas.openxmlformats.org/drawingml/2006/main">
              <a:ext uri="{FF2B5EF4-FFF2-40B4-BE49-F238E27FC236}">
                <a16:creationId xmlns:a16="http://schemas.microsoft.com/office/drawing/2014/main" id="{D7F0920C-C49C-49DC-A8E7-85D2D5B713F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3784" y="6217622"/>
            <a:ext cx="7314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167.xml><?xml version="1.0" encoding="utf-8"?>
<p:sldLayout xmlns:p="http://schemas.openxmlformats.org/presentationml/2006/main" matchingName="Big number">
  <p:cSld name="Sanitized Layout 17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82" name="sanitized-shape-816">
            <a:extLst xmlns:a="http://schemas.openxmlformats.org/drawingml/2006/main">
              <a:ext uri="{FF2B5EF4-FFF2-40B4-BE49-F238E27FC236}">
                <a16:creationId xmlns:a16="http://schemas.microsoft.com/office/drawing/2014/main" id="{DC7D3EE3-F916-4ABC-A0AD-BF32CDE039D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15496" y="1474833"/>
            <a:ext cx="11358000" cy="2618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83" name="sanitized-shape-817">
            <a:extLst xmlns:a="http://schemas.openxmlformats.org/drawingml/2006/main">
              <a:ext uri="{FF2B5EF4-FFF2-40B4-BE49-F238E27FC236}">
                <a16:creationId xmlns:a16="http://schemas.microsoft.com/office/drawing/2014/main" id="{DB45D2E5-BF17-4130-969D-83BC3C00199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15496" y="4202967"/>
            <a:ext cx="11358000" cy="173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t">
            <a:normAutofit/>
          </a:bodyPr>
          <a:lstStyle xmlns:a="http://schemas.openxmlformats.org/drawingml/2006/main">
            <a:lvl1pPr marL="457200" indent="-3810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indent="-34925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indent="-34925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indent="-34925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indent="-34925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indent="-34925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indent="-34925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indent="-34925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indent="-34925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84" name="sanitized-shape-818">
            <a:extLst xmlns:a="http://schemas.openxmlformats.org/drawingml/2006/main">
              <a:ext uri="{FF2B5EF4-FFF2-40B4-BE49-F238E27FC236}">
                <a16:creationId xmlns:a16="http://schemas.microsoft.com/office/drawing/2014/main" id="{425F52FE-616C-40F5-B646-AB41256B76D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3784" y="6217622"/>
            <a:ext cx="7314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168.xml><?xml version="1.0" encoding="utf-8"?>
<p:sldLayout xmlns:p="http://schemas.openxmlformats.org/presentationml/2006/main" matchingName="Blank" type="blank">
  <p:cSld name="Sanitized Layout 175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86" name="sanitized-shape-819">
            <a:extLst xmlns:a="http://schemas.openxmlformats.org/drawingml/2006/main">
              <a:ext uri="{FF2B5EF4-FFF2-40B4-BE49-F238E27FC236}">
                <a16:creationId xmlns:a16="http://schemas.microsoft.com/office/drawing/2014/main" id="{2DB7162A-B100-4C68-A5DD-9242799BE76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3784" y="6217622"/>
            <a:ext cx="7314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169.xml><?xml version="1.0" encoding="utf-8"?>
<p:sldLayout xmlns:p="http://schemas.openxmlformats.org/presentationml/2006/main" matchingName="Title Slide">
  <p:cSld name="Sanitized Layout 176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88" name="sanitized-shape-820">
            <a:extLst xmlns:a="http://schemas.openxmlformats.org/drawingml/2006/main">
              <a:ext uri="{FF2B5EF4-FFF2-40B4-BE49-F238E27FC236}">
                <a16:creationId xmlns:a16="http://schemas.microsoft.com/office/drawing/2014/main" id="{6F5E0F61-02B0-42C7-AD93-C6B417994EF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3619" y="3602038"/>
            <a:ext cx="9141600" cy="16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121875" rIns="121875" bIns="121875" anchor="t">
            <a:normAutofit/>
          </a:bodyPr>
          <a:lstStyle xmlns:a="http://schemas.openxmlformats.org/drawingml/2006/main">
            <a:lvl1pPr marR="0" algn="ctr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  <a:defRPr sz="19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ctr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89" name="sanitized-shape-821">
            <a:extLst xmlns:a="http://schemas.openxmlformats.org/drawingml/2006/main">
              <a:ext uri="{FF2B5EF4-FFF2-40B4-BE49-F238E27FC236}">
                <a16:creationId xmlns:a16="http://schemas.microsoft.com/office/drawing/2014/main" id="{35B3E612-EADC-41AF-BAA4-73A100541F0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7990" y="6356350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121875" rIns="121875" bIns="121875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900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90" name="sanitized-shape-822">
            <a:extLst xmlns:a="http://schemas.openxmlformats.org/drawingml/2006/main">
              <a:ext uri="{FF2B5EF4-FFF2-40B4-BE49-F238E27FC236}">
                <a16:creationId xmlns:a16="http://schemas.microsoft.com/office/drawing/2014/main" id="{DF10CC1A-4D4A-4A33-ABCF-105B16BFADF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7590" y="6356350"/>
            <a:ext cx="41139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121875" rIns="121875" bIns="121875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SzPts val="1900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91" name="sanitized-shape-823">
            <a:extLst xmlns:a="http://schemas.openxmlformats.org/drawingml/2006/main">
              <a:ext uri="{FF2B5EF4-FFF2-40B4-BE49-F238E27FC236}">
                <a16:creationId xmlns:a16="http://schemas.microsoft.com/office/drawing/2014/main" id="{F3F5A5CE-5808-4C3F-81E0-D9D005669F7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08446" y="6356350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sp>
        <p:nvSpPr>
          <p:cNvPr id="1093" name="sanitized-shape-824">
            <a:extLst xmlns:a="http://schemas.openxmlformats.org/drawingml/2006/main">
              <a:ext uri="{FF2B5EF4-FFF2-40B4-BE49-F238E27FC236}">
                <a16:creationId xmlns:a16="http://schemas.microsoft.com/office/drawing/2014/main" id="{E5D4E9B1-1E73-44B0-AD9F-FDF007130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5522500"/>
            <a:ext cx="12189000" cy="13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4D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</a:p>
        </p:txBody>
      </p:sp>
    </p:spTree>
  </p:cSld>
</p:sldLayout>
</file>

<file path=ppt/slideLayouts/slideLayout170.xml><?xml version="1.0" encoding="utf-8"?>
<p:sldLayout xmlns:p="http://schemas.openxmlformats.org/presentationml/2006/main" matchingName="2_Standard header only 1 1">
  <p:cSld name="Sanitized Layout 177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03" name="sanitized-shape-825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96" name="sanitized-shape-826">
            <a:extLst xmlns:a="http://schemas.openxmlformats.org/drawingml/2006/main">
              <a:ext uri="{FF2B5EF4-FFF2-40B4-BE49-F238E27FC236}">
                <a16:creationId xmlns:a16="http://schemas.microsoft.com/office/drawing/2014/main" id="{DB45EC0C-9BD3-415C-88CE-9B672AAD0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4D2D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1097" name="sanitized-shape-827">
            <a:extLst xmlns:a="http://schemas.openxmlformats.org/drawingml/2006/main">
              <a:ext uri="{FF2B5EF4-FFF2-40B4-BE49-F238E27FC236}">
                <a16:creationId xmlns:a16="http://schemas.microsoft.com/office/drawing/2014/main" id="{C0FE1834-3C6D-4DD3-ADBA-B5DD834D2D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4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98" name="sanitized-shape-828">
            <a:extLst xmlns:a="http://schemas.openxmlformats.org/drawingml/2006/main">
              <a:ext uri="{FF2B5EF4-FFF2-40B4-BE49-F238E27FC236}">
                <a16:creationId xmlns:a16="http://schemas.microsoft.com/office/drawing/2014/main" id="{A0191336-AE1F-4392-9F9B-8309D11A8F6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59991" y="635634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sp>
        <p:nvSpPr>
          <p:cNvPr id="1099" name="sanitized-shape-829">
            <a:extLst xmlns:a="http://schemas.openxmlformats.org/drawingml/2006/main">
              <a:ext uri="{FF2B5EF4-FFF2-40B4-BE49-F238E27FC236}">
                <a16:creationId xmlns:a16="http://schemas.microsoft.com/office/drawing/2014/main" id="{63302411-E8ED-49FE-9B5B-4895CD95F18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0728" y="1244338"/>
            <a:ext cx="10767600" cy="38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743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3200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657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4114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100" name="sanitized-shape-830">
            <a:extLst xmlns:a="http://schemas.openxmlformats.org/drawingml/2006/main">
              <a:ext uri="{FF2B5EF4-FFF2-40B4-BE49-F238E27FC236}">
                <a16:creationId xmlns:a16="http://schemas.microsoft.com/office/drawing/2014/main" id="{EA90EA52-E2A0-40FE-A40C-53FDCF9DD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8668" y="6415085"/>
            <a:ext cx="8882700" cy="24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9950" tIns="54700" rIns="89950" bIns="449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100"/>
              <a:buFont typeface="Times New Roman"/>
              <a:buNone/>
            </a:pPr>
            <a:r>
              <a:rPr sz="1100" b="0" i="0" u="none" cap="none">
                <a:solidFill>
                  <a:srgbClr val="80808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</p:cSld>
</p:sldLayout>
</file>

<file path=ppt/slideLayouts/slideLayout171.xml><?xml version="1.0" encoding="utf-8"?>
<p:sldLayout xmlns:p="http://schemas.openxmlformats.org/presentationml/2006/main" matchingName="2_Standard header only 1 1 1">
  <p:cSld name="Sanitized Layout 178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11" name="sanitized-shape-831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04" name="sanitized-shape-832">
            <a:extLst xmlns:a="http://schemas.openxmlformats.org/drawingml/2006/main">
              <a:ext uri="{FF2B5EF4-FFF2-40B4-BE49-F238E27FC236}">
                <a16:creationId xmlns:a16="http://schemas.microsoft.com/office/drawing/2014/main" id="{67DA575C-341C-4289-A28B-0203448B8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4D2D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1105" name="sanitized-shape-833">
            <a:extLst xmlns:a="http://schemas.openxmlformats.org/drawingml/2006/main">
              <a:ext uri="{FF2B5EF4-FFF2-40B4-BE49-F238E27FC236}">
                <a16:creationId xmlns:a16="http://schemas.microsoft.com/office/drawing/2014/main" id="{5E423B46-C01D-435D-92F2-CB418FBD06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4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106" name="sanitized-shape-834">
            <a:extLst xmlns:a="http://schemas.openxmlformats.org/drawingml/2006/main">
              <a:ext uri="{FF2B5EF4-FFF2-40B4-BE49-F238E27FC236}">
                <a16:creationId xmlns:a16="http://schemas.microsoft.com/office/drawing/2014/main" id="{4E71CAFB-F399-4114-8934-694C992DBDD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59991" y="635634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sp>
        <p:nvSpPr>
          <p:cNvPr id="1107" name="sanitized-shape-835">
            <a:extLst xmlns:a="http://schemas.openxmlformats.org/drawingml/2006/main">
              <a:ext uri="{FF2B5EF4-FFF2-40B4-BE49-F238E27FC236}">
                <a16:creationId xmlns:a16="http://schemas.microsoft.com/office/drawing/2014/main" id="{8704ED31-C5C4-48F3-816E-8F20D0276F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0728" y="1244338"/>
            <a:ext cx="10767600" cy="38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743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3200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657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4114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108" name="sanitized-shape-836">
            <a:extLst xmlns:a="http://schemas.openxmlformats.org/drawingml/2006/main">
              <a:ext uri="{FF2B5EF4-FFF2-40B4-BE49-F238E27FC236}">
                <a16:creationId xmlns:a16="http://schemas.microsoft.com/office/drawing/2014/main" id="{26F6F921-7B19-46FC-8061-7CD61CDCB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8668" y="6415085"/>
            <a:ext cx="8882700" cy="24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9950" tIns="54700" rIns="89950" bIns="449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100"/>
              <a:buFont typeface="Times New Roman"/>
              <a:buNone/>
            </a:pPr>
            <a:r>
              <a:rPr sz="1100" b="0" i="0" u="none" cap="none">
                <a:solidFill>
                  <a:srgbClr val="80808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</p:cSld>
</p:sldLayout>
</file>

<file path=ppt/slideLayouts/slideLayout172.xml><?xml version="1.0" encoding="utf-8"?>
<p:sldLayout xmlns:p="http://schemas.openxmlformats.org/presentationml/2006/main" showMasterSp="0" matchingName="Content">
  <p:cSld name="Sanitized Layout 179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19" name="sanitized-shape-837"/>
          <p:cNvCxnSpPr/>
          <p:nvPr/>
        </p:nvCxnSpPr>
        <p:spPr>
          <a:xfrm xmlns:a="http://schemas.openxmlformats.org/drawingml/2006/main">
            <a:off x="955285" y="785569"/>
            <a:ext cx="10885800" cy="0"/>
          </a:xfrm>
          <a:prstGeom xmlns:a="http://schemas.openxmlformats.org/drawingml/2006/main" prst="straightConnector1">
            <a:avLst/>
          </a:prstGeom>
          <a:ln xmlns:a="http://schemas.openxmlformats.org/drawingml/2006/main" w="3385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12" name="sanitized-shape-838">
            <a:extLst xmlns:a="http://schemas.openxmlformats.org/drawingml/2006/main">
              <a:ext uri="{FF2B5EF4-FFF2-40B4-BE49-F238E27FC236}">
                <a16:creationId xmlns:a16="http://schemas.microsoft.com/office/drawing/2014/main" id="{82B5DF54-3A90-455E-9376-DA549DCFA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6597" y="6298415"/>
            <a:ext cx="1843800" cy="58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0950" tIns="60950" rIns="60950" bIns="6095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sz="15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114" name="sanitized-shape-839">
            <a:extLst xmlns:a="http://schemas.openxmlformats.org/drawingml/2006/main">
              <a:ext uri="{FF2B5EF4-FFF2-40B4-BE49-F238E27FC236}">
                <a16:creationId xmlns:a16="http://schemas.microsoft.com/office/drawing/2014/main" id="{E8174C9D-4487-4EF0-A3FF-096B5E56B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8112" y="6415795"/>
            <a:ext cx="6684600" cy="44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375" tIns="91375" rIns="91375" bIns="913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900"/>
              <a:buFont typeface="Arial"/>
              <a:buNone/>
            </a:pPr>
            <a:r>
              <a:rPr sz="1100" b="0" i="0" u="none" cap="none">
                <a:solidFill>
                  <a:srgbClr val="80808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115" name="sanitized-shape-840">
            <a:extLst xmlns:a="http://schemas.openxmlformats.org/drawingml/2006/main">
              <a:ext uri="{FF2B5EF4-FFF2-40B4-BE49-F238E27FC236}">
                <a16:creationId xmlns:a16="http://schemas.microsoft.com/office/drawing/2014/main" id="{9BAD7DC0-45B5-4B1C-A809-A73B56096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5712" y="6444243"/>
            <a:ext cx="387600" cy="37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2625" tIns="102625" rIns="102625" bIns="1026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69ADA83D-DF77-AA76-6DA0-7A70CD7A4D20}" type="slidenum">
              <a:rPr sz="1100" b="0" i="0" u="none" cap="none">
                <a:solidFill>
                  <a:srgbClr val="7F7F7F"/>
                </a:solidFill>
                <a:latin typeface="Arial"/>
                <a:ea typeface="Arial"/>
                <a:cs typeface="Arial"/>
              </a:rPr>
              <a:t/>
            </a:fld>
          </a:p>
        </p:txBody>
      </p:sp>
      <p:sp>
        <p:nvSpPr>
          <p:cNvPr id="1116" name="sanitized-shape-841">
            <a:extLst xmlns:a="http://schemas.openxmlformats.org/drawingml/2006/main">
              <a:ext uri="{FF2B5EF4-FFF2-40B4-BE49-F238E27FC236}">
                <a16:creationId xmlns:a16="http://schemas.microsoft.com/office/drawing/2014/main" id="{4BC5DA49-188C-4155-8806-CC2C666127F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406191" y="6333134"/>
            <a:ext cx="7314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t">
            <a:normAutofit/>
          </a:bodyPr>
          <a:lstStyle xmlns:a="http://schemas.openxmlformats.org/drawingml/2006/main">
            <a:lvl1pPr>
              <a:buNone/>
              <a:defRPr sz="1700"/>
            </a:lvl1pPr>
            <a:lvl2pPr>
              <a:buNone/>
              <a:defRPr sz="1700"/>
            </a:lvl2pPr>
            <a:lvl3pPr>
              <a:buNone/>
              <a:defRPr sz="1700"/>
            </a:lvl3pPr>
            <a:lvl4pPr>
              <a:buNone/>
              <a:defRPr sz="1700"/>
            </a:lvl4pPr>
            <a:lvl5pPr>
              <a:buNone/>
              <a:defRPr sz="1700"/>
            </a:lvl5pPr>
            <a:lvl6pPr>
              <a:buNone/>
              <a:defRPr sz="1700"/>
            </a:lvl6pPr>
            <a:lvl7pPr>
              <a:buNone/>
              <a:defRPr sz="1700"/>
            </a:lvl7pPr>
            <a:lvl8pPr>
              <a:buNone/>
              <a:defRPr sz="1700"/>
            </a:lvl8pPr>
            <a:lvl9pPr>
              <a:buNone/>
              <a:defRPr sz="1700"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173.xml><?xml version="1.0" encoding="utf-8"?>
<p:sldLayout xmlns:p="http://schemas.openxmlformats.org/presentationml/2006/main" matchingName="2_Standard header only">
  <p:cSld name="Sanitized Layout 180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27" name="sanitized-shape-842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20" name="sanitized-shape-843">
            <a:extLst xmlns:a="http://schemas.openxmlformats.org/drawingml/2006/main">
              <a:ext uri="{FF2B5EF4-FFF2-40B4-BE49-F238E27FC236}">
                <a16:creationId xmlns:a16="http://schemas.microsoft.com/office/drawing/2014/main" id="{9E51F481-0091-43BC-A9EF-4104E2E7B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1121" name="sanitized-shape-844">
            <a:extLst xmlns:a="http://schemas.openxmlformats.org/drawingml/2006/main">
              <a:ext uri="{FF2B5EF4-FFF2-40B4-BE49-F238E27FC236}">
                <a16:creationId xmlns:a16="http://schemas.microsoft.com/office/drawing/2014/main" id="{87C6C133-F042-4904-AE59-A3FAA4CFCC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4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122" name="sanitized-shape-845">
            <a:extLst xmlns:a="http://schemas.openxmlformats.org/drawingml/2006/main">
              <a:ext uri="{FF2B5EF4-FFF2-40B4-BE49-F238E27FC236}">
                <a16:creationId xmlns:a16="http://schemas.microsoft.com/office/drawing/2014/main" id="{7CFF08D8-B50A-45F4-94D1-499E2F600B4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59991" y="635634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sp>
        <p:nvSpPr>
          <p:cNvPr id="1123" name="sanitized-shape-846">
            <a:extLst xmlns:a="http://schemas.openxmlformats.org/drawingml/2006/main">
              <a:ext uri="{FF2B5EF4-FFF2-40B4-BE49-F238E27FC236}">
                <a16:creationId xmlns:a16="http://schemas.microsoft.com/office/drawing/2014/main" id="{31DBDD24-4C70-47B5-BB3E-C8381505782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0728" y="1244338"/>
            <a:ext cx="10767600" cy="38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743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3200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657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4114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124" name="sanitized-shape-847">
            <a:extLst xmlns:a="http://schemas.openxmlformats.org/drawingml/2006/main">
              <a:ext uri="{FF2B5EF4-FFF2-40B4-BE49-F238E27FC236}">
                <a16:creationId xmlns:a16="http://schemas.microsoft.com/office/drawing/2014/main" id="{82505CB5-0184-4C14-B33F-E73787A52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8668" y="6415085"/>
            <a:ext cx="8882700" cy="24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9950" tIns="54700" rIns="89950" bIns="449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100"/>
              <a:buFont typeface="Times New Roman"/>
              <a:buNone/>
            </a:pPr>
            <a:r>
              <a:rPr sz="1100" b="0" i="0" u="none" cap="none">
                <a:solidFill>
                  <a:srgbClr val="80808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</p:cSld>
</p:sldLayout>
</file>

<file path=ppt/slideLayouts/slideLayout174.xml><?xml version="1.0" encoding="utf-8"?>
<p:sldLayout xmlns:p="http://schemas.openxmlformats.org/presentationml/2006/main" showMasterSp="0" matchingName="3_Sub Titles and Contents">
  <p:cSld name="Sanitized Layout 181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35" name="sanitized-shape-848"/>
          <p:cNvCxnSpPr/>
          <p:nvPr/>
        </p:nvCxnSpPr>
        <p:spPr>
          <a:xfrm xmlns:a="http://schemas.openxmlformats.org/drawingml/2006/main">
            <a:off x="739225" y="651219"/>
            <a:ext cx="11193600" cy="0"/>
          </a:xfrm>
          <a:prstGeom xmlns:a="http://schemas.openxmlformats.org/drawingml/2006/main" prst="straightConnector1">
            <a:avLst/>
          </a:prstGeom>
          <a:ln xmlns:a="http://schemas.openxmlformats.org/drawingml/2006/main" w="67725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27" name="sanitized-shape-849">
            <a:extLst xmlns:a="http://schemas.openxmlformats.org/drawingml/2006/main">
              <a:ext uri="{FF2B5EF4-FFF2-40B4-BE49-F238E27FC236}">
                <a16:creationId xmlns:a16="http://schemas.microsoft.com/office/drawing/2014/main" id="{52B904D6-A10B-40A0-B49B-44EFA80A2F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36416" y="76200"/>
            <a:ext cx="10741800" cy="58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None/>
              <a:defRPr/>
            </a:lvl1pPr>
            <a:lvl2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None/>
              <a:defRPr/>
            </a:lvl2pPr>
            <a:lvl3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None/>
              <a:defRPr/>
            </a:lvl3pPr>
            <a:lvl4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None/>
              <a:defRPr/>
            </a:lvl4pPr>
            <a:lvl5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None/>
              <a:defRPr/>
            </a:lvl5pPr>
            <a:lvl6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None/>
              <a:defRPr/>
            </a:lvl6pPr>
            <a:lvl7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None/>
              <a:defRPr/>
            </a:lvl7pPr>
            <a:lvl8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None/>
              <a:defRPr/>
            </a:lvl8pPr>
            <a:lvl9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None/>
              <a:defRPr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128" name="sanitized-shape-850">
            <a:extLst xmlns:a="http://schemas.openxmlformats.org/drawingml/2006/main">
              <a:ext uri="{FF2B5EF4-FFF2-40B4-BE49-F238E27FC236}">
                <a16:creationId xmlns:a16="http://schemas.microsoft.com/office/drawing/2014/main" id="{750AF8B1-BEC6-4023-A944-416ABEA1D1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36416" y="1432100"/>
            <a:ext cx="6235500" cy="8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45700" rIns="45700" bIns="45700" anchor="t">
            <a:normAutofit/>
          </a:bodyPr>
          <a:lstStyle xmlns:a="http://schemas.openxmlformats.org/drawingml/2006/main">
            <a:lvl1pPr marL="4572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▪"/>
              <a:defRPr sz="1500"/>
            </a:lvl1pPr>
            <a:lvl2pPr marL="9144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o"/>
              <a:defRPr sz="1500"/>
            </a:lvl2pPr>
            <a:lvl3pPr marL="13716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•"/>
              <a:defRPr sz="1500"/>
            </a:lvl3pPr>
            <a:lvl4pPr marL="18288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•"/>
              <a:defRPr sz="1500"/>
            </a:lvl4pPr>
            <a:lvl5pPr marL="22860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•"/>
              <a:defRPr sz="1500"/>
            </a:lvl5pPr>
            <a:lvl6pPr marL="27432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6pPr>
            <a:lvl7pPr marL="32004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7pPr>
            <a:lvl8pPr marL="36576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8pPr>
            <a:lvl9pPr marL="41148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129" name="sanitized-shape-851">
            <a:extLst xmlns:a="http://schemas.openxmlformats.org/drawingml/2006/main">
              <a:ext uri="{FF2B5EF4-FFF2-40B4-BE49-F238E27FC236}">
                <a16:creationId xmlns:a16="http://schemas.microsoft.com/office/drawing/2014/main" id="{6E9DA1D5-0B0A-4C47-ACBD-37C12F50734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733242" y="982562"/>
            <a:ext cx="5056200" cy="44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45700" rIns="45700" bIns="45700" anchor="ctr">
            <a:normAutofit/>
          </a:bodyPr>
          <a:lstStyle xmlns:a="http://schemas.openxmlformats.org/drawingml/2006/main">
            <a:lvl1pPr marL="4572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▪"/>
              <a:defRPr/>
            </a:lvl1pPr>
            <a:lvl2pPr marL="9144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o"/>
              <a:defRPr/>
            </a:lvl2pPr>
            <a:lvl3pPr marL="13716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3pPr>
            <a:lvl4pPr marL="18288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4pPr>
            <a:lvl5pPr marL="22860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5pPr>
            <a:lvl6pPr marL="27432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6pPr>
            <a:lvl7pPr marL="32004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7pPr>
            <a:lvl8pPr marL="36576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8pPr>
            <a:lvl9pPr marL="41148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130" name="sanitized-shape-852">
            <a:extLst xmlns:a="http://schemas.openxmlformats.org/drawingml/2006/main">
              <a:ext uri="{FF2B5EF4-FFF2-40B4-BE49-F238E27FC236}">
                <a16:creationId xmlns:a16="http://schemas.microsoft.com/office/drawing/2014/main" id="{8EFFC895-151B-4B26-8944-699CE0EA1F41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733242" y="2455546"/>
            <a:ext cx="5056200" cy="44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45700" rIns="45700" bIns="45700" anchor="ctr">
            <a:normAutofit/>
          </a:bodyPr>
          <a:lstStyle xmlns:a="http://schemas.openxmlformats.org/drawingml/2006/main">
            <a:lvl1pPr marL="4572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▪"/>
              <a:defRPr/>
            </a:lvl1pPr>
            <a:lvl2pPr marL="9144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o"/>
              <a:defRPr/>
            </a:lvl2pPr>
            <a:lvl3pPr marL="13716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3pPr>
            <a:lvl4pPr marL="18288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4pPr>
            <a:lvl5pPr marL="22860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5pPr>
            <a:lvl6pPr marL="27432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6pPr>
            <a:lvl7pPr marL="32004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7pPr>
            <a:lvl8pPr marL="36576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8pPr>
            <a:lvl9pPr marL="41148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131" name="sanitized-shape-853">
            <a:extLst xmlns:a="http://schemas.openxmlformats.org/drawingml/2006/main">
              <a:ext uri="{FF2B5EF4-FFF2-40B4-BE49-F238E27FC236}">
                <a16:creationId xmlns:a16="http://schemas.microsoft.com/office/drawing/2014/main" id="{A633C9FA-CE40-4419-8AEE-7113FAE1A258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733240" y="4055471"/>
            <a:ext cx="5056200" cy="44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45700" rIns="45700" bIns="45700" anchor="ctr">
            <a:normAutofit/>
          </a:bodyPr>
          <a:lstStyle xmlns:a="http://schemas.openxmlformats.org/drawingml/2006/main">
            <a:lvl1pPr marL="4572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▪"/>
              <a:defRPr/>
            </a:lvl1pPr>
            <a:lvl2pPr marL="9144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o"/>
              <a:defRPr/>
            </a:lvl2pPr>
            <a:lvl3pPr marL="13716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3pPr>
            <a:lvl4pPr marL="18288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4pPr>
            <a:lvl5pPr marL="22860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5pPr>
            <a:lvl6pPr marL="27432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6pPr>
            <a:lvl7pPr marL="32004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7pPr>
            <a:lvl8pPr marL="36576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8pPr>
            <a:lvl9pPr marL="41148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132" name="sanitized-shape-854">
            <a:extLst xmlns:a="http://schemas.openxmlformats.org/drawingml/2006/main">
              <a:ext uri="{FF2B5EF4-FFF2-40B4-BE49-F238E27FC236}">
                <a16:creationId xmlns:a16="http://schemas.microsoft.com/office/drawing/2014/main" id="{FF838B48-191D-4257-95A6-B8774D316EA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718284" y="6406785"/>
            <a:ext cx="273600" cy="27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45700" rIns="45700" bIns="45700" anchor="ctr">
            <a:sp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175.xml><?xml version="1.0" encoding="utf-8"?>
<p:sldLayout xmlns:p="http://schemas.openxmlformats.org/presentationml/2006/main" matchingName="Content Slide - Normal">
  <p:cSld name="Sanitized Layout 182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50" name="sanitized-shape-855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37" name="sanitized-shape-856">
            <a:extLst xmlns:a="http://schemas.openxmlformats.org/drawingml/2006/main">
              <a:ext uri="{FF2B5EF4-FFF2-40B4-BE49-F238E27FC236}">
                <a16:creationId xmlns:a16="http://schemas.microsoft.com/office/drawing/2014/main" id="{F8B1492E-3765-48FE-ACA9-2609F4FA7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t/>
            </a:r>
          </a:p>
        </p:txBody>
      </p:sp>
      <p:sp>
        <p:nvSpPr>
          <p:cNvPr id="1138" name="sanitized-shape-857">
            <a:extLst xmlns:a="http://schemas.openxmlformats.org/drawingml/2006/main">
              <a:ext uri="{FF2B5EF4-FFF2-40B4-BE49-F238E27FC236}">
                <a16:creationId xmlns:a16="http://schemas.microsoft.com/office/drawing/2014/main" id="{288C1CCC-06AB-4CB2-BD3F-F08DF12F231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59991" y="635634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550" tIns="19275" rIns="38550" bIns="1927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sp>
        <p:nvSpPr>
          <p:cNvPr id="1139" name="sanitized-shape-858">
            <a:extLst xmlns:a="http://schemas.openxmlformats.org/drawingml/2006/main">
              <a:ext uri="{FF2B5EF4-FFF2-40B4-BE49-F238E27FC236}">
                <a16:creationId xmlns:a16="http://schemas.microsoft.com/office/drawing/2014/main" id="{9B14F637-2E1F-4549-8F8E-6713939305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2" y="119100"/>
            <a:ext cx="1109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51425" rIns="0" bIns="51425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None/>
              <a:defRPr sz="1600" b="1" i="0" u="none" cap="none"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  <a:defRPr sz="1600" b="0" i="0" u="none" cap="none"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  <a:defRPr sz="1600" b="0" i="0" u="none" cap="none"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  <a:defRPr sz="1600" b="0" i="0" u="none" cap="none"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  <a:defRPr sz="1600" b="0" i="0" u="none" cap="none"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  <a:defRPr sz="1600" b="0" i="0" u="none" cap="none"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  <a:defRPr sz="1600" b="0" i="0" u="none" cap="none"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  <a:defRPr sz="1600" b="0" i="0" u="none" cap="none"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  <a:defRPr sz="1600" b="0" i="0" u="none" cap="none"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140" name="sanitized-shape-859">
            <a:extLst xmlns:a="http://schemas.openxmlformats.org/drawingml/2006/main">
              <a:ext uri="{FF2B5EF4-FFF2-40B4-BE49-F238E27FC236}">
                <a16:creationId xmlns:a16="http://schemas.microsoft.com/office/drawing/2014/main" id="{30BDB437-7F2E-455C-93C8-E0BE745F7B7F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406032" y="834400"/>
            <a:ext cx="6895500" cy="29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51425" rIns="0" bIns="51425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4D2D"/>
              </a:buClr>
              <a:buSzPts val="1300"/>
              <a:buFont typeface="Calibri"/>
              <a:buNone/>
              <a:defRPr sz="1300" b="1" i="0" u="none" cap="none">
                <a:solidFill>
                  <a:srgbClr val="EC4D2D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4D2D"/>
              </a:buClr>
              <a:buSzPts val="1300"/>
              <a:buFont typeface="Arial"/>
              <a:buNone/>
              <a:defRPr sz="1300" b="0" i="0" u="none" cap="none">
                <a:solidFill>
                  <a:srgbClr val="EC4D2D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4D2D"/>
              </a:buClr>
              <a:buSzPts val="1300"/>
              <a:buFont typeface="Arial"/>
              <a:buNone/>
              <a:defRPr sz="1300" b="0" i="0" u="none" cap="none">
                <a:solidFill>
                  <a:srgbClr val="EC4D2D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4D2D"/>
              </a:buClr>
              <a:buSzPts val="1300"/>
              <a:buFont typeface="Arial"/>
              <a:buNone/>
              <a:defRPr sz="1300" b="0" i="0" u="none" cap="none">
                <a:solidFill>
                  <a:srgbClr val="EC4D2D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4D2D"/>
              </a:buClr>
              <a:buSzPts val="1300"/>
              <a:buFont typeface="Arial"/>
              <a:buNone/>
              <a:defRPr sz="1300" b="0" i="0" u="none" cap="none">
                <a:solidFill>
                  <a:srgbClr val="EC4D2D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4D2D"/>
              </a:buClr>
              <a:buSzPts val="1300"/>
              <a:buFont typeface="Arial"/>
              <a:buNone/>
              <a:defRPr sz="1300" b="0" i="0" u="none" cap="none">
                <a:solidFill>
                  <a:srgbClr val="EC4D2D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4D2D"/>
              </a:buClr>
              <a:buSzPts val="1300"/>
              <a:buFont typeface="Arial"/>
              <a:buNone/>
              <a:defRPr sz="1300" b="0" i="0" u="none" cap="none">
                <a:solidFill>
                  <a:srgbClr val="EC4D2D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4D2D"/>
              </a:buClr>
              <a:buSzPts val="1300"/>
              <a:buFont typeface="Arial"/>
              <a:buNone/>
              <a:defRPr sz="1300" b="0" i="0" u="none" cap="none">
                <a:solidFill>
                  <a:srgbClr val="EC4D2D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4D2D"/>
              </a:buClr>
              <a:buSzPts val="1300"/>
              <a:buFont typeface="Arial"/>
              <a:buNone/>
              <a:defRPr sz="1300" b="0" i="0" u="none" cap="none">
                <a:solidFill>
                  <a:srgbClr val="EC4D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141" name="sanitized-shape-860">
            <a:extLst xmlns:a="http://schemas.openxmlformats.org/drawingml/2006/main">
              <a:ext uri="{FF2B5EF4-FFF2-40B4-BE49-F238E27FC236}">
                <a16:creationId xmlns:a16="http://schemas.microsoft.com/office/drawing/2014/main" id="{6D595242-BAB3-41EA-91D2-8A85ADCB5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1945" y="0"/>
            <a:ext cx="340800" cy="29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06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142" name="sanitized-shape-861">
            <a:extLst xmlns:a="http://schemas.openxmlformats.org/drawingml/2006/main">
              <a:ext uri="{FF2B5EF4-FFF2-40B4-BE49-F238E27FC236}">
                <a16:creationId xmlns:a16="http://schemas.microsoft.com/office/drawing/2014/main" id="{94097BFF-B971-4E1D-AC6F-28CF30638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1945" y="1429867"/>
            <a:ext cx="340800" cy="29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4D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143" name="sanitized-shape-862">
            <a:extLst xmlns:a="http://schemas.openxmlformats.org/drawingml/2006/main">
              <a:ext uri="{FF2B5EF4-FFF2-40B4-BE49-F238E27FC236}">
                <a16:creationId xmlns:a16="http://schemas.microsoft.com/office/drawing/2014/main" id="{CB4D70D5-55DD-4921-AE26-3ADF8DF11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1945" y="1072400"/>
            <a:ext cx="340800" cy="29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144" name="sanitized-shape-863">
            <a:extLst xmlns:a="http://schemas.openxmlformats.org/drawingml/2006/main">
              <a:ext uri="{FF2B5EF4-FFF2-40B4-BE49-F238E27FC236}">
                <a16:creationId xmlns:a16="http://schemas.microsoft.com/office/drawing/2014/main" id="{EBB60D91-CAC9-4329-AAEE-178BDB2AE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1945" y="1787333"/>
            <a:ext cx="340800" cy="29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145" name="sanitized-shape-864">
            <a:extLst xmlns:a="http://schemas.openxmlformats.org/drawingml/2006/main">
              <a:ext uri="{FF2B5EF4-FFF2-40B4-BE49-F238E27FC236}">
                <a16:creationId xmlns:a16="http://schemas.microsoft.com/office/drawing/2014/main" id="{D97AB8D8-7BCA-42C1-A197-216C0DAFB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1945" y="714933"/>
            <a:ext cx="340800" cy="29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666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146" name="sanitized-shape-865">
            <a:extLst xmlns:a="http://schemas.openxmlformats.org/drawingml/2006/main">
              <a:ext uri="{FF2B5EF4-FFF2-40B4-BE49-F238E27FC236}">
                <a16:creationId xmlns:a16="http://schemas.microsoft.com/office/drawing/2014/main" id="{9F26D1C9-DCDD-4158-ADE4-13AFE3E6D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1945" y="357467"/>
            <a:ext cx="340800" cy="29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2F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147" name="sanitized-shape-866">
            <a:extLst xmlns:a="http://schemas.openxmlformats.org/drawingml/2006/main">
              <a:ext uri="{FF2B5EF4-FFF2-40B4-BE49-F238E27FC236}">
                <a16:creationId xmlns:a16="http://schemas.microsoft.com/office/drawing/2014/main" id="{704E380A-8D08-45F2-920E-F7A9BDFB6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8668" y="6415085"/>
            <a:ext cx="8882700" cy="24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9950" tIns="54700" rIns="89950" bIns="449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100"/>
              <a:buFont typeface="Times New Roman"/>
              <a:buNone/>
            </a:pPr>
            <a:r>
              <a:rPr sz="1100" b="0" i="0" u="none" cap="none">
                <a:solidFill>
                  <a:schemeClr val="accent3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</p:cSld>
</p:sldLayout>
</file>

<file path=ppt/slideLayouts/slideLayout176.xml><?xml version="1.0" encoding="utf-8"?>
<p:sldLayout xmlns:p="http://schemas.openxmlformats.org/presentationml/2006/main" matchingName="1_Title only 5">
  <p:cSld name="Sanitized Layout 183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57" name="sanitized-shape-867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FF66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50" name="sanitized-shape-868">
            <a:extLst xmlns:a="http://schemas.openxmlformats.org/drawingml/2006/main">
              <a:ext uri="{FF2B5EF4-FFF2-40B4-BE49-F238E27FC236}">
                <a16:creationId xmlns:a16="http://schemas.microsoft.com/office/drawing/2014/main" id="{2EA427B2-5673-43A7-A34C-4D5EEAFE23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4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151" name="sanitized-shape-869">
            <a:extLst xmlns:a="http://schemas.openxmlformats.org/drawingml/2006/main">
              <a:ext uri="{FF2B5EF4-FFF2-40B4-BE49-F238E27FC236}">
                <a16:creationId xmlns:a16="http://schemas.microsoft.com/office/drawing/2014/main" id="{30CE6E8D-A8BF-4663-A20C-34C9E020376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0728" y="1244338"/>
            <a:ext cx="10767600" cy="38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2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743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3200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657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4114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152" name="sanitized-shape-870">
            <a:extLst xmlns:a="http://schemas.openxmlformats.org/drawingml/2006/main">
              <a:ext uri="{FF2B5EF4-FFF2-40B4-BE49-F238E27FC236}">
                <a16:creationId xmlns:a16="http://schemas.microsoft.com/office/drawing/2014/main" id="{8D94C6C1-AF74-40C2-9BAA-D4F638E007F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59991" y="635634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sp>
        <p:nvSpPr>
          <p:cNvPr id="1154" name="sanitized-shape-871">
            <a:extLst xmlns:a="http://schemas.openxmlformats.org/drawingml/2006/main">
              <a:ext uri="{FF2B5EF4-FFF2-40B4-BE49-F238E27FC236}">
                <a16:creationId xmlns:a16="http://schemas.microsoft.com/office/drawing/2014/main" id="{194D5A4F-1EA5-4082-A6CE-F10DDCD9B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</p:spTree>
  </p:cSld>
</p:sldLayout>
</file>

<file path=ppt/slideLayouts/slideLayout177.xml><?xml version="1.0" encoding="utf-8"?>
<p:sldLayout xmlns:p="http://schemas.openxmlformats.org/presentationml/2006/main" matchingName="2_Standard header only 1">
  <p:cSld name="Sanitized Layout 184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63" name="sanitized-shape-872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58" name="sanitized-shape-873">
            <a:extLst xmlns:a="http://schemas.openxmlformats.org/drawingml/2006/main">
              <a:ext uri="{FF2B5EF4-FFF2-40B4-BE49-F238E27FC236}">
                <a16:creationId xmlns:a16="http://schemas.microsoft.com/office/drawing/2014/main" id="{93C33F30-8341-4424-AD2D-0118B0217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1159" name="sanitized-shape-874">
            <a:extLst xmlns:a="http://schemas.openxmlformats.org/drawingml/2006/main">
              <a:ext uri="{FF2B5EF4-FFF2-40B4-BE49-F238E27FC236}">
                <a16:creationId xmlns:a16="http://schemas.microsoft.com/office/drawing/2014/main" id="{14044C63-62BB-4778-A3D7-8EF14EA3D9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4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None/>
              <a:defRPr sz="21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160" name="sanitized-shape-875">
            <a:extLst xmlns:a="http://schemas.openxmlformats.org/drawingml/2006/main">
              <a:ext uri="{FF2B5EF4-FFF2-40B4-BE49-F238E27FC236}">
                <a16:creationId xmlns:a16="http://schemas.microsoft.com/office/drawing/2014/main" id="{C280C331-618A-4415-9229-CD42E15B53C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579509" y="6492800"/>
            <a:ext cx="6093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rm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178.xml><?xml version="1.0" encoding="utf-8"?>
<p:sldLayout xmlns:p="http://schemas.openxmlformats.org/presentationml/2006/main" matchingName="2_Standard header only 3">
  <p:cSld name="Sanitized Layout 185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71" name="sanitized-shape-876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64" name="sanitized-shape-877">
            <a:extLst xmlns:a="http://schemas.openxmlformats.org/drawingml/2006/main">
              <a:ext uri="{FF2B5EF4-FFF2-40B4-BE49-F238E27FC236}">
                <a16:creationId xmlns:a16="http://schemas.microsoft.com/office/drawing/2014/main" id="{76D54266-DC85-4774-88CD-EB19A3FE9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1165" name="sanitized-shape-878">
            <a:extLst xmlns:a="http://schemas.openxmlformats.org/drawingml/2006/main">
              <a:ext uri="{FF2B5EF4-FFF2-40B4-BE49-F238E27FC236}">
                <a16:creationId xmlns:a16="http://schemas.microsoft.com/office/drawing/2014/main" id="{DECBC8C9-DA1C-43BA-BFC7-39B5906FE6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3"/>
            <a:ext cx="107673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166" name="sanitized-shape-879">
            <a:extLst xmlns:a="http://schemas.openxmlformats.org/drawingml/2006/main">
              <a:ext uri="{FF2B5EF4-FFF2-40B4-BE49-F238E27FC236}">
                <a16:creationId xmlns:a16="http://schemas.microsoft.com/office/drawing/2014/main" id="{B9286E63-C7A7-47F0-AF40-28DD19CF96C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59991" y="635634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sp>
        <p:nvSpPr>
          <p:cNvPr id="1167" name="sanitized-shape-880">
            <a:extLst xmlns:a="http://schemas.openxmlformats.org/drawingml/2006/main">
              <a:ext uri="{FF2B5EF4-FFF2-40B4-BE49-F238E27FC236}">
                <a16:creationId xmlns:a16="http://schemas.microsoft.com/office/drawing/2014/main" id="{010E4170-37A4-4ADF-86F0-9A1D5254777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0727" y="1244337"/>
            <a:ext cx="10767300" cy="38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2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743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3200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657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4114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168" name="sanitized-shape-881">
            <a:extLst xmlns:a="http://schemas.openxmlformats.org/drawingml/2006/main">
              <a:ext uri="{FF2B5EF4-FFF2-40B4-BE49-F238E27FC236}">
                <a16:creationId xmlns:a16="http://schemas.microsoft.com/office/drawing/2014/main" id="{FEAF2786-1F83-453E-AFBF-A84BBEB5E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8668" y="6415085"/>
            <a:ext cx="8882700" cy="24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9950" tIns="54700" rIns="89950" bIns="449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100"/>
              <a:buFont typeface="Times New Roman"/>
              <a:buNone/>
            </a:pPr>
            <a:r>
              <a:rPr sz="1100" b="0" i="0" u="none" cap="none">
                <a:solidFill>
                  <a:srgbClr val="80808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</p:cSld>
</p:sldLayout>
</file>

<file path=ppt/slideLayouts/slideLayout179.xml><?xml version="1.0" encoding="utf-8"?>
<p:sldLayout xmlns:p="http://schemas.openxmlformats.org/presentationml/2006/main" matchingName="Lovito page">
  <p:cSld name="Sanitized Layout 186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78" name="sanitized-shape-882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72" name="sanitized-shape-883">
            <a:extLst xmlns:a="http://schemas.openxmlformats.org/drawingml/2006/main">
              <a:ext uri="{FF2B5EF4-FFF2-40B4-BE49-F238E27FC236}">
                <a16:creationId xmlns:a16="http://schemas.microsoft.com/office/drawing/2014/main" id="{DE88B321-3F91-4E6D-80F8-E9FF28AC9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1173" name="sanitized-shape-884">
            <a:extLst xmlns:a="http://schemas.openxmlformats.org/drawingml/2006/main">
              <a:ext uri="{FF2B5EF4-FFF2-40B4-BE49-F238E27FC236}">
                <a16:creationId xmlns:a16="http://schemas.microsoft.com/office/drawing/2014/main" id="{5F523AE0-FCA6-4C0E-8820-BA52E33D8B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3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None/>
              <a:defRPr sz="19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174" name="sanitized-shape-885">
            <a:extLst xmlns:a="http://schemas.openxmlformats.org/drawingml/2006/main">
              <a:ext uri="{FF2B5EF4-FFF2-40B4-BE49-F238E27FC236}">
                <a16:creationId xmlns:a16="http://schemas.microsoft.com/office/drawing/2014/main" id="{3569F1F1-D76D-4EAA-880F-2387D55B46C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579509" y="6492800"/>
            <a:ext cx="6093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sp>
        <p:nvSpPr>
          <p:cNvPr id="1175" name="sanitized-shape-886">
            <a:extLst xmlns:a="http://schemas.openxmlformats.org/drawingml/2006/main">
              <a:ext uri="{FF2B5EF4-FFF2-40B4-BE49-F238E27FC236}">
                <a16:creationId xmlns:a16="http://schemas.microsoft.com/office/drawing/2014/main" id="{5F18FC37-770E-4708-93D2-BDF4805802C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0729" y="1244337"/>
            <a:ext cx="10767600" cy="38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743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3200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657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4114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</p:spTree>
  </p:cSld>
</p:sldLayout>
</file>

<file path=ppt/slideLayouts/slideLayout180.xml><?xml version="1.0" encoding="utf-8"?>
<p:sldLayout xmlns:p="http://schemas.openxmlformats.org/presentationml/2006/main" matchingName="2_Standard header only1">
  <p:cSld name="Sanitized Layout 187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86" name="sanitized-shape-887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79" name="sanitized-shape-888">
            <a:extLst xmlns:a="http://schemas.openxmlformats.org/drawingml/2006/main">
              <a:ext uri="{FF2B5EF4-FFF2-40B4-BE49-F238E27FC236}">
                <a16:creationId xmlns:a16="http://schemas.microsoft.com/office/drawing/2014/main" id="{80AA8EDF-A95F-4903-BEFF-11787DD0A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1180" name="sanitized-shape-889">
            <a:extLst xmlns:a="http://schemas.openxmlformats.org/drawingml/2006/main">
              <a:ext uri="{FF2B5EF4-FFF2-40B4-BE49-F238E27FC236}">
                <a16:creationId xmlns:a16="http://schemas.microsoft.com/office/drawing/2014/main" id="{8C682CC3-173F-432F-9488-DFBEEFC3FF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4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181" name="sanitized-shape-890">
            <a:extLst xmlns:a="http://schemas.openxmlformats.org/drawingml/2006/main">
              <a:ext uri="{FF2B5EF4-FFF2-40B4-BE49-F238E27FC236}">
                <a16:creationId xmlns:a16="http://schemas.microsoft.com/office/drawing/2014/main" id="{04C3D5AA-130F-4F24-954D-ADC1E48E7C1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59991" y="635634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sp>
        <p:nvSpPr>
          <p:cNvPr id="1182" name="sanitized-shape-891">
            <a:extLst xmlns:a="http://schemas.openxmlformats.org/drawingml/2006/main">
              <a:ext uri="{FF2B5EF4-FFF2-40B4-BE49-F238E27FC236}">
                <a16:creationId xmlns:a16="http://schemas.microsoft.com/office/drawing/2014/main" id="{01A1D04C-CA75-4A41-A61C-371EBC5ED1B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0728" y="1244338"/>
            <a:ext cx="10767600" cy="38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2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743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3200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657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4114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183" name="sanitized-shape-892">
            <a:extLst xmlns:a="http://schemas.openxmlformats.org/drawingml/2006/main">
              <a:ext uri="{FF2B5EF4-FFF2-40B4-BE49-F238E27FC236}">
                <a16:creationId xmlns:a16="http://schemas.microsoft.com/office/drawing/2014/main" id="{F39E27B5-A30C-4A84-884B-8900893E4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8668" y="6415085"/>
            <a:ext cx="8882700" cy="24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9950" tIns="54700" rIns="89950" bIns="449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100"/>
              <a:buFont typeface="Times New Roman"/>
              <a:buNone/>
            </a:pPr>
            <a:r>
              <a:rPr sz="1100" b="0" i="0" u="none" cap="none">
                <a:solidFill>
                  <a:srgbClr val="80808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</p:cSld>
</p:sldLayout>
</file>

<file path=ppt/slideLayouts/slideLayout181.xml><?xml version="1.0" encoding="utf-8"?>
<p:sldLayout xmlns:p="http://schemas.openxmlformats.org/presentationml/2006/main" matchingName="2_Title and Content 3">
  <p:cSld name="Sanitized Layout 188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85" name="sanitized-shape-893">
            <a:extLst xmlns:a="http://schemas.openxmlformats.org/drawingml/2006/main">
              <a:ext uri="{FF2B5EF4-FFF2-40B4-BE49-F238E27FC236}">
                <a16:creationId xmlns:a16="http://schemas.microsoft.com/office/drawing/2014/main" id="{ADB4BD6B-978C-4544-85EF-68ADF6FF23D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7590" y="6356350"/>
            <a:ext cx="41139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1pPr>
            <a:lvl2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2pPr>
            <a:lvl3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3pPr>
            <a:lvl4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4pPr>
            <a:lvl5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5pPr>
            <a:lvl6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6pPr>
            <a:lvl7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7pPr>
            <a:lvl8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8pPr>
            <a:lvl9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9pPr>
          </a:lstStyle>
          <a:p xmlns:a="http://schemas.openxmlformats.org/drawingml/2006/main">
            <a:r>
              <a:t/>
            </a:r>
          </a:p>
        </p:txBody>
      </p:sp>
      <p:cxnSp>
        <p:nvCxnSpPr>
          <p:cNvPr id="1195" name="sanitized-shape-894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88" name="sanitized-shape-895">
            <a:extLst xmlns:a="http://schemas.openxmlformats.org/drawingml/2006/main">
              <a:ext uri="{FF2B5EF4-FFF2-40B4-BE49-F238E27FC236}">
                <a16:creationId xmlns:a16="http://schemas.microsoft.com/office/drawing/2014/main" id="{D1B3908C-5184-44BF-9FF2-5D52D62A5D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36416" y="101600"/>
            <a:ext cx="10741800" cy="58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  <a:defRPr sz="21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  <a:defRPr sz="2100"/>
            </a:lvl2pPr>
            <a:lvl3pPr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  <a:defRPr sz="2100"/>
            </a:lvl3pPr>
            <a:lvl4pPr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  <a:defRPr sz="2100"/>
            </a:lvl4pPr>
            <a:lvl5pPr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  <a:defRPr sz="2100"/>
            </a:lvl5pPr>
            <a:lvl6pPr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  <a:defRPr sz="2100"/>
            </a:lvl6pPr>
            <a:lvl7pPr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  <a:defRPr sz="2100"/>
            </a:lvl7pPr>
            <a:lvl8pPr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  <a:defRPr sz="2100"/>
            </a:lvl8pPr>
            <a:lvl9pPr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  <a:defRPr sz="2100"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189" name="sanitized-shape-896">
            <a:extLst xmlns:a="http://schemas.openxmlformats.org/drawingml/2006/main">
              <a:ext uri="{FF2B5EF4-FFF2-40B4-BE49-F238E27FC236}">
                <a16:creationId xmlns:a16="http://schemas.microsoft.com/office/drawing/2014/main" id="{786D3AB2-9FFD-4027-A61A-DD32EBFD8AF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5473" y="6356350"/>
            <a:ext cx="766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182.xml><?xml version="1.0" encoding="utf-8"?>
<p:sldLayout xmlns:p="http://schemas.openxmlformats.org/presentationml/2006/main" matchingName="2_Standard header only 2">
  <p:cSld name="Sanitized Layout 189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98" name="sanitized-shape-897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93" name="sanitized-shape-898">
            <a:extLst xmlns:a="http://schemas.openxmlformats.org/drawingml/2006/main">
              <a:ext uri="{FF2B5EF4-FFF2-40B4-BE49-F238E27FC236}">
                <a16:creationId xmlns:a16="http://schemas.microsoft.com/office/drawing/2014/main" id="{734C1117-E31D-4A34-81E6-8C8FA0F58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</a:p>
        </p:txBody>
      </p:sp>
      <p:sp>
        <p:nvSpPr>
          <p:cNvPr id="1194" name="sanitized-shape-899">
            <a:extLst xmlns:a="http://schemas.openxmlformats.org/drawingml/2006/main">
              <a:ext uri="{FF2B5EF4-FFF2-40B4-BE49-F238E27FC236}">
                <a16:creationId xmlns:a16="http://schemas.microsoft.com/office/drawing/2014/main" id="{AFFE7A3B-1974-4D52-BD93-D6DB3E10ECC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59991" y="635634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sp>
        <p:nvSpPr>
          <p:cNvPr id="1195" name="sanitized-shape-900">
            <a:extLst xmlns:a="http://schemas.openxmlformats.org/drawingml/2006/main">
              <a:ext uri="{FF2B5EF4-FFF2-40B4-BE49-F238E27FC236}">
                <a16:creationId xmlns:a16="http://schemas.microsoft.com/office/drawing/2014/main" id="{F6877F1E-0DCD-49C8-B423-1A973D72B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8669" y="6415085"/>
            <a:ext cx="8882700" cy="24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9950" tIns="54700" rIns="89950" bIns="449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100"/>
              <a:buFont typeface="Times New Roman"/>
              <a:buNone/>
            </a:pPr>
            <a:r>
              <a:rPr sz="1100" b="0" i="0" u="none" cap="none">
                <a:solidFill>
                  <a:srgbClr val="80808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</p:cSld>
</p:sldLayout>
</file>

<file path=ppt/slideLayouts/slideLayout183.xml><?xml version="1.0" encoding="utf-8"?>
<p:sldLayout xmlns:p="http://schemas.openxmlformats.org/presentationml/2006/main" matchingName="2_Standard header only 4">
  <p:cSld name="Sanitized Layout 190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04" name="sanitized-shape-901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99" name="sanitized-shape-902">
            <a:extLst xmlns:a="http://schemas.openxmlformats.org/drawingml/2006/main">
              <a:ext uri="{FF2B5EF4-FFF2-40B4-BE49-F238E27FC236}">
                <a16:creationId xmlns:a16="http://schemas.microsoft.com/office/drawing/2014/main" id="{E93CF35D-439C-4351-A284-0AA9BD2B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1200" name="sanitized-shape-903">
            <a:extLst xmlns:a="http://schemas.openxmlformats.org/drawingml/2006/main">
              <a:ext uri="{FF2B5EF4-FFF2-40B4-BE49-F238E27FC236}">
                <a16:creationId xmlns:a16="http://schemas.microsoft.com/office/drawing/2014/main" id="{5E9EB8D8-A6E5-4CDA-A008-0EFC02172B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4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None/>
              <a:defRPr sz="1900" b="1" i="0" u="none" cap="none">
                <a:solidFill>
                  <a:srgbClr val="EA4335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201" name="sanitized-shape-904">
            <a:extLst xmlns:a="http://schemas.openxmlformats.org/drawingml/2006/main">
              <a:ext uri="{FF2B5EF4-FFF2-40B4-BE49-F238E27FC236}">
                <a16:creationId xmlns:a16="http://schemas.microsoft.com/office/drawing/2014/main" id="{DAD11300-E78A-41AB-82B4-1C785B22F5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579509" y="6492800"/>
            <a:ext cx="6093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rm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184.xml><?xml version="1.0" encoding="utf-8"?>
<p:sldLayout xmlns:p="http://schemas.openxmlformats.org/presentationml/2006/main" matchingName="Title and Content 5">
  <p:cSld name="Sanitized Layout 19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3" name="sanitized-shape-905">
            <a:extLst xmlns:a="http://schemas.openxmlformats.org/drawingml/2006/main">
              <a:ext uri="{FF2B5EF4-FFF2-40B4-BE49-F238E27FC236}">
                <a16:creationId xmlns:a16="http://schemas.microsoft.com/office/drawing/2014/main" id="{077BD9C5-8A78-4240-B2DD-7343F85942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406191" y="6403534"/>
            <a:ext cx="7314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t">
            <a:normAutofit/>
          </a:bodyPr>
          <a:lstStyle xmlns:a="http://schemas.openxmlformats.org/drawingml/2006/main">
            <a:lvl1pPr>
              <a:buNone/>
              <a:defRPr>
                <a:latin typeface="Calibri"/>
                <a:ea typeface="Calibri"/>
                <a:cs typeface="Calibri"/>
              </a:defRPr>
            </a:lvl1pPr>
            <a:lvl2pPr>
              <a:buNone/>
              <a:defRPr>
                <a:latin typeface="Calibri"/>
                <a:ea typeface="Calibri"/>
                <a:cs typeface="Calibri"/>
              </a:defRPr>
            </a:lvl2pPr>
            <a:lvl3pPr>
              <a:buNone/>
              <a:defRPr>
                <a:latin typeface="Calibri"/>
                <a:ea typeface="Calibri"/>
                <a:cs typeface="Calibri"/>
              </a:defRPr>
            </a:lvl3pPr>
            <a:lvl4pPr>
              <a:buNone/>
              <a:defRPr>
                <a:latin typeface="Calibri"/>
                <a:ea typeface="Calibri"/>
                <a:cs typeface="Calibri"/>
              </a:defRPr>
            </a:lvl4pPr>
            <a:lvl5pPr>
              <a:buNone/>
              <a:defRPr>
                <a:latin typeface="Calibri"/>
                <a:ea typeface="Calibri"/>
                <a:cs typeface="Calibri"/>
              </a:defRPr>
            </a:lvl5pPr>
            <a:lvl6pPr>
              <a:buNone/>
              <a:defRPr>
                <a:latin typeface="Calibri"/>
                <a:ea typeface="Calibri"/>
                <a:cs typeface="Calibri"/>
              </a:defRPr>
            </a:lvl6pPr>
            <a:lvl7pPr>
              <a:buNone/>
              <a:defRPr>
                <a:latin typeface="Calibri"/>
                <a:ea typeface="Calibri"/>
                <a:cs typeface="Calibri"/>
              </a:defRPr>
            </a:lvl7pPr>
            <a:lvl8pPr>
              <a:buNone/>
              <a:defRPr>
                <a:latin typeface="Calibri"/>
                <a:ea typeface="Calibri"/>
                <a:cs typeface="Calibri"/>
              </a:defRPr>
            </a:lvl8pPr>
            <a:lvl9pPr>
              <a:buNone/>
              <a:defRPr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cxnSp>
        <p:nvCxnSpPr>
          <p:cNvPr id="1213" name="sanitized-shape-906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05" name="sanitized-shape-907">
            <a:extLst xmlns:a="http://schemas.openxmlformats.org/drawingml/2006/main">
              <a:ext uri="{FF2B5EF4-FFF2-40B4-BE49-F238E27FC236}">
                <a16:creationId xmlns:a16="http://schemas.microsoft.com/office/drawing/2014/main" id="{74707873-9F6C-4161-A2F4-3CDB438F1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1207" name="sanitized-shape-908">
            <a:extLst xmlns:a="http://schemas.openxmlformats.org/drawingml/2006/main">
              <a:ext uri="{FF2B5EF4-FFF2-40B4-BE49-F238E27FC236}">
                <a16:creationId xmlns:a16="http://schemas.microsoft.com/office/drawing/2014/main" id="{17D5D885-E0CB-4F68-B6D9-EB6405A3A9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3"/>
            <a:ext cx="107673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</p:spTree>
  </p:cSld>
</p:sldLayout>
</file>

<file path=ppt/slideLayouts/slideLayout185.xml><?xml version="1.0" encoding="utf-8"?>
<p:sldLayout xmlns:p="http://schemas.openxmlformats.org/presentationml/2006/main" matchingName="2_Standard header only 5 1">
  <p:cSld name="Sanitized Layout 192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18" name="sanitized-shape-909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11" name="sanitized-shape-910">
            <a:extLst xmlns:a="http://schemas.openxmlformats.org/drawingml/2006/main">
              <a:ext uri="{FF2B5EF4-FFF2-40B4-BE49-F238E27FC236}">
                <a16:creationId xmlns:a16="http://schemas.microsoft.com/office/drawing/2014/main" id="{6BB21CAE-D182-46AC-BD6D-A57A9E3C4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1212" name="sanitized-shape-911">
            <a:extLst xmlns:a="http://schemas.openxmlformats.org/drawingml/2006/main">
              <a:ext uri="{FF2B5EF4-FFF2-40B4-BE49-F238E27FC236}">
                <a16:creationId xmlns:a16="http://schemas.microsoft.com/office/drawing/2014/main" id="{A2781DC7-B699-4CDB-ABCC-DFE12E57C4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4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213" name="sanitized-shape-912">
            <a:extLst xmlns:a="http://schemas.openxmlformats.org/drawingml/2006/main">
              <a:ext uri="{FF2B5EF4-FFF2-40B4-BE49-F238E27FC236}">
                <a16:creationId xmlns:a16="http://schemas.microsoft.com/office/drawing/2014/main" id="{104B51D9-AC88-49D3-87F7-ABADBDBFD54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59991" y="635634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sp>
        <p:nvSpPr>
          <p:cNvPr id="1214" name="sanitized-shape-913">
            <a:extLst xmlns:a="http://schemas.openxmlformats.org/drawingml/2006/main">
              <a:ext uri="{FF2B5EF4-FFF2-40B4-BE49-F238E27FC236}">
                <a16:creationId xmlns:a16="http://schemas.microsoft.com/office/drawing/2014/main" id="{A4EFB437-02F2-48C8-AB6C-E3CC3344B7D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0728" y="1244338"/>
            <a:ext cx="10767600" cy="38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743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3200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657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4114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215" name="sanitized-shape-914">
            <a:extLst xmlns:a="http://schemas.openxmlformats.org/drawingml/2006/main">
              <a:ext uri="{FF2B5EF4-FFF2-40B4-BE49-F238E27FC236}">
                <a16:creationId xmlns:a16="http://schemas.microsoft.com/office/drawing/2014/main" id="{EF6EA345-8E32-4F33-AE85-FDDA88D13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8668" y="6415085"/>
            <a:ext cx="8882700" cy="24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9950" tIns="54700" rIns="89950" bIns="449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100"/>
              <a:buFont typeface="Times New Roman"/>
              <a:buNone/>
            </a:pPr>
            <a:r>
              <a:rPr sz="1100" b="0" i="0" u="none" cap="none">
                <a:solidFill>
                  <a:srgbClr val="80808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</p:cSld>
</p:sldLayout>
</file>

<file path=ppt/slideLayouts/slideLayout186.xml><?xml version="1.0" encoding="utf-8"?>
<p:sldLayout xmlns:p="http://schemas.openxmlformats.org/presentationml/2006/main" matchingName="2_Standard header only 2 1">
  <p:cSld name="Sanitized Layout 193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26" name="sanitized-shape-915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19" name="sanitized-shape-916">
            <a:extLst xmlns:a="http://schemas.openxmlformats.org/drawingml/2006/main">
              <a:ext uri="{FF2B5EF4-FFF2-40B4-BE49-F238E27FC236}">
                <a16:creationId xmlns:a16="http://schemas.microsoft.com/office/drawing/2014/main" id="{1AA20D9D-5708-4618-A4FB-009147D71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1220" name="sanitized-shape-917">
            <a:extLst xmlns:a="http://schemas.openxmlformats.org/drawingml/2006/main">
              <a:ext uri="{FF2B5EF4-FFF2-40B4-BE49-F238E27FC236}">
                <a16:creationId xmlns:a16="http://schemas.microsoft.com/office/drawing/2014/main" id="{D809B4F6-6378-4C34-A4E0-F4478C4CF7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4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221" name="sanitized-shape-918">
            <a:extLst xmlns:a="http://schemas.openxmlformats.org/drawingml/2006/main">
              <a:ext uri="{FF2B5EF4-FFF2-40B4-BE49-F238E27FC236}">
                <a16:creationId xmlns:a16="http://schemas.microsoft.com/office/drawing/2014/main" id="{133CE3FB-138A-4055-95F0-A00836FA8D8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59991" y="635634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sp>
        <p:nvSpPr>
          <p:cNvPr id="1222" name="sanitized-shape-919">
            <a:extLst xmlns:a="http://schemas.openxmlformats.org/drawingml/2006/main">
              <a:ext uri="{FF2B5EF4-FFF2-40B4-BE49-F238E27FC236}">
                <a16:creationId xmlns:a16="http://schemas.microsoft.com/office/drawing/2014/main" id="{A3FB3369-D73C-4B64-8EA9-6FA1488343E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0728" y="1244338"/>
            <a:ext cx="10767600" cy="38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743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3200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657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4114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223" name="sanitized-shape-920">
            <a:extLst xmlns:a="http://schemas.openxmlformats.org/drawingml/2006/main">
              <a:ext uri="{FF2B5EF4-FFF2-40B4-BE49-F238E27FC236}">
                <a16:creationId xmlns:a16="http://schemas.microsoft.com/office/drawing/2014/main" id="{B311FECF-3E7F-4AFA-BADA-17BE75C3C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8668" y="6415085"/>
            <a:ext cx="8882700" cy="24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9950" tIns="54700" rIns="89950" bIns="449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100"/>
              <a:buFont typeface="Times New Roman"/>
              <a:buNone/>
            </a:pPr>
            <a:r>
              <a:rPr sz="1100" b="0" i="0" u="none" cap="none">
                <a:solidFill>
                  <a:srgbClr val="80808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</p:cSld>
</p:sldLayout>
</file>

<file path=ppt/slideLayouts/slideLayout187.xml><?xml version="1.0" encoding="utf-8"?>
<p:sldLayout xmlns:p="http://schemas.openxmlformats.org/presentationml/2006/main" matchingName="2_Standard header only 6">
  <p:cSld name="Sanitized Layout 194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33" name="sanitized-shape-921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27" name="sanitized-shape-922">
            <a:extLst xmlns:a="http://schemas.openxmlformats.org/drawingml/2006/main">
              <a:ext uri="{FF2B5EF4-FFF2-40B4-BE49-F238E27FC236}">
                <a16:creationId xmlns:a16="http://schemas.microsoft.com/office/drawing/2014/main" id="{503F484D-9437-494E-ABD0-3267F6DC3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1228" name="sanitized-shape-923">
            <a:extLst xmlns:a="http://schemas.openxmlformats.org/drawingml/2006/main">
              <a:ext uri="{FF2B5EF4-FFF2-40B4-BE49-F238E27FC236}">
                <a16:creationId xmlns:a16="http://schemas.microsoft.com/office/drawing/2014/main" id="{0FE2AD39-670F-47F9-9918-4CD3A3C97A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4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229" name="sanitized-shape-924">
            <a:extLst xmlns:a="http://schemas.openxmlformats.org/drawingml/2006/main">
              <a:ext uri="{FF2B5EF4-FFF2-40B4-BE49-F238E27FC236}">
                <a16:creationId xmlns:a16="http://schemas.microsoft.com/office/drawing/2014/main" id="{1ED6AE15-B0C1-45C0-B71E-0604E045586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59991" y="635634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sp>
        <p:nvSpPr>
          <p:cNvPr id="1230" name="sanitized-shape-925">
            <a:extLst xmlns:a="http://schemas.openxmlformats.org/drawingml/2006/main">
              <a:ext uri="{FF2B5EF4-FFF2-40B4-BE49-F238E27FC236}">
                <a16:creationId xmlns:a16="http://schemas.microsoft.com/office/drawing/2014/main" id="{4F349C0C-81FC-4D08-A806-550D8C8AFC4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0728" y="1244338"/>
            <a:ext cx="10767600" cy="38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743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3200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657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4114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</p:spTree>
  </p:cSld>
</p:sldLayout>
</file>

<file path=ppt/slideLayouts/slideLayout188.xml><?xml version="1.0" encoding="utf-8"?>
<p:sldLayout xmlns:p="http://schemas.openxmlformats.org/presentationml/2006/main" matchingName="2_Standard header only 5">
  <p:cSld name="Sanitized Layout 195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41" name="sanitized-shape-926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34" name="sanitized-shape-927">
            <a:extLst xmlns:a="http://schemas.openxmlformats.org/drawingml/2006/main">
              <a:ext uri="{FF2B5EF4-FFF2-40B4-BE49-F238E27FC236}">
                <a16:creationId xmlns:a16="http://schemas.microsoft.com/office/drawing/2014/main" id="{4A528923-947B-4576-AB2D-EE8BA7E25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1235" name="sanitized-shape-928">
            <a:extLst xmlns:a="http://schemas.openxmlformats.org/drawingml/2006/main">
              <a:ext uri="{FF2B5EF4-FFF2-40B4-BE49-F238E27FC236}">
                <a16:creationId xmlns:a16="http://schemas.microsoft.com/office/drawing/2014/main" id="{717DDA3D-FDE4-4C4C-B10F-FD3C151112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4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236" name="sanitized-shape-929">
            <a:extLst xmlns:a="http://schemas.openxmlformats.org/drawingml/2006/main">
              <a:ext uri="{FF2B5EF4-FFF2-40B4-BE49-F238E27FC236}">
                <a16:creationId xmlns:a16="http://schemas.microsoft.com/office/drawing/2014/main" id="{A4B7CBE1-5A6D-43B5-AB80-64F2A264C4D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59991" y="635634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sp>
        <p:nvSpPr>
          <p:cNvPr id="1237" name="sanitized-shape-930">
            <a:extLst xmlns:a="http://schemas.openxmlformats.org/drawingml/2006/main">
              <a:ext uri="{FF2B5EF4-FFF2-40B4-BE49-F238E27FC236}">
                <a16:creationId xmlns:a16="http://schemas.microsoft.com/office/drawing/2014/main" id="{AD957F13-F2DB-414D-B99B-FDBCBBC9542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0728" y="1244338"/>
            <a:ext cx="10767600" cy="38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743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3200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657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4114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238" name="sanitized-shape-931">
            <a:extLst xmlns:a="http://schemas.openxmlformats.org/drawingml/2006/main">
              <a:ext uri="{FF2B5EF4-FFF2-40B4-BE49-F238E27FC236}">
                <a16:creationId xmlns:a16="http://schemas.microsoft.com/office/drawing/2014/main" id="{2A887517-4FA9-4E47-8121-7A22A1A77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8668" y="6415085"/>
            <a:ext cx="8882700" cy="24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9950" tIns="54700" rIns="89950" bIns="449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100"/>
              <a:buFont typeface="Times New Roman"/>
              <a:buNone/>
            </a:pPr>
            <a:r>
              <a:rPr sz="1100" b="0" i="0" u="none" cap="none">
                <a:solidFill>
                  <a:srgbClr val="80808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</p:cSld>
</p:sldLayout>
</file>

<file path=ppt/slideLayouts/slideLayout189.xml><?xml version="1.0" encoding="utf-8"?>
<p:sldLayout xmlns:p="http://schemas.openxmlformats.org/presentationml/2006/main" matchingName="2_Standard header only 7">
  <p:cSld name="Sanitized Layout 196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49" name="sanitized-shape-932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42" name="sanitized-shape-933">
            <a:extLst xmlns:a="http://schemas.openxmlformats.org/drawingml/2006/main">
              <a:ext uri="{FF2B5EF4-FFF2-40B4-BE49-F238E27FC236}">
                <a16:creationId xmlns:a16="http://schemas.microsoft.com/office/drawing/2014/main" id="{71F46607-2913-403F-B786-E8CA5D09E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1243" name="sanitized-shape-934">
            <a:extLst xmlns:a="http://schemas.openxmlformats.org/drawingml/2006/main">
              <a:ext uri="{FF2B5EF4-FFF2-40B4-BE49-F238E27FC236}">
                <a16:creationId xmlns:a16="http://schemas.microsoft.com/office/drawing/2014/main" id="{93B3627E-1AB5-42D6-BDEC-51630E190D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4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244" name="sanitized-shape-935">
            <a:extLst xmlns:a="http://schemas.openxmlformats.org/drawingml/2006/main">
              <a:ext uri="{FF2B5EF4-FFF2-40B4-BE49-F238E27FC236}">
                <a16:creationId xmlns:a16="http://schemas.microsoft.com/office/drawing/2014/main" id="{7B50F070-FC43-4CD4-84CC-65839A03806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59991" y="635634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sp>
        <p:nvSpPr>
          <p:cNvPr id="1245" name="sanitized-shape-936">
            <a:extLst xmlns:a="http://schemas.openxmlformats.org/drawingml/2006/main">
              <a:ext uri="{FF2B5EF4-FFF2-40B4-BE49-F238E27FC236}">
                <a16:creationId xmlns:a16="http://schemas.microsoft.com/office/drawing/2014/main" id="{BA2596EE-0914-48F9-BFA3-EC265EA93D4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0728" y="1244338"/>
            <a:ext cx="10767600" cy="38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743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3200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657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4114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246" name="sanitized-shape-937">
            <a:extLst xmlns:a="http://schemas.openxmlformats.org/drawingml/2006/main">
              <a:ext uri="{FF2B5EF4-FFF2-40B4-BE49-F238E27FC236}">
                <a16:creationId xmlns:a16="http://schemas.microsoft.com/office/drawing/2014/main" id="{A63241F8-C5F6-4489-8FC3-6338E93F0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8668" y="6415085"/>
            <a:ext cx="8882700" cy="24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9950" tIns="54700" rIns="89950" bIns="449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100"/>
              <a:buFont typeface="Times New Roman"/>
              <a:buNone/>
            </a:pPr>
            <a:r>
              <a:rPr sz="1100" b="0" i="0" u="none" cap="none">
                <a:solidFill>
                  <a:srgbClr val="80808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</p:cSld>
</p:sldLayout>
</file>

<file path=ppt/slideLayouts/slideLayout190.xml><?xml version="1.0" encoding="utf-8"?>
<p:sldLayout xmlns:p="http://schemas.openxmlformats.org/presentationml/2006/main" matchingName="2_Standard header only 21">
  <p:cSld name="Sanitized Layout 197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57" name="sanitized-shape-938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50" name="sanitized-shape-939">
            <a:extLst xmlns:a="http://schemas.openxmlformats.org/drawingml/2006/main">
              <a:ext uri="{FF2B5EF4-FFF2-40B4-BE49-F238E27FC236}">
                <a16:creationId xmlns:a16="http://schemas.microsoft.com/office/drawing/2014/main" id="{7D8D7880-0240-4639-A9E9-CDA485B7E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1251" name="sanitized-shape-940">
            <a:extLst xmlns:a="http://schemas.openxmlformats.org/drawingml/2006/main">
              <a:ext uri="{FF2B5EF4-FFF2-40B4-BE49-F238E27FC236}">
                <a16:creationId xmlns:a16="http://schemas.microsoft.com/office/drawing/2014/main" id="{82FE303B-68A1-453C-9236-ABBABBAD3A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4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252" name="sanitized-shape-941">
            <a:extLst xmlns:a="http://schemas.openxmlformats.org/drawingml/2006/main">
              <a:ext uri="{FF2B5EF4-FFF2-40B4-BE49-F238E27FC236}">
                <a16:creationId xmlns:a16="http://schemas.microsoft.com/office/drawing/2014/main" id="{0964D591-E28B-4062-8979-3CD97438F1C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59991" y="635634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sp>
        <p:nvSpPr>
          <p:cNvPr id="1253" name="sanitized-shape-942">
            <a:extLst xmlns:a="http://schemas.openxmlformats.org/drawingml/2006/main">
              <a:ext uri="{FF2B5EF4-FFF2-40B4-BE49-F238E27FC236}">
                <a16:creationId xmlns:a16="http://schemas.microsoft.com/office/drawing/2014/main" id="{A2C55EB2-7EE1-4860-B16F-9DC1774FD07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0728" y="1244338"/>
            <a:ext cx="10767600" cy="38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743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3200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657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4114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254" name="sanitized-shape-943">
            <a:extLst xmlns:a="http://schemas.openxmlformats.org/drawingml/2006/main">
              <a:ext uri="{FF2B5EF4-FFF2-40B4-BE49-F238E27FC236}">
                <a16:creationId xmlns:a16="http://schemas.microsoft.com/office/drawing/2014/main" id="{A34E9ECC-9C91-4902-82B7-3379123D3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8668" y="6415085"/>
            <a:ext cx="8882700" cy="24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9950" tIns="54700" rIns="89950" bIns="449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100"/>
              <a:buFont typeface="Times New Roman"/>
              <a:buNone/>
            </a:pPr>
            <a:r>
              <a:rPr sz="1100" b="0" i="0" u="none" cap="none">
                <a:solidFill>
                  <a:srgbClr val="80808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</p:cSld>
</p:sldLayout>
</file>

<file path=ppt/slideLayouts/slideLayout191.xml><?xml version="1.0" encoding="utf-8"?>
<p:sldLayout xmlns:p="http://schemas.openxmlformats.org/presentationml/2006/main" matchingName="2_Standard header only 8">
  <p:cSld name="Sanitized Layout 198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65" name="sanitized-shape-944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58" name="sanitized-shape-945">
            <a:extLst xmlns:a="http://schemas.openxmlformats.org/drawingml/2006/main">
              <a:ext uri="{FF2B5EF4-FFF2-40B4-BE49-F238E27FC236}">
                <a16:creationId xmlns:a16="http://schemas.microsoft.com/office/drawing/2014/main" id="{A44BAC43-7FB9-4DBE-84CE-0C06BE16E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1259" name="sanitized-shape-946">
            <a:extLst xmlns:a="http://schemas.openxmlformats.org/drawingml/2006/main">
              <a:ext uri="{FF2B5EF4-FFF2-40B4-BE49-F238E27FC236}">
                <a16:creationId xmlns:a16="http://schemas.microsoft.com/office/drawing/2014/main" id="{20EBE5A7-F836-457B-A1B6-C580A18A08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4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260" name="sanitized-shape-947">
            <a:extLst xmlns:a="http://schemas.openxmlformats.org/drawingml/2006/main">
              <a:ext uri="{FF2B5EF4-FFF2-40B4-BE49-F238E27FC236}">
                <a16:creationId xmlns:a16="http://schemas.microsoft.com/office/drawing/2014/main" id="{7CEF2086-25D1-4E73-9F3E-F7E17DD8E74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59991" y="635634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sp>
        <p:nvSpPr>
          <p:cNvPr id="1261" name="sanitized-shape-948">
            <a:extLst xmlns:a="http://schemas.openxmlformats.org/drawingml/2006/main">
              <a:ext uri="{FF2B5EF4-FFF2-40B4-BE49-F238E27FC236}">
                <a16:creationId xmlns:a16="http://schemas.microsoft.com/office/drawing/2014/main" id="{5C9F9249-4E72-4F32-BB71-3E9767E2957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0728" y="1244338"/>
            <a:ext cx="10767600" cy="38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743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3200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657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4114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262" name="sanitized-shape-949">
            <a:extLst xmlns:a="http://schemas.openxmlformats.org/drawingml/2006/main">
              <a:ext uri="{FF2B5EF4-FFF2-40B4-BE49-F238E27FC236}">
                <a16:creationId xmlns:a16="http://schemas.microsoft.com/office/drawing/2014/main" id="{97D18CAF-DC85-49BF-8DBC-A12D2B7C4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8668" y="6415085"/>
            <a:ext cx="8882700" cy="24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9950" tIns="54700" rIns="89950" bIns="449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100"/>
              <a:buFont typeface="Times New Roman"/>
              <a:buNone/>
            </a:pPr>
            <a:r>
              <a:rPr sz="1100" b="0" i="0" u="none" cap="none">
                <a:solidFill>
                  <a:srgbClr val="80808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</p:cSld>
</p:sldLayout>
</file>

<file path=ppt/slideLayouts/slideLayout192.xml><?xml version="1.0" encoding="utf-8"?>
<p:sldLayout xmlns:p="http://schemas.openxmlformats.org/presentationml/2006/main" matchingName="2_Standard header only 9">
  <p:cSld name="Sanitized Layout 199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73" name="sanitized-shape-950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66" name="sanitized-shape-951">
            <a:extLst xmlns:a="http://schemas.openxmlformats.org/drawingml/2006/main">
              <a:ext uri="{FF2B5EF4-FFF2-40B4-BE49-F238E27FC236}">
                <a16:creationId xmlns:a16="http://schemas.microsoft.com/office/drawing/2014/main" id="{FE534FBD-398F-4E6D-A994-6AEBC6BDF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1267" name="sanitized-shape-952">
            <a:extLst xmlns:a="http://schemas.openxmlformats.org/drawingml/2006/main">
              <a:ext uri="{FF2B5EF4-FFF2-40B4-BE49-F238E27FC236}">
                <a16:creationId xmlns:a16="http://schemas.microsoft.com/office/drawing/2014/main" id="{50E5617E-C448-402F-B1F1-3078FCB974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4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268" name="sanitized-shape-953">
            <a:extLst xmlns:a="http://schemas.openxmlformats.org/drawingml/2006/main">
              <a:ext uri="{FF2B5EF4-FFF2-40B4-BE49-F238E27FC236}">
                <a16:creationId xmlns:a16="http://schemas.microsoft.com/office/drawing/2014/main" id="{E209DB46-0896-4EBB-ACB1-8F0631DC23C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59991" y="635634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sp>
        <p:nvSpPr>
          <p:cNvPr id="1269" name="sanitized-shape-954">
            <a:extLst xmlns:a="http://schemas.openxmlformats.org/drawingml/2006/main">
              <a:ext uri="{FF2B5EF4-FFF2-40B4-BE49-F238E27FC236}">
                <a16:creationId xmlns:a16="http://schemas.microsoft.com/office/drawing/2014/main" id="{8649346C-B4CC-43FE-950B-DAFE9C01D3E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0728" y="1244338"/>
            <a:ext cx="10767600" cy="38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743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3200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657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4114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270" name="sanitized-shape-955">
            <a:extLst xmlns:a="http://schemas.openxmlformats.org/drawingml/2006/main">
              <a:ext uri="{FF2B5EF4-FFF2-40B4-BE49-F238E27FC236}">
                <a16:creationId xmlns:a16="http://schemas.microsoft.com/office/drawing/2014/main" id="{C5A3FF19-F790-4BCD-8C42-F468E86D2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8668" y="6415085"/>
            <a:ext cx="8882700" cy="24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9950" tIns="54700" rIns="89950" bIns="449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100"/>
              <a:buFont typeface="Times New Roman"/>
              <a:buNone/>
            </a:pPr>
            <a:r>
              <a:rPr sz="1100" b="0" i="0" u="none" cap="none">
                <a:solidFill>
                  <a:srgbClr val="80808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</p:cSld>
</p:sldLayout>
</file>

<file path=ppt/slideLayouts/slideLayout193.xml><?xml version="1.0" encoding="utf-8"?>
<p:sldLayout xmlns:p="http://schemas.openxmlformats.org/presentationml/2006/main" matchingName="2_Title and Content">
  <p:cSld name="Sanitized Layout 200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72" name="sanitized-shape-956">
            <a:extLst xmlns:a="http://schemas.openxmlformats.org/drawingml/2006/main">
              <a:ext uri="{FF2B5EF4-FFF2-40B4-BE49-F238E27FC236}">
                <a16:creationId xmlns:a16="http://schemas.microsoft.com/office/drawing/2014/main" id="{48BBE7E3-8FDC-4F1E-AE58-899317C8DE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6061" y="207175"/>
            <a:ext cx="10885800" cy="58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None/>
              <a:defRPr sz="2300"/>
            </a:lvl1pPr>
            <a:lvl2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None/>
              <a:defRPr sz="2300"/>
            </a:lvl2pPr>
            <a:lvl3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None/>
              <a:defRPr sz="2300"/>
            </a:lvl3pPr>
            <a:lvl4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None/>
              <a:defRPr sz="2300"/>
            </a:lvl4pPr>
            <a:lvl5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None/>
              <a:defRPr sz="2300"/>
            </a:lvl5pPr>
            <a:lvl6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None/>
              <a:defRPr sz="2300"/>
            </a:lvl6pPr>
            <a:lvl7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None/>
              <a:defRPr sz="2300"/>
            </a:lvl7pPr>
            <a:lvl8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None/>
              <a:defRPr sz="2300"/>
            </a:lvl8pPr>
            <a:lvl9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None/>
              <a:defRPr sz="2300"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273" name="sanitized-shape-957">
            <a:extLst xmlns:a="http://schemas.openxmlformats.org/drawingml/2006/main">
              <a:ext uri="{FF2B5EF4-FFF2-40B4-BE49-F238E27FC236}">
                <a16:creationId xmlns:a16="http://schemas.microsoft.com/office/drawing/2014/main" id="{FA68CF35-64AB-49D3-99C1-7F0AC9E484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76081" y="1323089"/>
            <a:ext cx="10741800" cy="43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45700" rIns="45700" bIns="45700" anchor="t">
            <a:normAutofit/>
          </a:bodyPr>
          <a:lstStyle xmlns:a="http://schemas.openxmlformats.org/drawingml/2006/main">
            <a:lvl1pPr marL="457200" indent="-3492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900"/>
              <a:buChar char="▪"/>
              <a:defRPr/>
            </a:lvl1pPr>
            <a:lvl2pPr marL="914400" indent="-3492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900"/>
              <a:buChar char="o"/>
              <a:defRPr/>
            </a:lvl2pPr>
            <a:lvl3pPr marL="1371600" indent="-3492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3pPr>
            <a:lvl4pPr marL="1828800" indent="-3492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4pPr>
            <a:lvl5pPr marL="2286000" indent="-3492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5pPr>
            <a:lvl6pPr marL="2743200" indent="-3492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6pPr>
            <a:lvl7pPr marL="3200400" indent="-3492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7pPr>
            <a:lvl8pPr marL="3657600" indent="-3492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8pPr>
            <a:lvl9pPr marL="4114800" indent="-3492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274" name="sanitized-shape-958">
            <a:extLst xmlns:a="http://schemas.openxmlformats.org/drawingml/2006/main">
              <a:ext uri="{FF2B5EF4-FFF2-40B4-BE49-F238E27FC236}">
                <a16:creationId xmlns:a16="http://schemas.microsoft.com/office/drawing/2014/main" id="{BB1F1025-920E-4911-9CB2-735DD6FF4F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991870" y="6394500"/>
            <a:ext cx="301500" cy="32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45700" rIns="45700" bIns="45700" anchor="ctr">
            <a:sp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  <a:defRPr sz="15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  <a:defRPr sz="15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  <a:defRPr sz="15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  <a:defRPr sz="15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  <a:defRPr sz="15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  <a:defRPr sz="15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  <a:defRPr sz="15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  <a:defRPr sz="15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  <a:defRPr sz="15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194.xml><?xml version="1.0" encoding="utf-8"?>
<p:sldLayout xmlns:p="http://schemas.openxmlformats.org/presentationml/2006/main" matchingName="2_Title and Content 1">
  <p:cSld name="Sanitized Layout 2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76" name="sanitized-shape-959">
            <a:extLst xmlns:a="http://schemas.openxmlformats.org/drawingml/2006/main">
              <a:ext uri="{FF2B5EF4-FFF2-40B4-BE49-F238E27FC236}">
                <a16:creationId xmlns:a16="http://schemas.microsoft.com/office/drawing/2014/main" id="{341ADC09-A072-4665-AD69-1CF2D2A218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6061" y="207175"/>
            <a:ext cx="10885800" cy="58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None/>
              <a:defRPr sz="2300"/>
            </a:lvl1pPr>
            <a:lvl2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None/>
              <a:defRPr sz="2300"/>
            </a:lvl2pPr>
            <a:lvl3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None/>
              <a:defRPr sz="2300"/>
            </a:lvl3pPr>
            <a:lvl4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None/>
              <a:defRPr sz="2300"/>
            </a:lvl4pPr>
            <a:lvl5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None/>
              <a:defRPr sz="2300"/>
            </a:lvl5pPr>
            <a:lvl6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None/>
              <a:defRPr sz="2300"/>
            </a:lvl6pPr>
            <a:lvl7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None/>
              <a:defRPr sz="2300"/>
            </a:lvl7pPr>
            <a:lvl8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None/>
              <a:defRPr sz="2300"/>
            </a:lvl8pPr>
            <a:lvl9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None/>
              <a:defRPr sz="2300"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277" name="sanitized-shape-960">
            <a:extLst xmlns:a="http://schemas.openxmlformats.org/drawingml/2006/main">
              <a:ext uri="{FF2B5EF4-FFF2-40B4-BE49-F238E27FC236}">
                <a16:creationId xmlns:a16="http://schemas.microsoft.com/office/drawing/2014/main" id="{FFD846A4-F36C-47C1-A894-4CC2AB125C2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76081" y="1323089"/>
            <a:ext cx="10741800" cy="43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45700" rIns="45700" bIns="45700" anchor="t">
            <a:normAutofit/>
          </a:bodyPr>
          <a:lstStyle xmlns:a="http://schemas.openxmlformats.org/drawingml/2006/main">
            <a:lvl1pPr marL="457200" indent="-3492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900"/>
              <a:buChar char="▪"/>
              <a:defRPr/>
            </a:lvl1pPr>
            <a:lvl2pPr marL="914400" indent="-3492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900"/>
              <a:buChar char="o"/>
              <a:defRPr/>
            </a:lvl2pPr>
            <a:lvl3pPr marL="1371600" indent="-3492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3pPr>
            <a:lvl4pPr marL="1828800" indent="-3492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4pPr>
            <a:lvl5pPr marL="2286000" indent="-3492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5pPr>
            <a:lvl6pPr marL="2743200" indent="-3492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6pPr>
            <a:lvl7pPr marL="3200400" indent="-3492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7pPr>
            <a:lvl8pPr marL="3657600" indent="-3492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8pPr>
            <a:lvl9pPr marL="4114800" indent="-3492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278" name="sanitized-shape-961">
            <a:extLst xmlns:a="http://schemas.openxmlformats.org/drawingml/2006/main">
              <a:ext uri="{FF2B5EF4-FFF2-40B4-BE49-F238E27FC236}">
                <a16:creationId xmlns:a16="http://schemas.microsoft.com/office/drawing/2014/main" id="{795318A2-B8CA-4062-9750-00BEEE22091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991870" y="6394500"/>
            <a:ext cx="301500" cy="32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45700" rIns="45700" bIns="45700" anchor="ctr">
            <a:sp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  <a:defRPr sz="15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  <a:defRPr sz="15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  <a:defRPr sz="15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  <a:defRPr sz="15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  <a:defRPr sz="15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  <a:defRPr sz="15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  <a:defRPr sz="15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  <a:defRPr sz="15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  <a:defRPr sz="15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195.xml><?xml version="1.0" encoding="utf-8"?>
<p:sldLayout xmlns:p="http://schemas.openxmlformats.org/presentationml/2006/main" matchingName="2_Standard header only 41">
  <p:cSld name="Sanitized Layout 202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89" name="sanitized-shape-962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82" name="sanitized-shape-963">
            <a:extLst xmlns:a="http://schemas.openxmlformats.org/drawingml/2006/main">
              <a:ext uri="{FF2B5EF4-FFF2-40B4-BE49-F238E27FC236}">
                <a16:creationId xmlns:a16="http://schemas.microsoft.com/office/drawing/2014/main" id="{5FB87BB3-73FD-482C-B28B-9335E436D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1283" name="sanitized-shape-964">
            <a:extLst xmlns:a="http://schemas.openxmlformats.org/drawingml/2006/main">
              <a:ext uri="{FF2B5EF4-FFF2-40B4-BE49-F238E27FC236}">
                <a16:creationId xmlns:a16="http://schemas.microsoft.com/office/drawing/2014/main" id="{0BB0D578-3BFF-4A73-96F9-3ACA4AAD94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4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284" name="sanitized-shape-965">
            <a:extLst xmlns:a="http://schemas.openxmlformats.org/drawingml/2006/main">
              <a:ext uri="{FF2B5EF4-FFF2-40B4-BE49-F238E27FC236}">
                <a16:creationId xmlns:a16="http://schemas.microsoft.com/office/drawing/2014/main" id="{D495A2ED-3549-4581-9FF1-151C0F5CA4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59991" y="635634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sp>
        <p:nvSpPr>
          <p:cNvPr id="1285" name="sanitized-shape-966">
            <a:extLst xmlns:a="http://schemas.openxmlformats.org/drawingml/2006/main">
              <a:ext uri="{FF2B5EF4-FFF2-40B4-BE49-F238E27FC236}">
                <a16:creationId xmlns:a16="http://schemas.microsoft.com/office/drawing/2014/main" id="{BC70243B-1872-484F-9B1C-9CEB9EE454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0728" y="1244338"/>
            <a:ext cx="10767600" cy="38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743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3200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657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4114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286" name="sanitized-shape-967">
            <a:extLst xmlns:a="http://schemas.openxmlformats.org/drawingml/2006/main">
              <a:ext uri="{FF2B5EF4-FFF2-40B4-BE49-F238E27FC236}">
                <a16:creationId xmlns:a16="http://schemas.microsoft.com/office/drawing/2014/main" id="{F5E42899-B442-4E9A-9347-EE0326A5F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8668" y="6415085"/>
            <a:ext cx="8882700" cy="24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9950" tIns="54700" rIns="89950" bIns="449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100"/>
              <a:buFont typeface="Times New Roman"/>
              <a:buNone/>
            </a:pPr>
            <a:r>
              <a:rPr sz="1100" b="0" i="0" u="none" cap="none">
                <a:solidFill>
                  <a:srgbClr val="80808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</p:cSld>
</p:sldLayout>
</file>

<file path=ppt/slideLayouts/slideLayout196.xml><?xml version="1.0" encoding="utf-8"?>
<p:sldLayout xmlns:p="http://schemas.openxmlformats.org/presentationml/2006/main" matchingName="2_Standard header only 10">
  <p:cSld name="Sanitized Layout 203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97" name="sanitized-shape-968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90" name="sanitized-shape-969">
            <a:extLst xmlns:a="http://schemas.openxmlformats.org/drawingml/2006/main">
              <a:ext uri="{FF2B5EF4-FFF2-40B4-BE49-F238E27FC236}">
                <a16:creationId xmlns:a16="http://schemas.microsoft.com/office/drawing/2014/main" id="{338149A1-8127-47F3-8E9C-9BE75C3D1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1291" name="sanitized-shape-970">
            <a:extLst xmlns:a="http://schemas.openxmlformats.org/drawingml/2006/main">
              <a:ext uri="{FF2B5EF4-FFF2-40B4-BE49-F238E27FC236}">
                <a16:creationId xmlns:a16="http://schemas.microsoft.com/office/drawing/2014/main" id="{EA345B07-22CE-40F2-AEB7-D8EDE06E26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4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292" name="sanitized-shape-971">
            <a:extLst xmlns:a="http://schemas.openxmlformats.org/drawingml/2006/main">
              <a:ext uri="{FF2B5EF4-FFF2-40B4-BE49-F238E27FC236}">
                <a16:creationId xmlns:a16="http://schemas.microsoft.com/office/drawing/2014/main" id="{15EAC515-7ADB-4C06-BCAB-3319EDF976C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59991" y="635634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sp>
        <p:nvSpPr>
          <p:cNvPr id="1293" name="sanitized-shape-972">
            <a:extLst xmlns:a="http://schemas.openxmlformats.org/drawingml/2006/main">
              <a:ext uri="{FF2B5EF4-FFF2-40B4-BE49-F238E27FC236}">
                <a16:creationId xmlns:a16="http://schemas.microsoft.com/office/drawing/2014/main" id="{EB7EB35D-CE89-4A14-BC54-E53336CE47D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0728" y="1244338"/>
            <a:ext cx="10767600" cy="38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743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3200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657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4114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294" name="sanitized-shape-973">
            <a:extLst xmlns:a="http://schemas.openxmlformats.org/drawingml/2006/main">
              <a:ext uri="{FF2B5EF4-FFF2-40B4-BE49-F238E27FC236}">
                <a16:creationId xmlns:a16="http://schemas.microsoft.com/office/drawing/2014/main" id="{975AA13A-7EB2-4865-B90D-6A9FD7413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8668" y="6415085"/>
            <a:ext cx="8882700" cy="24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9950" tIns="54700" rIns="89950" bIns="449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100"/>
              <a:buFont typeface="Times New Roman"/>
              <a:buNone/>
            </a:pPr>
            <a:r>
              <a:rPr sz="1100" b="0" i="0" u="none" cap="none">
                <a:solidFill>
                  <a:srgbClr val="80808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</p:cSld>
</p:sldLayout>
</file>

<file path=ppt/slideLayouts/slideLayout197.xml><?xml version="1.0" encoding="utf-8"?>
<p:sldLayout xmlns:p="http://schemas.openxmlformats.org/presentationml/2006/main" matchingName="2_Standard header only 11">
  <p:cSld name="Sanitized Layout 204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05" name="sanitized-shape-974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98" name="sanitized-shape-975">
            <a:extLst xmlns:a="http://schemas.openxmlformats.org/drawingml/2006/main">
              <a:ext uri="{FF2B5EF4-FFF2-40B4-BE49-F238E27FC236}">
                <a16:creationId xmlns:a16="http://schemas.microsoft.com/office/drawing/2014/main" id="{1389B61F-0433-42DC-A080-AD1342000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1299" name="sanitized-shape-976">
            <a:extLst xmlns:a="http://schemas.openxmlformats.org/drawingml/2006/main">
              <a:ext uri="{FF2B5EF4-FFF2-40B4-BE49-F238E27FC236}">
                <a16:creationId xmlns:a16="http://schemas.microsoft.com/office/drawing/2014/main" id="{94E432B6-2EE4-4C21-A732-04936EEE5F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4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300" name="sanitized-shape-977">
            <a:extLst xmlns:a="http://schemas.openxmlformats.org/drawingml/2006/main">
              <a:ext uri="{FF2B5EF4-FFF2-40B4-BE49-F238E27FC236}">
                <a16:creationId xmlns:a16="http://schemas.microsoft.com/office/drawing/2014/main" id="{1B05E4FB-93EB-4504-AECA-9E0BBA8F78F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59991" y="635634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sp>
        <p:nvSpPr>
          <p:cNvPr id="1301" name="sanitized-shape-978">
            <a:extLst xmlns:a="http://schemas.openxmlformats.org/drawingml/2006/main">
              <a:ext uri="{FF2B5EF4-FFF2-40B4-BE49-F238E27FC236}">
                <a16:creationId xmlns:a16="http://schemas.microsoft.com/office/drawing/2014/main" id="{04874C49-9C54-43F1-B49F-914366A3A7E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0728" y="1244338"/>
            <a:ext cx="10767600" cy="38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743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3200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657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4114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302" name="sanitized-shape-979">
            <a:extLst xmlns:a="http://schemas.openxmlformats.org/drawingml/2006/main">
              <a:ext uri="{FF2B5EF4-FFF2-40B4-BE49-F238E27FC236}">
                <a16:creationId xmlns:a16="http://schemas.microsoft.com/office/drawing/2014/main" id="{EF221AE1-2BBD-4012-BFA1-C1823E779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8668" y="6415085"/>
            <a:ext cx="8882700" cy="24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9950" tIns="54700" rIns="89950" bIns="449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100"/>
              <a:buFont typeface="Times New Roman"/>
              <a:buNone/>
            </a:pPr>
            <a:r>
              <a:rPr sz="1100" b="0" i="0" u="none" cap="none">
                <a:solidFill>
                  <a:srgbClr val="80808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</p:cSld>
</p:sldLayout>
</file>

<file path=ppt/slideLayouts/slideLayout198.xml><?xml version="1.0" encoding="utf-8"?>
<p:sldLayout xmlns:p="http://schemas.openxmlformats.org/presentationml/2006/main" matchingName="2_Standard header only 7 1">
  <p:cSld name="Sanitized Layout 205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13" name="sanitized-shape-980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06" name="sanitized-shape-981">
            <a:extLst xmlns:a="http://schemas.openxmlformats.org/drawingml/2006/main">
              <a:ext uri="{FF2B5EF4-FFF2-40B4-BE49-F238E27FC236}">
                <a16:creationId xmlns:a16="http://schemas.microsoft.com/office/drawing/2014/main" id="{3C0DE6BB-5AD0-4877-86EE-5841AF0F0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1307" name="sanitized-shape-982">
            <a:extLst xmlns:a="http://schemas.openxmlformats.org/drawingml/2006/main">
              <a:ext uri="{FF2B5EF4-FFF2-40B4-BE49-F238E27FC236}">
                <a16:creationId xmlns:a16="http://schemas.microsoft.com/office/drawing/2014/main" id="{EBE86EAA-CA63-4BE9-AE5E-6E07BFCD12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4"/>
            <a:ext cx="107673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308" name="sanitized-shape-983">
            <a:extLst xmlns:a="http://schemas.openxmlformats.org/drawingml/2006/main">
              <a:ext uri="{FF2B5EF4-FFF2-40B4-BE49-F238E27FC236}">
                <a16:creationId xmlns:a16="http://schemas.microsoft.com/office/drawing/2014/main" id="{28FA794F-8093-4FA7-A3CC-7DB53982A36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59991" y="635634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sp>
        <p:nvSpPr>
          <p:cNvPr id="1309" name="sanitized-shape-984">
            <a:extLst xmlns:a="http://schemas.openxmlformats.org/drawingml/2006/main">
              <a:ext uri="{FF2B5EF4-FFF2-40B4-BE49-F238E27FC236}">
                <a16:creationId xmlns:a16="http://schemas.microsoft.com/office/drawing/2014/main" id="{91F71BCF-00D9-4AA1-8634-571AF53D580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0728" y="1244338"/>
            <a:ext cx="10767300" cy="38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743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3200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657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4114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310" name="sanitized-shape-985">
            <a:extLst xmlns:a="http://schemas.openxmlformats.org/drawingml/2006/main">
              <a:ext uri="{FF2B5EF4-FFF2-40B4-BE49-F238E27FC236}">
                <a16:creationId xmlns:a16="http://schemas.microsoft.com/office/drawing/2014/main" id="{7F837FF3-66E3-4DCE-8C62-F4606662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8668" y="6415085"/>
            <a:ext cx="8882700" cy="24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9950" tIns="54700" rIns="89950" bIns="449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100"/>
              <a:buFont typeface="Times New Roman"/>
              <a:buNone/>
            </a:pPr>
            <a:r>
              <a:rPr sz="1100" b="0" i="0" u="none" cap="none">
                <a:solidFill>
                  <a:srgbClr val="80808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</p:cSld>
</p:sldLayout>
</file>

<file path=ppt/slideLayouts/slideLayout199.xml><?xml version="1.0" encoding="utf-8"?>
<p:sldLayout xmlns:p="http://schemas.openxmlformats.org/presentationml/2006/main" matchingName="2_Title and Content 1 1">
  <p:cSld name="Sanitized Layout 206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12" name="sanitized-shape-986">
            <a:extLst xmlns:a="http://schemas.openxmlformats.org/drawingml/2006/main">
              <a:ext uri="{FF2B5EF4-FFF2-40B4-BE49-F238E27FC236}">
                <a16:creationId xmlns:a16="http://schemas.microsoft.com/office/drawing/2014/main" id="{E67A6283-8661-4B1A-A9C1-C29F989A273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7590" y="6356350"/>
            <a:ext cx="41139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 xmlns:a="http://schemas.openxmlformats.org/drawingml/2006/main">
            <a:r>
              <a:t/>
            </a:r>
          </a:p>
        </p:txBody>
      </p:sp>
      <p:cxnSp>
        <p:nvCxnSpPr>
          <p:cNvPr id="1322" name="sanitized-shape-987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15" name="sanitized-shape-988">
            <a:extLst xmlns:a="http://schemas.openxmlformats.org/drawingml/2006/main">
              <a:ext uri="{FF2B5EF4-FFF2-40B4-BE49-F238E27FC236}">
                <a16:creationId xmlns:a16="http://schemas.microsoft.com/office/drawing/2014/main" id="{BF4864F5-9914-4270-83C3-E0269E3A8B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36416" y="101600"/>
            <a:ext cx="10741800" cy="58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316" name="sanitized-shape-989">
            <a:extLst xmlns:a="http://schemas.openxmlformats.org/drawingml/2006/main">
              <a:ext uri="{FF2B5EF4-FFF2-40B4-BE49-F238E27FC236}">
                <a16:creationId xmlns:a16="http://schemas.microsoft.com/office/drawing/2014/main" id="{EBDF9710-9932-44A4-B61B-51683995E2E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5473" y="6356350"/>
            <a:ext cx="766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200.xml><?xml version="1.0" encoding="utf-8"?>
<p:sldLayout xmlns:p="http://schemas.openxmlformats.org/presentationml/2006/main" matchingName="2. Slide 29">
  <p:cSld name="Sanitized Layout 207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25" name="sanitized-shape-990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20" name="sanitized-shape-991">
            <a:extLst xmlns:a="http://schemas.openxmlformats.org/drawingml/2006/main">
              <a:ext uri="{FF2B5EF4-FFF2-40B4-BE49-F238E27FC236}">
                <a16:creationId xmlns:a16="http://schemas.microsoft.com/office/drawing/2014/main" id="{E4A48715-6D6C-49B5-B82D-8BBB32712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4D2D"/>
          </a:solidFill>
          <a:ln xmlns:a="http://schemas.openxmlformats.org/drawingml/2006/main" w="12700" cmpd="sng">
            <a:solidFill>
              <a:srgbClr val="EE4D2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1321" name="sanitized-shape-992">
            <a:extLst xmlns:a="http://schemas.openxmlformats.org/drawingml/2006/main">
              <a:ext uri="{FF2B5EF4-FFF2-40B4-BE49-F238E27FC236}">
                <a16:creationId xmlns:a16="http://schemas.microsoft.com/office/drawing/2014/main" id="{FEF61155-9EC9-4D8D-97FD-D015454BC6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2" y="119100"/>
            <a:ext cx="107577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ctr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None/>
              <a:defRPr sz="17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322" name="sanitized-shape-993">
            <a:extLst xmlns:a="http://schemas.openxmlformats.org/drawingml/2006/main">
              <a:ext uri="{FF2B5EF4-FFF2-40B4-BE49-F238E27FC236}">
                <a16:creationId xmlns:a16="http://schemas.microsoft.com/office/drawing/2014/main" id="{51F6781D-DE6F-42BC-A57A-A75CDFAE547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519918" y="6361300"/>
            <a:ext cx="561900" cy="40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ctr">
            <a:noAutofit/>
          </a:bodyPr>
          <a:lstStyle xmlns:a="http://schemas.openxmlformats.org/drawingml/2006/main">
            <a:lvl1pPr algn="ctr">
              <a:buNone/>
              <a:defRPr sz="1100">
                <a:solidFill>
                  <a:schemeClr val="dk1"/>
                </a:solidFill>
              </a:defRPr>
            </a:lvl1pPr>
            <a:lvl2pPr algn="ctr">
              <a:buNone/>
              <a:defRPr sz="1100">
                <a:solidFill>
                  <a:schemeClr val="dk1"/>
                </a:solidFill>
              </a:defRPr>
            </a:lvl2pPr>
            <a:lvl3pPr algn="ctr">
              <a:buNone/>
              <a:defRPr sz="1100">
                <a:solidFill>
                  <a:schemeClr val="dk1"/>
                </a:solidFill>
              </a:defRPr>
            </a:lvl3pPr>
            <a:lvl4pPr algn="ctr">
              <a:buNone/>
              <a:defRPr sz="1100">
                <a:solidFill>
                  <a:schemeClr val="dk1"/>
                </a:solidFill>
              </a:defRPr>
            </a:lvl4pPr>
            <a:lvl5pPr algn="ctr">
              <a:buNone/>
              <a:defRPr sz="1100">
                <a:solidFill>
                  <a:schemeClr val="dk1"/>
                </a:solidFill>
              </a:defRPr>
            </a:lvl5pPr>
            <a:lvl6pPr algn="ctr">
              <a:buNone/>
              <a:defRPr sz="1100">
                <a:solidFill>
                  <a:schemeClr val="dk1"/>
                </a:solidFill>
              </a:defRPr>
            </a:lvl6pPr>
            <a:lvl7pPr algn="ctr">
              <a:buNone/>
              <a:defRPr sz="1100">
                <a:solidFill>
                  <a:schemeClr val="dk1"/>
                </a:solidFill>
              </a:defRPr>
            </a:lvl7pPr>
            <a:lvl8pPr algn="ctr">
              <a:buNone/>
              <a:defRPr sz="1100">
                <a:solidFill>
                  <a:schemeClr val="dk1"/>
                </a:solidFill>
              </a:defRPr>
            </a:lvl8pPr>
            <a:lvl9pPr algn="ctr">
              <a:buNone/>
              <a:defRPr sz="1100">
                <a:solidFill>
                  <a:schemeClr val="dk1"/>
                </a:solidFill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201.xml><?xml version="1.0" encoding="utf-8"?>
<p:sldLayout xmlns:p="http://schemas.openxmlformats.org/presentationml/2006/main" matchingName="2_Standard header only 9 1">
  <p:cSld name="Sanitized Layout 208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31" name="sanitized-shape-994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26" name="sanitized-shape-995">
            <a:extLst xmlns:a="http://schemas.openxmlformats.org/drawingml/2006/main">
              <a:ext uri="{FF2B5EF4-FFF2-40B4-BE49-F238E27FC236}">
                <a16:creationId xmlns:a16="http://schemas.microsoft.com/office/drawing/2014/main" id="{9824816E-5A40-4D19-AFFC-F15324F69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1327" name="sanitized-shape-996">
            <a:extLst xmlns:a="http://schemas.openxmlformats.org/drawingml/2006/main">
              <a:ext uri="{FF2B5EF4-FFF2-40B4-BE49-F238E27FC236}">
                <a16:creationId xmlns:a16="http://schemas.microsoft.com/office/drawing/2014/main" id="{957BFD3A-3DE4-4310-AEBF-32BBAC81624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59991" y="635634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sp>
        <p:nvSpPr>
          <p:cNvPr id="1328" name="sanitized-shape-997">
            <a:extLst xmlns:a="http://schemas.openxmlformats.org/drawingml/2006/main">
              <a:ext uri="{FF2B5EF4-FFF2-40B4-BE49-F238E27FC236}">
                <a16:creationId xmlns:a16="http://schemas.microsoft.com/office/drawing/2014/main" id="{C1FF7C8E-9002-4E08-B089-E396ED110E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2" y="119100"/>
            <a:ext cx="107577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ctr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None/>
              <a:defRPr sz="17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</p:spTree>
  </p:cSld>
</p:sldLayout>
</file>

<file path=ppt/slideLayouts/slideLayout202.xml><?xml version="1.0" encoding="utf-8"?>
<p:sldLayout xmlns:p="http://schemas.openxmlformats.org/presentationml/2006/main" matchingName="2_Standard header only 12">
  <p:cSld name="Sanitized Layout 209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37" name="sanitized-shape-998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32" name="sanitized-shape-999">
            <a:extLst xmlns:a="http://schemas.openxmlformats.org/drawingml/2006/main">
              <a:ext uri="{FF2B5EF4-FFF2-40B4-BE49-F238E27FC236}">
                <a16:creationId xmlns:a16="http://schemas.microsoft.com/office/drawing/2014/main" id="{56FAFCB5-6557-4CAA-8282-3F0068880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</a:p>
        </p:txBody>
      </p:sp>
      <p:sp>
        <p:nvSpPr>
          <p:cNvPr id="1333" name="sanitized-shape-1000">
            <a:extLst xmlns:a="http://schemas.openxmlformats.org/drawingml/2006/main">
              <a:ext uri="{FF2B5EF4-FFF2-40B4-BE49-F238E27FC236}">
                <a16:creationId xmlns:a16="http://schemas.microsoft.com/office/drawing/2014/main" id="{15A963ED-5B2E-41A0-B27A-7B09F4C9BE2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59991" y="635634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sp>
        <p:nvSpPr>
          <p:cNvPr id="1334" name="sanitized-shape-1001">
            <a:extLst xmlns:a="http://schemas.openxmlformats.org/drawingml/2006/main">
              <a:ext uri="{FF2B5EF4-FFF2-40B4-BE49-F238E27FC236}">
                <a16:creationId xmlns:a16="http://schemas.microsoft.com/office/drawing/2014/main" id="{EB843EA3-47DD-4740-8A8B-E5C8FE4BA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8669" y="6415085"/>
            <a:ext cx="8882700" cy="24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9950" tIns="54700" rIns="89950" bIns="449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100"/>
              <a:buFont typeface="Times New Roman"/>
              <a:buNone/>
            </a:pPr>
            <a:r>
              <a:rPr sz="1100" b="0" i="0" u="none" cap="none">
                <a:solidFill>
                  <a:srgbClr val="80808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</p:cSld>
</p:sldLayout>
</file>

<file path=ppt/slideLayouts/slideLayout203.xml><?xml version="1.0" encoding="utf-8"?>
<p:sldLayout xmlns:p="http://schemas.openxmlformats.org/presentationml/2006/main" matchingName="2_Standard header only 2 1 1">
  <p:cSld name="Sanitized Layout 210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45" name="sanitized-shape-1002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38" name="sanitized-shape-1003">
            <a:extLst xmlns:a="http://schemas.openxmlformats.org/drawingml/2006/main">
              <a:ext uri="{FF2B5EF4-FFF2-40B4-BE49-F238E27FC236}">
                <a16:creationId xmlns:a16="http://schemas.microsoft.com/office/drawing/2014/main" id="{4FA240B3-50EB-43A6-8CC5-8E5CF4E30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1339" name="sanitized-shape-1004">
            <a:extLst xmlns:a="http://schemas.openxmlformats.org/drawingml/2006/main">
              <a:ext uri="{FF2B5EF4-FFF2-40B4-BE49-F238E27FC236}">
                <a16:creationId xmlns:a16="http://schemas.microsoft.com/office/drawing/2014/main" id="{82155406-1266-484A-BDA3-A6DCCFB985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4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340" name="sanitized-shape-1005">
            <a:extLst xmlns:a="http://schemas.openxmlformats.org/drawingml/2006/main">
              <a:ext uri="{FF2B5EF4-FFF2-40B4-BE49-F238E27FC236}">
                <a16:creationId xmlns:a16="http://schemas.microsoft.com/office/drawing/2014/main" id="{0897BD85-62A7-4A1C-92D7-DBDDBFF4ECB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59991" y="635634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sp>
        <p:nvSpPr>
          <p:cNvPr id="1341" name="sanitized-shape-1006">
            <a:extLst xmlns:a="http://schemas.openxmlformats.org/drawingml/2006/main">
              <a:ext uri="{FF2B5EF4-FFF2-40B4-BE49-F238E27FC236}">
                <a16:creationId xmlns:a16="http://schemas.microsoft.com/office/drawing/2014/main" id="{2C220258-3345-41D8-B5ED-A783238FD7B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0728" y="1244338"/>
            <a:ext cx="10767600" cy="38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2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743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3200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657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4114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342" name="sanitized-shape-1007">
            <a:extLst xmlns:a="http://schemas.openxmlformats.org/drawingml/2006/main">
              <a:ext uri="{FF2B5EF4-FFF2-40B4-BE49-F238E27FC236}">
                <a16:creationId xmlns:a16="http://schemas.microsoft.com/office/drawing/2014/main" id="{345162EC-1E85-4BC7-88FA-5D6D5B1A7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8668" y="6415085"/>
            <a:ext cx="8882700" cy="24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9950" tIns="54700" rIns="89950" bIns="449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100"/>
              <a:buFont typeface="Times New Roman"/>
              <a:buNone/>
            </a:pPr>
            <a:r>
              <a:rPr sz="1100" b="0" i="0" u="none" cap="none">
                <a:solidFill>
                  <a:srgbClr val="80808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</p:cSld>
</p:sldLayout>
</file>

<file path=ppt/slideLayouts/slideLayout204.xml><?xml version="1.0" encoding="utf-8"?>
<p:sldLayout xmlns:p="http://schemas.openxmlformats.org/presentationml/2006/main" matchingName="2_Standard header only 1 1 1 1">
  <p:cSld name="Sanitized Layout 211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52" name="sanitized-shape-1008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45" name="sanitized-shape-1009">
            <a:extLst xmlns:a="http://schemas.openxmlformats.org/drawingml/2006/main">
              <a:ext uri="{FF2B5EF4-FFF2-40B4-BE49-F238E27FC236}">
                <a16:creationId xmlns:a16="http://schemas.microsoft.com/office/drawing/2014/main" id="{11CA4C05-688C-4AE4-8151-325821A07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4D2D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1346" name="sanitized-shape-1010">
            <a:extLst xmlns:a="http://schemas.openxmlformats.org/drawingml/2006/main">
              <a:ext uri="{FF2B5EF4-FFF2-40B4-BE49-F238E27FC236}">
                <a16:creationId xmlns:a16="http://schemas.microsoft.com/office/drawing/2014/main" id="{70E988E6-4EC9-4897-8B96-B58E004422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4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347" name="sanitized-shape-1011">
            <a:extLst xmlns:a="http://schemas.openxmlformats.org/drawingml/2006/main">
              <a:ext uri="{FF2B5EF4-FFF2-40B4-BE49-F238E27FC236}">
                <a16:creationId xmlns:a16="http://schemas.microsoft.com/office/drawing/2014/main" id="{47DE6F85-C3C4-43E7-8D21-E9EAF10B55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59991" y="635634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sp>
        <p:nvSpPr>
          <p:cNvPr id="1348" name="sanitized-shape-1012">
            <a:extLst xmlns:a="http://schemas.openxmlformats.org/drawingml/2006/main">
              <a:ext uri="{FF2B5EF4-FFF2-40B4-BE49-F238E27FC236}">
                <a16:creationId xmlns:a16="http://schemas.microsoft.com/office/drawing/2014/main" id="{9CDB0442-267D-48C3-B8FA-70320DF1C74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0728" y="1244338"/>
            <a:ext cx="10767600" cy="38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743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3200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657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4114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349" name="sanitized-shape-1013">
            <a:extLst xmlns:a="http://schemas.openxmlformats.org/drawingml/2006/main">
              <a:ext uri="{FF2B5EF4-FFF2-40B4-BE49-F238E27FC236}">
                <a16:creationId xmlns:a16="http://schemas.microsoft.com/office/drawing/2014/main" id="{2A0CDF0C-C0BB-4C5D-A884-56545A826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8668" y="6415085"/>
            <a:ext cx="8882700" cy="24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9950" tIns="54700" rIns="89950" bIns="449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100"/>
              <a:buFont typeface="Times New Roman"/>
              <a:buNone/>
            </a:pPr>
            <a:r>
              <a:rPr sz="1100" b="0" i="0" u="none" cap="none">
                <a:solidFill>
                  <a:srgbClr val="80808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</p:cSld>
</p:sldLayout>
</file>

<file path=ppt/slideLayouts/slideLayout205.xml><?xml version="1.0" encoding="utf-8"?>
<p:sldLayout xmlns:p="http://schemas.openxmlformats.org/presentationml/2006/main" matchingName="2_Standard header only1 1">
  <p:cSld name="Sanitized Layout 212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60" name="sanitized-shape-1014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54" name="sanitized-shape-1015">
            <a:extLst xmlns:a="http://schemas.openxmlformats.org/drawingml/2006/main">
              <a:ext uri="{FF2B5EF4-FFF2-40B4-BE49-F238E27FC236}">
                <a16:creationId xmlns:a16="http://schemas.microsoft.com/office/drawing/2014/main" id="{BCB77C45-14E4-4885-B7BA-A4AEAAF64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1355" name="sanitized-shape-1016">
            <a:extLst xmlns:a="http://schemas.openxmlformats.org/drawingml/2006/main">
              <a:ext uri="{FF2B5EF4-FFF2-40B4-BE49-F238E27FC236}">
                <a16:creationId xmlns:a16="http://schemas.microsoft.com/office/drawing/2014/main" id="{AA58B2E5-770B-442E-8643-D7F16A4F7E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4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356" name="sanitized-shape-1017">
            <a:extLst xmlns:a="http://schemas.openxmlformats.org/drawingml/2006/main">
              <a:ext uri="{FF2B5EF4-FFF2-40B4-BE49-F238E27FC236}">
                <a16:creationId xmlns:a16="http://schemas.microsoft.com/office/drawing/2014/main" id="{3808A06A-68E7-4772-AAF9-A5D35DF23F8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59991" y="635634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sp>
        <p:nvSpPr>
          <p:cNvPr id="1357" name="sanitized-shape-1018">
            <a:extLst xmlns:a="http://schemas.openxmlformats.org/drawingml/2006/main">
              <a:ext uri="{FF2B5EF4-FFF2-40B4-BE49-F238E27FC236}">
                <a16:creationId xmlns:a16="http://schemas.microsoft.com/office/drawing/2014/main" id="{99E8F26B-CB3D-41E2-A03E-46BC5B9C3D8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0728" y="1244338"/>
            <a:ext cx="10767600" cy="38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743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3200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657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4114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</p:spTree>
  </p:cSld>
</p:sldLayout>
</file>

<file path=ppt/slideLayouts/slideLayout206.xml><?xml version="1.0" encoding="utf-8"?>
<p:sldLayout xmlns:p="http://schemas.openxmlformats.org/presentationml/2006/main" matchingName="2_Standard header only 57">
  <p:cSld name="Sanitized Layout 21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59" name="sanitized-shape-1019">
            <a:extLst xmlns:a="http://schemas.openxmlformats.org/drawingml/2006/main">
              <a:ext uri="{FF2B5EF4-FFF2-40B4-BE49-F238E27FC236}">
                <a16:creationId xmlns:a16="http://schemas.microsoft.com/office/drawing/2014/main" id="{138BE910-6013-4B2C-ABDB-E90B56E0D34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59991" y="635634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cxnSp>
        <p:nvCxnSpPr>
          <p:cNvPr id="1369" name="sanitized-shape-1020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62" name="sanitized-shape-1021">
            <a:extLst xmlns:a="http://schemas.openxmlformats.org/drawingml/2006/main">
              <a:ext uri="{FF2B5EF4-FFF2-40B4-BE49-F238E27FC236}">
                <a16:creationId xmlns:a16="http://schemas.microsoft.com/office/drawing/2014/main" id="{6282CD00-6C00-4A00-9FC6-CD366B84F5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4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ctr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363" name="sanitized-shape-1022">
            <a:extLst xmlns:a="http://schemas.openxmlformats.org/drawingml/2006/main">
              <a:ext uri="{FF2B5EF4-FFF2-40B4-BE49-F238E27FC236}">
                <a16:creationId xmlns:a16="http://schemas.microsoft.com/office/drawing/2014/main" id="{E2069CA9-CB9C-43B0-98F4-A23537093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</p:spTree>
  </p:cSld>
</p:sldLayout>
</file>

<file path=ppt/slideLayouts/slideLayout207.xml><?xml version="1.0" encoding="utf-8"?>
<p:sldLayout xmlns:p="http://schemas.openxmlformats.org/presentationml/2006/main" matchingName="2_Standard header only 1 1 1 2">
  <p:cSld name="Sanitized Layout 214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73" name="sanitized-shape-1023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67" name="sanitized-shape-1024">
            <a:extLst xmlns:a="http://schemas.openxmlformats.org/drawingml/2006/main">
              <a:ext uri="{FF2B5EF4-FFF2-40B4-BE49-F238E27FC236}">
                <a16:creationId xmlns:a16="http://schemas.microsoft.com/office/drawing/2014/main" id="{3AEAF061-7E2B-4B5B-B721-1F2B0B53B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25" tIns="19225" rIns="38525" bIns="192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1368" name="sanitized-shape-1025">
            <a:extLst xmlns:a="http://schemas.openxmlformats.org/drawingml/2006/main">
              <a:ext uri="{FF2B5EF4-FFF2-40B4-BE49-F238E27FC236}">
                <a16:creationId xmlns:a16="http://schemas.microsoft.com/office/drawing/2014/main" id="{49AD9ECE-7A8A-4057-A7BA-E749C392A8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3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369" name="sanitized-shape-1026">
            <a:extLst xmlns:a="http://schemas.openxmlformats.org/drawingml/2006/main">
              <a:ext uri="{FF2B5EF4-FFF2-40B4-BE49-F238E27FC236}">
                <a16:creationId xmlns:a16="http://schemas.microsoft.com/office/drawing/2014/main" id="{04B3169F-9793-434C-B206-74B696D2432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59991" y="635634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sp>
        <p:nvSpPr>
          <p:cNvPr id="1370" name="sanitized-shape-1027">
            <a:extLst xmlns:a="http://schemas.openxmlformats.org/drawingml/2006/main">
              <a:ext uri="{FF2B5EF4-FFF2-40B4-BE49-F238E27FC236}">
                <a16:creationId xmlns:a16="http://schemas.microsoft.com/office/drawing/2014/main" id="{39771A1D-805F-46C4-8022-76868161E76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0729" y="1244337"/>
            <a:ext cx="10767600" cy="38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2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743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3200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657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4114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</p:spTree>
  </p:cSld>
</p:sldLayout>
</file>

<file path=ppt/slideLayouts/slideLayout208.xml><?xml version="1.0" encoding="utf-8"?>
<p:sldLayout xmlns:p="http://schemas.openxmlformats.org/presentationml/2006/main" matchingName="2_Standard header only 2 2 1">
  <p:cSld name="Sanitized Layout 215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81" name="sanitized-shape-1028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74" name="sanitized-shape-1029">
            <a:extLst xmlns:a="http://schemas.openxmlformats.org/drawingml/2006/main">
              <a:ext uri="{FF2B5EF4-FFF2-40B4-BE49-F238E27FC236}">
                <a16:creationId xmlns:a16="http://schemas.microsoft.com/office/drawing/2014/main" id="{DEA8EB28-A173-42D6-A729-7A3CC0AEC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1375" name="sanitized-shape-1030">
            <a:extLst xmlns:a="http://schemas.openxmlformats.org/drawingml/2006/main">
              <a:ext uri="{FF2B5EF4-FFF2-40B4-BE49-F238E27FC236}">
                <a16:creationId xmlns:a16="http://schemas.microsoft.com/office/drawing/2014/main" id="{6D66EBDA-65FB-41ED-8296-1101F0C8D0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4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376" name="sanitized-shape-1031">
            <a:extLst xmlns:a="http://schemas.openxmlformats.org/drawingml/2006/main">
              <a:ext uri="{FF2B5EF4-FFF2-40B4-BE49-F238E27FC236}">
                <a16:creationId xmlns:a16="http://schemas.microsoft.com/office/drawing/2014/main" id="{85D585D4-B844-469B-A4B9-12BC36890E3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59991" y="635634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sp>
        <p:nvSpPr>
          <p:cNvPr id="1377" name="sanitized-shape-1032">
            <a:extLst xmlns:a="http://schemas.openxmlformats.org/drawingml/2006/main">
              <a:ext uri="{FF2B5EF4-FFF2-40B4-BE49-F238E27FC236}">
                <a16:creationId xmlns:a16="http://schemas.microsoft.com/office/drawing/2014/main" id="{CDFA0491-7120-4610-83BD-F4608565684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0728" y="1244338"/>
            <a:ext cx="10767600" cy="38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2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743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3200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657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4114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378" name="sanitized-shape-1033">
            <a:extLst xmlns:a="http://schemas.openxmlformats.org/drawingml/2006/main">
              <a:ext uri="{FF2B5EF4-FFF2-40B4-BE49-F238E27FC236}">
                <a16:creationId xmlns:a16="http://schemas.microsoft.com/office/drawing/2014/main" id="{FF6238A8-4B40-4D7C-B0D2-E049179D5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8668" y="6415085"/>
            <a:ext cx="8882700" cy="24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9950" tIns="54700" rIns="89950" bIns="449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100"/>
              <a:buFont typeface="Times New Roman"/>
              <a:buNone/>
            </a:pPr>
            <a:r>
              <a:rPr sz="1100" b="0" i="0" u="none" cap="none">
                <a:solidFill>
                  <a:srgbClr val="80808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</p:cSld>
</p:sldLayout>
</file>

<file path=ppt/slideLayouts/slideLayout209.xml><?xml version="1.0" encoding="utf-8"?>
<p:sldLayout xmlns:p="http://schemas.openxmlformats.org/presentationml/2006/main" matchingName="2_Standard header only 2 2">
  <p:cSld name="Sanitized Layout 216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89" name="sanitized-shape-1034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82" name="sanitized-shape-1035">
            <a:extLst xmlns:a="http://schemas.openxmlformats.org/drawingml/2006/main">
              <a:ext uri="{FF2B5EF4-FFF2-40B4-BE49-F238E27FC236}">
                <a16:creationId xmlns:a16="http://schemas.microsoft.com/office/drawing/2014/main" id="{E620AFDC-D2D2-433D-AEC9-D53545EC0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1383" name="sanitized-shape-1036">
            <a:extLst xmlns:a="http://schemas.openxmlformats.org/drawingml/2006/main">
              <a:ext uri="{FF2B5EF4-FFF2-40B4-BE49-F238E27FC236}">
                <a16:creationId xmlns:a16="http://schemas.microsoft.com/office/drawing/2014/main" id="{E883DF3E-EDED-4EA6-A1E3-6BD7064654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4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384" name="sanitized-shape-1037">
            <a:extLst xmlns:a="http://schemas.openxmlformats.org/drawingml/2006/main">
              <a:ext uri="{FF2B5EF4-FFF2-40B4-BE49-F238E27FC236}">
                <a16:creationId xmlns:a16="http://schemas.microsoft.com/office/drawing/2014/main" id="{C1233300-9CF2-40C7-A6DC-A36514CB141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59991" y="635634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sp>
        <p:nvSpPr>
          <p:cNvPr id="1385" name="sanitized-shape-1038">
            <a:extLst xmlns:a="http://schemas.openxmlformats.org/drawingml/2006/main">
              <a:ext uri="{FF2B5EF4-FFF2-40B4-BE49-F238E27FC236}">
                <a16:creationId xmlns:a16="http://schemas.microsoft.com/office/drawing/2014/main" id="{ED8AB653-B431-4298-B560-AEC7ABB9AAA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0728" y="1244338"/>
            <a:ext cx="10767600" cy="38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2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743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3200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657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4114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386" name="sanitized-shape-1039">
            <a:extLst xmlns:a="http://schemas.openxmlformats.org/drawingml/2006/main">
              <a:ext uri="{FF2B5EF4-FFF2-40B4-BE49-F238E27FC236}">
                <a16:creationId xmlns:a16="http://schemas.microsoft.com/office/drawing/2014/main" id="{B0ACB41F-24E0-452A-9F2F-9B8CE618B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8668" y="6415085"/>
            <a:ext cx="8882700" cy="24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9950" tIns="54700" rIns="89950" bIns="449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100"/>
              <a:buFont typeface="Times New Roman"/>
              <a:buNone/>
            </a:pPr>
            <a:r>
              <a:rPr sz="1100" b="0" i="0" u="none" cap="none">
                <a:solidFill>
                  <a:srgbClr val="80808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</p:cSld>
</p:sldLayout>
</file>

<file path=ppt/slideLayouts/slideLayout210.xml><?xml version="1.0" encoding="utf-8"?>
<p:sldLayout xmlns:p="http://schemas.openxmlformats.org/presentationml/2006/main" matchingName="2_Standard header only 1 5 1">
  <p:cSld name="Sanitized Layout 217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95" name="sanitized-shape-1040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90" name="sanitized-shape-1041">
            <a:extLst xmlns:a="http://schemas.openxmlformats.org/drawingml/2006/main">
              <a:ext uri="{FF2B5EF4-FFF2-40B4-BE49-F238E27FC236}">
                <a16:creationId xmlns:a16="http://schemas.microsoft.com/office/drawing/2014/main" id="{60E1E5C9-2E7C-4490-8E42-50262F9EF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1391" name="sanitized-shape-1042">
            <a:extLst xmlns:a="http://schemas.openxmlformats.org/drawingml/2006/main">
              <a:ext uri="{FF2B5EF4-FFF2-40B4-BE49-F238E27FC236}">
                <a16:creationId xmlns:a16="http://schemas.microsoft.com/office/drawing/2014/main" id="{37D8A65F-BDAD-4057-B7EE-AA84E29C86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3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None/>
              <a:defRPr sz="21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392" name="sanitized-shape-1043">
            <a:extLst xmlns:a="http://schemas.openxmlformats.org/drawingml/2006/main">
              <a:ext uri="{FF2B5EF4-FFF2-40B4-BE49-F238E27FC236}">
                <a16:creationId xmlns:a16="http://schemas.microsoft.com/office/drawing/2014/main" id="{FC885764-FD4E-4D1E-8989-9756EDAEFBB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579509" y="6492800"/>
            <a:ext cx="6093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211.xml><?xml version="1.0" encoding="utf-8"?>
<p:sldLayout xmlns:p="http://schemas.openxmlformats.org/presentationml/2006/main" matchingName="2_Standard header only 1 9">
  <p:cSld name="Sanitized Layout 218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02" name="sanitized-shape-1044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96" name="sanitized-shape-1045">
            <a:extLst xmlns:a="http://schemas.openxmlformats.org/drawingml/2006/main">
              <a:ext uri="{FF2B5EF4-FFF2-40B4-BE49-F238E27FC236}">
                <a16:creationId xmlns:a16="http://schemas.microsoft.com/office/drawing/2014/main" id="{664DC8F5-3274-4CED-BBD2-5901D9AB8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t/>
            </a:r>
          </a:p>
        </p:txBody>
      </p:sp>
      <p:sp>
        <p:nvSpPr>
          <p:cNvPr id="1397" name="sanitized-shape-1046">
            <a:extLst xmlns:a="http://schemas.openxmlformats.org/drawingml/2006/main">
              <a:ext uri="{FF2B5EF4-FFF2-40B4-BE49-F238E27FC236}">
                <a16:creationId xmlns:a16="http://schemas.microsoft.com/office/drawing/2014/main" id="{6F151CFB-8EC9-4D2E-83CD-2290BD1AB5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3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51425" rIns="51425" bIns="51425" anchor="b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398" name="sanitized-shape-1047">
            <a:extLst xmlns:a="http://schemas.openxmlformats.org/drawingml/2006/main">
              <a:ext uri="{FF2B5EF4-FFF2-40B4-BE49-F238E27FC236}">
                <a16:creationId xmlns:a16="http://schemas.microsoft.com/office/drawing/2014/main" id="{DE36AFF5-89C5-4233-B0D1-273914C3B0C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59991" y="635634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sp>
        <p:nvSpPr>
          <p:cNvPr id="1399" name="sanitized-shape-1048">
            <a:extLst xmlns:a="http://schemas.openxmlformats.org/drawingml/2006/main">
              <a:ext uri="{FF2B5EF4-FFF2-40B4-BE49-F238E27FC236}">
                <a16:creationId xmlns:a16="http://schemas.microsoft.com/office/drawing/2014/main" id="{F7887A58-FE5C-4C0F-9C20-5BBE0FD287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0729" y="1244337"/>
            <a:ext cx="10767600" cy="38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34250" rIns="68550" bIns="34250" anchor="t">
            <a:no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2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743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3200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657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4114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</p:spTree>
  </p:cSld>
</p:sldLayout>
</file>

<file path=ppt/slideLayouts/slideLayout212.xml><?xml version="1.0" encoding="utf-8"?>
<p:sldLayout xmlns:p="http://schemas.openxmlformats.org/presentationml/2006/main" matchingName="2_Standard header only 1 2">
  <p:cSld name="Sanitized Layout 219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09" name="sanitized-shape-1049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03" name="sanitized-shape-1050">
            <a:extLst xmlns:a="http://schemas.openxmlformats.org/drawingml/2006/main">
              <a:ext uri="{FF2B5EF4-FFF2-40B4-BE49-F238E27FC236}">
                <a16:creationId xmlns:a16="http://schemas.microsoft.com/office/drawing/2014/main" id="{4A86944B-BDA8-4DC4-95CA-3367B5289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t/>
            </a:r>
          </a:p>
        </p:txBody>
      </p:sp>
      <p:sp>
        <p:nvSpPr>
          <p:cNvPr id="1404" name="sanitized-shape-1051">
            <a:extLst xmlns:a="http://schemas.openxmlformats.org/drawingml/2006/main">
              <a:ext uri="{FF2B5EF4-FFF2-40B4-BE49-F238E27FC236}">
                <a16:creationId xmlns:a16="http://schemas.microsoft.com/office/drawing/2014/main" id="{0F6A7772-8F76-4ED6-B053-473929F981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3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51425" rIns="51425" bIns="51425" anchor="b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405" name="sanitized-shape-1052">
            <a:extLst xmlns:a="http://schemas.openxmlformats.org/drawingml/2006/main">
              <a:ext uri="{FF2B5EF4-FFF2-40B4-BE49-F238E27FC236}">
                <a16:creationId xmlns:a16="http://schemas.microsoft.com/office/drawing/2014/main" id="{3C027D9B-10CD-45B5-AC70-300D3C56677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59991" y="635634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sp>
        <p:nvSpPr>
          <p:cNvPr id="1406" name="sanitized-shape-1053">
            <a:extLst xmlns:a="http://schemas.openxmlformats.org/drawingml/2006/main">
              <a:ext uri="{FF2B5EF4-FFF2-40B4-BE49-F238E27FC236}">
                <a16:creationId xmlns:a16="http://schemas.microsoft.com/office/drawing/2014/main" id="{E7A93293-61D5-43AA-BF54-6E719CE3807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0729" y="1244337"/>
            <a:ext cx="10767600" cy="38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34250" rIns="68550" bIns="34250" anchor="t">
            <a:no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2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743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3200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657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4114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</p:spTree>
  </p:cSld>
</p:sldLayout>
</file>

<file path=ppt/slideLayouts/slideLayout213.xml><?xml version="1.0" encoding="utf-8"?>
<p:sldLayout xmlns:p="http://schemas.openxmlformats.org/presentationml/2006/main" matchingName="2_Standard header only 1 3">
  <p:cSld name="Sanitized Layout 220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16" name="sanitized-shape-1054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10" name="sanitized-shape-1055">
            <a:extLst xmlns:a="http://schemas.openxmlformats.org/drawingml/2006/main">
              <a:ext uri="{FF2B5EF4-FFF2-40B4-BE49-F238E27FC236}">
                <a16:creationId xmlns:a16="http://schemas.microsoft.com/office/drawing/2014/main" id="{26BB5BE8-E2C6-4E47-BEAF-374A44071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t/>
            </a:r>
          </a:p>
        </p:txBody>
      </p:sp>
      <p:sp>
        <p:nvSpPr>
          <p:cNvPr id="1411" name="sanitized-shape-1056">
            <a:extLst xmlns:a="http://schemas.openxmlformats.org/drawingml/2006/main">
              <a:ext uri="{FF2B5EF4-FFF2-40B4-BE49-F238E27FC236}">
                <a16:creationId xmlns:a16="http://schemas.microsoft.com/office/drawing/2014/main" id="{94B22772-60AC-4A45-B9AC-B3EECEA090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3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51425" rIns="51425" bIns="51425" anchor="b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412" name="sanitized-shape-1057">
            <a:extLst xmlns:a="http://schemas.openxmlformats.org/drawingml/2006/main">
              <a:ext uri="{FF2B5EF4-FFF2-40B4-BE49-F238E27FC236}">
                <a16:creationId xmlns:a16="http://schemas.microsoft.com/office/drawing/2014/main" id="{6E3DAFAD-4B9E-4EF7-8E1E-D84E39772AA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59991" y="635634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sp>
        <p:nvSpPr>
          <p:cNvPr id="1413" name="sanitized-shape-1058">
            <a:extLst xmlns:a="http://schemas.openxmlformats.org/drawingml/2006/main">
              <a:ext uri="{FF2B5EF4-FFF2-40B4-BE49-F238E27FC236}">
                <a16:creationId xmlns:a16="http://schemas.microsoft.com/office/drawing/2014/main" id="{A0F3AF1C-6661-41DB-A881-72E30C960F5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0729" y="1244337"/>
            <a:ext cx="10767600" cy="38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34250" rIns="68550" bIns="34250" anchor="t">
            <a:no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2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743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3200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657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4114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</p:spTree>
  </p:cSld>
</p:sldLayout>
</file>

<file path=ppt/slideLayouts/slideLayout214.xml><?xml version="1.0" encoding="utf-8"?>
<p:sldLayout xmlns:p="http://schemas.openxmlformats.org/presentationml/2006/main" matchingName="2_Standard header only 1 9 1">
  <p:cSld name="Sanitized Layout 221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23" name="sanitized-shape-1059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17" name="sanitized-shape-1060">
            <a:extLst xmlns:a="http://schemas.openxmlformats.org/drawingml/2006/main">
              <a:ext uri="{FF2B5EF4-FFF2-40B4-BE49-F238E27FC236}">
                <a16:creationId xmlns:a16="http://schemas.microsoft.com/office/drawing/2014/main" id="{DD7BFB9B-2406-439F-A14F-72BE04A10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t/>
            </a:r>
          </a:p>
        </p:txBody>
      </p:sp>
      <p:sp>
        <p:nvSpPr>
          <p:cNvPr id="1418" name="sanitized-shape-1061">
            <a:extLst xmlns:a="http://schemas.openxmlformats.org/drawingml/2006/main">
              <a:ext uri="{FF2B5EF4-FFF2-40B4-BE49-F238E27FC236}">
                <a16:creationId xmlns:a16="http://schemas.microsoft.com/office/drawing/2014/main" id="{F9D96900-2262-4A2C-A268-1670A7641F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3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51425" rIns="51425" bIns="51425" anchor="b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419" name="sanitized-shape-1062">
            <a:extLst xmlns:a="http://schemas.openxmlformats.org/drawingml/2006/main">
              <a:ext uri="{FF2B5EF4-FFF2-40B4-BE49-F238E27FC236}">
                <a16:creationId xmlns:a16="http://schemas.microsoft.com/office/drawing/2014/main" id="{DB28B0ED-6C40-48F9-87A9-BDD0EB54EB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59991" y="635634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sp>
        <p:nvSpPr>
          <p:cNvPr id="1420" name="sanitized-shape-1063">
            <a:extLst xmlns:a="http://schemas.openxmlformats.org/drawingml/2006/main">
              <a:ext uri="{FF2B5EF4-FFF2-40B4-BE49-F238E27FC236}">
                <a16:creationId xmlns:a16="http://schemas.microsoft.com/office/drawing/2014/main" id="{37CE9D04-499B-41F5-A08D-22FFE3DF187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0729" y="1244337"/>
            <a:ext cx="10767600" cy="38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34250" rIns="68550" bIns="34250" anchor="t">
            <a:no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2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743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3200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657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4114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</p:spTree>
  </p:cSld>
</p:sldLayout>
</file>

<file path=ppt/slideLayouts/slideLayout215.xml><?xml version="1.0" encoding="utf-8"?>
<p:sldLayout xmlns:p="http://schemas.openxmlformats.org/presentationml/2006/main" matchingName="2_Standard header only 1 5 1 1">
  <p:cSld name="Sanitized Layout 222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29" name="sanitized-shape-1064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24" name="sanitized-shape-1065">
            <a:extLst xmlns:a="http://schemas.openxmlformats.org/drawingml/2006/main">
              <a:ext uri="{FF2B5EF4-FFF2-40B4-BE49-F238E27FC236}">
                <a16:creationId xmlns:a16="http://schemas.microsoft.com/office/drawing/2014/main" id="{7B044F84-D6B1-4941-A899-00EDEEC4C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t/>
            </a:r>
          </a:p>
        </p:txBody>
      </p:sp>
      <p:sp>
        <p:nvSpPr>
          <p:cNvPr id="1425" name="sanitized-shape-1066">
            <a:extLst xmlns:a="http://schemas.openxmlformats.org/drawingml/2006/main">
              <a:ext uri="{FF2B5EF4-FFF2-40B4-BE49-F238E27FC236}">
                <a16:creationId xmlns:a16="http://schemas.microsoft.com/office/drawing/2014/main" id="{3C3F4B90-351A-49BC-B77B-7EFE0AC084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3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51425" rIns="51425" bIns="51425" anchor="b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None/>
              <a:defRPr sz="21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426" name="sanitized-shape-1067">
            <a:extLst xmlns:a="http://schemas.openxmlformats.org/drawingml/2006/main">
              <a:ext uri="{FF2B5EF4-FFF2-40B4-BE49-F238E27FC236}">
                <a16:creationId xmlns:a16="http://schemas.microsoft.com/office/drawing/2014/main" id="{40C15F8B-BBD0-44AC-B932-07C1A721E64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579509" y="6492800"/>
            <a:ext cx="6093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216.xml><?xml version="1.0" encoding="utf-8"?>
<p:sldLayout xmlns:p="http://schemas.openxmlformats.org/presentationml/2006/main" matchingName="2_Standard header only 1 5 1 2">
  <p:cSld name="Sanitized Layout 223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35" name="sanitized-shape-1068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30" name="sanitized-shape-1069">
            <a:extLst xmlns:a="http://schemas.openxmlformats.org/drawingml/2006/main">
              <a:ext uri="{FF2B5EF4-FFF2-40B4-BE49-F238E27FC236}">
                <a16:creationId xmlns:a16="http://schemas.microsoft.com/office/drawing/2014/main" id="{639866B7-6121-4E1F-B11D-2B7B8501A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1431" name="sanitized-shape-1070">
            <a:extLst xmlns:a="http://schemas.openxmlformats.org/drawingml/2006/main">
              <a:ext uri="{FF2B5EF4-FFF2-40B4-BE49-F238E27FC236}">
                <a16:creationId xmlns:a16="http://schemas.microsoft.com/office/drawing/2014/main" id="{D90682C7-7402-4D79-8FC1-A211DEFAE8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3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None/>
              <a:defRPr sz="21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432" name="sanitized-shape-1071">
            <a:extLst xmlns:a="http://schemas.openxmlformats.org/drawingml/2006/main">
              <a:ext uri="{FF2B5EF4-FFF2-40B4-BE49-F238E27FC236}">
                <a16:creationId xmlns:a16="http://schemas.microsoft.com/office/drawing/2014/main" id="{7D39ACFD-2F83-499E-96B5-3320DDBBFEE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579509" y="6492800"/>
            <a:ext cx="6093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217.xml><?xml version="1.0" encoding="utf-8"?>
<p:sldLayout xmlns:p="http://schemas.openxmlformats.org/presentationml/2006/main" matchingName="2_Standard header only 1 5 1 3">
  <p:cSld name="Sanitized Layout 224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41" name="sanitized-shape-1072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36" name="sanitized-shape-1073">
            <a:extLst xmlns:a="http://schemas.openxmlformats.org/drawingml/2006/main">
              <a:ext uri="{FF2B5EF4-FFF2-40B4-BE49-F238E27FC236}">
                <a16:creationId xmlns:a16="http://schemas.microsoft.com/office/drawing/2014/main" id="{41914122-658F-448D-A364-06E55480E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1437" name="sanitized-shape-1074">
            <a:extLst xmlns:a="http://schemas.openxmlformats.org/drawingml/2006/main">
              <a:ext uri="{FF2B5EF4-FFF2-40B4-BE49-F238E27FC236}">
                <a16:creationId xmlns:a16="http://schemas.microsoft.com/office/drawing/2014/main" id="{019937B1-1212-48B6-BACF-3AC07808A43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3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None/>
              <a:defRPr sz="21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438" name="sanitized-shape-1075">
            <a:extLst xmlns:a="http://schemas.openxmlformats.org/drawingml/2006/main">
              <a:ext uri="{FF2B5EF4-FFF2-40B4-BE49-F238E27FC236}">
                <a16:creationId xmlns:a16="http://schemas.microsoft.com/office/drawing/2014/main" id="{3B64E9B7-3FBA-4399-BBD4-98B12CD8180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579509" y="6492800"/>
            <a:ext cx="6093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218.xml><?xml version="1.0" encoding="utf-8"?>
<p:sldLayout xmlns:p="http://schemas.openxmlformats.org/presentationml/2006/main" matchingName="2_Standard header only 1 5 1 4">
  <p:cSld name="Sanitized Layout 225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47" name="sanitized-shape-1076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42" name="sanitized-shape-1077">
            <a:extLst xmlns:a="http://schemas.openxmlformats.org/drawingml/2006/main">
              <a:ext uri="{FF2B5EF4-FFF2-40B4-BE49-F238E27FC236}">
                <a16:creationId xmlns:a16="http://schemas.microsoft.com/office/drawing/2014/main" id="{0E32D1AB-A2C3-4E7A-9EAC-E7D91753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1443" name="sanitized-shape-1078">
            <a:extLst xmlns:a="http://schemas.openxmlformats.org/drawingml/2006/main">
              <a:ext uri="{FF2B5EF4-FFF2-40B4-BE49-F238E27FC236}">
                <a16:creationId xmlns:a16="http://schemas.microsoft.com/office/drawing/2014/main" id="{4C1A1627-C31D-4F8E-B8FE-9C0354AE12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3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None/>
              <a:defRPr sz="21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444" name="sanitized-shape-1079">
            <a:extLst xmlns:a="http://schemas.openxmlformats.org/drawingml/2006/main">
              <a:ext uri="{FF2B5EF4-FFF2-40B4-BE49-F238E27FC236}">
                <a16:creationId xmlns:a16="http://schemas.microsoft.com/office/drawing/2014/main" id="{9C584D73-F5B3-4153-84C1-12B640189B5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579509" y="6492800"/>
            <a:ext cx="6093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219.xml><?xml version="1.0" encoding="utf-8"?>
<p:sldLayout xmlns:p="http://schemas.openxmlformats.org/presentationml/2006/main" matchingName="2_Standard header only 57 1">
  <p:cSld name="Sanitized Layout 226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55" name="sanitized-shape-1080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48" name="sanitized-shape-1081">
            <a:extLst xmlns:a="http://schemas.openxmlformats.org/drawingml/2006/main">
              <a:ext uri="{FF2B5EF4-FFF2-40B4-BE49-F238E27FC236}">
                <a16:creationId xmlns:a16="http://schemas.microsoft.com/office/drawing/2014/main" id="{06709ECD-62DC-4420-A741-9CA5F98C0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1449" name="sanitized-shape-1082">
            <a:extLst xmlns:a="http://schemas.openxmlformats.org/drawingml/2006/main">
              <a:ext uri="{FF2B5EF4-FFF2-40B4-BE49-F238E27FC236}">
                <a16:creationId xmlns:a16="http://schemas.microsoft.com/office/drawing/2014/main" id="{1B0BAC85-7363-4BEC-9966-59B255EF69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4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450" name="sanitized-shape-1083">
            <a:extLst xmlns:a="http://schemas.openxmlformats.org/drawingml/2006/main">
              <a:ext uri="{FF2B5EF4-FFF2-40B4-BE49-F238E27FC236}">
                <a16:creationId xmlns:a16="http://schemas.microsoft.com/office/drawing/2014/main" id="{E380DCA9-0387-43F1-B15E-89EC38616C2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59991" y="635634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sp>
        <p:nvSpPr>
          <p:cNvPr id="1451" name="sanitized-shape-1084">
            <a:extLst xmlns:a="http://schemas.openxmlformats.org/drawingml/2006/main">
              <a:ext uri="{FF2B5EF4-FFF2-40B4-BE49-F238E27FC236}">
                <a16:creationId xmlns:a16="http://schemas.microsoft.com/office/drawing/2014/main" id="{B82D834A-AE88-437D-9772-8FEEC58DF4E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0728" y="1244338"/>
            <a:ext cx="10767600" cy="38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743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3200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657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4114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452" name="sanitized-shape-1085">
            <a:extLst xmlns:a="http://schemas.openxmlformats.org/drawingml/2006/main">
              <a:ext uri="{FF2B5EF4-FFF2-40B4-BE49-F238E27FC236}">
                <a16:creationId xmlns:a16="http://schemas.microsoft.com/office/drawing/2014/main" id="{86E74298-91BF-4B7B-8C58-DAEC4BE5F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8668" y="6415085"/>
            <a:ext cx="8882700" cy="24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9950" tIns="54700" rIns="89950" bIns="449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100"/>
              <a:buFont typeface="Times New Roman"/>
              <a:buNone/>
            </a:pPr>
            <a:r>
              <a:rPr sz="1100" b="0" i="0" u="none" cap="none">
                <a:solidFill>
                  <a:srgbClr val="80808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</p:cSld>
</p:sldLayout>
</file>

<file path=ppt/slideLayouts/slideLayout220.xml><?xml version="1.0" encoding="utf-8"?>
<p:sldLayout xmlns:p="http://schemas.openxmlformats.org/presentationml/2006/main" matchingName="2_Standard header only 3 1">
  <p:cSld name="Sanitized Layout 227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63" name="sanitized-shape-1086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56" name="sanitized-shape-1087">
            <a:extLst xmlns:a="http://schemas.openxmlformats.org/drawingml/2006/main">
              <a:ext uri="{FF2B5EF4-FFF2-40B4-BE49-F238E27FC236}">
                <a16:creationId xmlns:a16="http://schemas.microsoft.com/office/drawing/2014/main" id="{526E027D-6CEA-496F-869B-F2D91C83B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1457" name="sanitized-shape-1088">
            <a:extLst xmlns:a="http://schemas.openxmlformats.org/drawingml/2006/main">
              <a:ext uri="{FF2B5EF4-FFF2-40B4-BE49-F238E27FC236}">
                <a16:creationId xmlns:a16="http://schemas.microsoft.com/office/drawing/2014/main" id="{646852E0-30BE-43CC-8BD5-D559468BE8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4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458" name="sanitized-shape-1089">
            <a:extLst xmlns:a="http://schemas.openxmlformats.org/drawingml/2006/main">
              <a:ext uri="{FF2B5EF4-FFF2-40B4-BE49-F238E27FC236}">
                <a16:creationId xmlns:a16="http://schemas.microsoft.com/office/drawing/2014/main" id="{CBE95EF5-88E2-472A-B992-16FDDC9C68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59991" y="635634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sp>
        <p:nvSpPr>
          <p:cNvPr id="1459" name="sanitized-shape-1090">
            <a:extLst xmlns:a="http://schemas.openxmlformats.org/drawingml/2006/main">
              <a:ext uri="{FF2B5EF4-FFF2-40B4-BE49-F238E27FC236}">
                <a16:creationId xmlns:a16="http://schemas.microsoft.com/office/drawing/2014/main" id="{262DC3D8-2D20-498C-9927-B2A8D847AE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0728" y="1244338"/>
            <a:ext cx="10767600" cy="38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743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3200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657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4114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460" name="sanitized-shape-1091">
            <a:extLst xmlns:a="http://schemas.openxmlformats.org/drawingml/2006/main">
              <a:ext uri="{FF2B5EF4-FFF2-40B4-BE49-F238E27FC236}">
                <a16:creationId xmlns:a16="http://schemas.microsoft.com/office/drawing/2014/main" id="{B7509152-0F6C-4857-BFB8-3824496D0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8668" y="6415085"/>
            <a:ext cx="8882700" cy="24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9950" tIns="54700" rIns="89950" bIns="449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100"/>
              <a:buFont typeface="Times New Roman"/>
              <a:buNone/>
            </a:pPr>
            <a:r>
              <a:rPr sz="1100" b="0" i="0" u="none" cap="none">
                <a:solidFill>
                  <a:srgbClr val="80808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</p:cSld>
</p:sldLayout>
</file>

<file path=ppt/slideLayouts/slideLayout221.xml><?xml version="1.0" encoding="utf-8"?>
<p:sldLayout xmlns:p="http://schemas.openxmlformats.org/presentationml/2006/main" matchingName="2_Standard header only 91">
  <p:cSld name="Sanitized Layout 228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69" name="sanitized-shape-1092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64" name="sanitized-shape-1093">
            <a:extLst xmlns:a="http://schemas.openxmlformats.org/drawingml/2006/main">
              <a:ext uri="{FF2B5EF4-FFF2-40B4-BE49-F238E27FC236}">
                <a16:creationId xmlns:a16="http://schemas.microsoft.com/office/drawing/2014/main" id="{221B3666-C618-4657-B5FA-9146133BB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</a:p>
        </p:txBody>
      </p:sp>
      <p:sp>
        <p:nvSpPr>
          <p:cNvPr id="1465" name="sanitized-shape-1094">
            <a:extLst xmlns:a="http://schemas.openxmlformats.org/drawingml/2006/main">
              <a:ext uri="{FF2B5EF4-FFF2-40B4-BE49-F238E27FC236}">
                <a16:creationId xmlns:a16="http://schemas.microsoft.com/office/drawing/2014/main" id="{4588A74D-9CA3-4C47-9444-EB1E708C01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38549" y="158496"/>
            <a:ext cx="107670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4D2D"/>
              </a:buClr>
              <a:buSzPts val="2100"/>
              <a:buFont typeface="Arial"/>
              <a:buNone/>
              <a:defRPr sz="2400" b="1" i="0" u="none" cap="none">
                <a:solidFill>
                  <a:srgbClr val="ED4D2D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466" name="sanitized-shape-1095">
            <a:extLst xmlns:a="http://schemas.openxmlformats.org/drawingml/2006/main">
              <a:ext uri="{FF2B5EF4-FFF2-40B4-BE49-F238E27FC236}">
                <a16:creationId xmlns:a16="http://schemas.microsoft.com/office/drawing/2014/main" id="{F43416B8-A6A8-4B20-A332-A2826D44832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59991" y="635634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222.xml><?xml version="1.0" encoding="utf-8"?>
<p:sldLayout xmlns:p="http://schemas.openxmlformats.org/presentationml/2006/main" matchingName="2_Standard header only 15 2">
  <p:cSld name="Sanitized Layout 229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75" name="sanitized-shape-1096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70" name="sanitized-shape-1097">
            <a:extLst xmlns:a="http://schemas.openxmlformats.org/drawingml/2006/main">
              <a:ext uri="{FF2B5EF4-FFF2-40B4-BE49-F238E27FC236}">
                <a16:creationId xmlns:a16="http://schemas.microsoft.com/office/drawing/2014/main" id="{EC661A17-C286-4B11-9531-8DB5C7FBC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1471" name="sanitized-shape-1098">
            <a:extLst xmlns:a="http://schemas.openxmlformats.org/drawingml/2006/main">
              <a:ext uri="{FF2B5EF4-FFF2-40B4-BE49-F238E27FC236}">
                <a16:creationId xmlns:a16="http://schemas.microsoft.com/office/drawing/2014/main" id="{36DAC9A4-58AD-482C-9674-2576A8744D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3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None/>
              <a:defRPr sz="21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472" name="sanitized-shape-1099">
            <a:extLst xmlns:a="http://schemas.openxmlformats.org/drawingml/2006/main">
              <a:ext uri="{FF2B5EF4-FFF2-40B4-BE49-F238E27FC236}">
                <a16:creationId xmlns:a16="http://schemas.microsoft.com/office/drawing/2014/main" id="{B730E8AC-F077-432E-9B22-5607CBD3DAD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579509" y="6492800"/>
            <a:ext cx="6093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223.xml><?xml version="1.0" encoding="utf-8"?>
<p:sldLayout xmlns:p="http://schemas.openxmlformats.org/presentationml/2006/main" matchingName="2_Standard header only 3 2">
  <p:cSld name="Sanitized Layout 230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83" name="sanitized-shape-1100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76" name="sanitized-shape-1101">
            <a:extLst xmlns:a="http://schemas.openxmlformats.org/drawingml/2006/main">
              <a:ext uri="{FF2B5EF4-FFF2-40B4-BE49-F238E27FC236}">
                <a16:creationId xmlns:a16="http://schemas.microsoft.com/office/drawing/2014/main" id="{D52DD3D7-0851-434E-A347-A3A0CB1BD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1477" name="sanitized-shape-1102">
            <a:extLst xmlns:a="http://schemas.openxmlformats.org/drawingml/2006/main">
              <a:ext uri="{FF2B5EF4-FFF2-40B4-BE49-F238E27FC236}">
                <a16:creationId xmlns:a16="http://schemas.microsoft.com/office/drawing/2014/main" id="{E7C5A5FB-2B9F-4417-8A05-6F5CCAD3C5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4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ctr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  <a:defRPr sz="23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478" name="sanitized-shape-1103">
            <a:extLst xmlns:a="http://schemas.openxmlformats.org/drawingml/2006/main">
              <a:ext uri="{FF2B5EF4-FFF2-40B4-BE49-F238E27FC236}">
                <a16:creationId xmlns:a16="http://schemas.microsoft.com/office/drawing/2014/main" id="{AFACFED0-B3E3-48F4-9B49-1CAC28CB1F0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59991" y="635634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sp>
        <p:nvSpPr>
          <p:cNvPr id="1479" name="sanitized-shape-1104">
            <a:extLst xmlns:a="http://schemas.openxmlformats.org/drawingml/2006/main">
              <a:ext uri="{FF2B5EF4-FFF2-40B4-BE49-F238E27FC236}">
                <a16:creationId xmlns:a16="http://schemas.microsoft.com/office/drawing/2014/main" id="{F4435B0F-AC5E-4F04-82B7-99CC08E6868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0728" y="1244338"/>
            <a:ext cx="10767600" cy="38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743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3200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657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4114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480" name="sanitized-shape-1105">
            <a:extLst xmlns:a="http://schemas.openxmlformats.org/drawingml/2006/main">
              <a:ext uri="{FF2B5EF4-FFF2-40B4-BE49-F238E27FC236}">
                <a16:creationId xmlns:a16="http://schemas.microsoft.com/office/drawing/2014/main" id="{BD6145E1-4BCB-40F5-A42D-4CB458809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8668" y="6415085"/>
            <a:ext cx="8882700" cy="24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9950" tIns="54700" rIns="89950" bIns="449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100"/>
              <a:buFont typeface="Times New Roman"/>
              <a:buNone/>
            </a:pPr>
            <a:r>
              <a:rPr sz="1100" b="0" i="0" u="none" cap="none">
                <a:solidFill>
                  <a:srgbClr val="80808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</p:cSld>
</p:sldLayout>
</file>

<file path=ppt/slideLayouts/slideLayout224.xml><?xml version="1.0" encoding="utf-8"?>
<p:sldLayout xmlns:p="http://schemas.openxmlformats.org/presentationml/2006/main" matchingName="2_Standard header only 3 2 1">
  <p:cSld name="Sanitized Layout 231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91" name="sanitized-shape-1106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84" name="sanitized-shape-1107">
            <a:extLst xmlns:a="http://schemas.openxmlformats.org/drawingml/2006/main">
              <a:ext uri="{FF2B5EF4-FFF2-40B4-BE49-F238E27FC236}">
                <a16:creationId xmlns:a16="http://schemas.microsoft.com/office/drawing/2014/main" id="{BB958771-4B70-430F-BE6F-F03B77566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1485" name="sanitized-shape-1108">
            <a:extLst xmlns:a="http://schemas.openxmlformats.org/drawingml/2006/main">
              <a:ext uri="{FF2B5EF4-FFF2-40B4-BE49-F238E27FC236}">
                <a16:creationId xmlns:a16="http://schemas.microsoft.com/office/drawing/2014/main" id="{208C754A-EA62-42ED-8BAC-71A409B0FF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4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ctr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  <a:defRPr sz="23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486" name="sanitized-shape-1109">
            <a:extLst xmlns:a="http://schemas.openxmlformats.org/drawingml/2006/main">
              <a:ext uri="{FF2B5EF4-FFF2-40B4-BE49-F238E27FC236}">
                <a16:creationId xmlns:a16="http://schemas.microsoft.com/office/drawing/2014/main" id="{8DCD7D45-774C-4ABA-B809-671A7544D31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59991" y="635634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sp>
        <p:nvSpPr>
          <p:cNvPr id="1487" name="sanitized-shape-1110">
            <a:extLst xmlns:a="http://schemas.openxmlformats.org/drawingml/2006/main">
              <a:ext uri="{FF2B5EF4-FFF2-40B4-BE49-F238E27FC236}">
                <a16:creationId xmlns:a16="http://schemas.microsoft.com/office/drawing/2014/main" id="{AEB2FBBB-27B9-4F07-83B0-647C206B140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0728" y="1244338"/>
            <a:ext cx="10767600" cy="38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743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3200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657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4114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488" name="sanitized-shape-1111">
            <a:extLst xmlns:a="http://schemas.openxmlformats.org/drawingml/2006/main">
              <a:ext uri="{FF2B5EF4-FFF2-40B4-BE49-F238E27FC236}">
                <a16:creationId xmlns:a16="http://schemas.microsoft.com/office/drawing/2014/main" id="{A750F812-E7F2-4270-9E2A-B8AE49413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8668" y="6415085"/>
            <a:ext cx="8882700" cy="24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9950" tIns="54700" rIns="89950" bIns="449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100"/>
              <a:buFont typeface="Times New Roman"/>
              <a:buNone/>
            </a:pPr>
            <a:r>
              <a:rPr sz="1100" b="0" i="0" u="none" cap="none">
                <a:solidFill>
                  <a:srgbClr val="80808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</p:cSld>
</p:sldLayout>
</file>

<file path=ppt/slideLayouts/slideLayout225.xml><?xml version="1.0" encoding="utf-8"?>
<p:sldLayout xmlns:p="http://schemas.openxmlformats.org/presentationml/2006/main" matchingName="2_Standard header only 13">
  <p:cSld name="Sanitized Layout 232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97" name="sanitized-shape-1112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92" name="sanitized-shape-1113">
            <a:extLst xmlns:a="http://schemas.openxmlformats.org/drawingml/2006/main">
              <a:ext uri="{FF2B5EF4-FFF2-40B4-BE49-F238E27FC236}">
                <a16:creationId xmlns:a16="http://schemas.microsoft.com/office/drawing/2014/main" id="{625CA4E5-5ED6-4AF5-9A17-7C2E6BA75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1493" name="sanitized-shape-1114">
            <a:extLst xmlns:a="http://schemas.openxmlformats.org/drawingml/2006/main">
              <a:ext uri="{FF2B5EF4-FFF2-40B4-BE49-F238E27FC236}">
                <a16:creationId xmlns:a16="http://schemas.microsoft.com/office/drawing/2014/main" id="{1C6800B1-8DA8-4F8F-9802-D75FBC428E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3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None/>
              <a:defRPr sz="21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494" name="sanitized-shape-1115">
            <a:extLst xmlns:a="http://schemas.openxmlformats.org/drawingml/2006/main">
              <a:ext uri="{FF2B5EF4-FFF2-40B4-BE49-F238E27FC236}">
                <a16:creationId xmlns:a16="http://schemas.microsoft.com/office/drawing/2014/main" id="{DD1AB5B6-9C20-44E3-A873-CC2DA1A617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579509" y="6492800"/>
            <a:ext cx="6093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226.xml><?xml version="1.0" encoding="utf-8"?>
<p:sldLayout xmlns:p="http://schemas.openxmlformats.org/presentationml/2006/main" matchingName="1_Title and Content">
  <p:cSld name="Sanitized Layout 23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96" name="sanitized-shape-1116">
            <a:extLst xmlns:a="http://schemas.openxmlformats.org/drawingml/2006/main">
              <a:ext uri="{FF2B5EF4-FFF2-40B4-BE49-F238E27FC236}">
                <a16:creationId xmlns:a16="http://schemas.microsoft.com/office/drawing/2014/main" id="{3B863211-F6E3-4E7E-A9F3-0902AD4DA1C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579514" y="6492401"/>
            <a:ext cx="609300" cy="36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cxnSp>
        <p:nvCxnSpPr>
          <p:cNvPr id="1506" name="sanitized-shape-1117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99" name="sanitized-shape-1118">
            <a:extLst xmlns:a="http://schemas.openxmlformats.org/drawingml/2006/main">
              <a:ext uri="{FF2B5EF4-FFF2-40B4-BE49-F238E27FC236}">
                <a16:creationId xmlns:a16="http://schemas.microsoft.com/office/drawing/2014/main" id="{B35459E4-8CBE-424B-9250-C6F487B7C7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3"/>
            <a:ext cx="107673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None/>
              <a:defRPr sz="21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500" name="sanitized-shape-1119">
            <a:extLst xmlns:a="http://schemas.openxmlformats.org/drawingml/2006/main">
              <a:ext uri="{FF2B5EF4-FFF2-40B4-BE49-F238E27FC236}">
                <a16:creationId xmlns:a16="http://schemas.microsoft.com/office/drawing/2014/main" id="{2B122CE3-52CE-4998-B692-5329DFD82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</p:spTree>
  </p:cSld>
</p:sldLayout>
</file>

<file path=ppt/slideLayouts/slideLayout227.xml><?xml version="1.0" encoding="utf-8"?>
<p:sldLayout xmlns:p="http://schemas.openxmlformats.org/presentationml/2006/main" matchingName="2_Standard header only 1 5 1 3 1">
  <p:cSld name="Sanitized Layout 234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09" name="sanitized-shape-1120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04" name="sanitized-shape-1121">
            <a:extLst xmlns:a="http://schemas.openxmlformats.org/drawingml/2006/main">
              <a:ext uri="{FF2B5EF4-FFF2-40B4-BE49-F238E27FC236}">
                <a16:creationId xmlns:a16="http://schemas.microsoft.com/office/drawing/2014/main" id="{FC7F43EF-45D5-408D-AACF-F0D95534D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1505" name="sanitized-shape-1122">
            <a:extLst xmlns:a="http://schemas.openxmlformats.org/drawingml/2006/main">
              <a:ext uri="{FF2B5EF4-FFF2-40B4-BE49-F238E27FC236}">
                <a16:creationId xmlns:a16="http://schemas.microsoft.com/office/drawing/2014/main" id="{6F333D31-5900-4F7F-B1C5-FCA7ED090D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3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None/>
              <a:defRPr sz="21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506" name="sanitized-shape-1123">
            <a:extLst xmlns:a="http://schemas.openxmlformats.org/drawingml/2006/main">
              <a:ext uri="{FF2B5EF4-FFF2-40B4-BE49-F238E27FC236}">
                <a16:creationId xmlns:a16="http://schemas.microsoft.com/office/drawing/2014/main" id="{4C48FF66-8A41-4553-B4C4-F5C90F86FE4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579509" y="6492800"/>
            <a:ext cx="6093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228.xml><?xml version="1.0" encoding="utf-8"?>
<p:sldLayout xmlns:p="http://schemas.openxmlformats.org/presentationml/2006/main" matchingName="自定义版式">
  <p:cSld name="Sanitized Layout 235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14" name="sanitized-shape-1124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10" name="sanitized-shape-1125">
            <a:extLst xmlns:a="http://schemas.openxmlformats.org/drawingml/2006/main">
              <a:ext uri="{FF2B5EF4-FFF2-40B4-BE49-F238E27FC236}">
                <a16:creationId xmlns:a16="http://schemas.microsoft.com/office/drawing/2014/main" id="{01D47515-775D-4C5F-8DA0-44CD7C0A4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t/>
            </a:r>
          </a:p>
        </p:txBody>
      </p:sp>
      <p:sp>
        <p:nvSpPr>
          <p:cNvPr id="1511" name="sanitized-shape-1126">
            <a:extLst xmlns:a="http://schemas.openxmlformats.org/drawingml/2006/main">
              <a:ext uri="{FF2B5EF4-FFF2-40B4-BE49-F238E27FC236}">
                <a16:creationId xmlns:a16="http://schemas.microsoft.com/office/drawing/2014/main" id="{CFBDDA79-A438-4926-AC1C-94A7E42E0B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59991" y="635634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229.xml><?xml version="1.0" encoding="utf-8"?>
<p:sldLayout xmlns:p="http://schemas.openxmlformats.org/presentationml/2006/main" matchingName="2_Standard header only 1 5 1 3 1 1">
  <p:cSld name="Sanitized Layout 236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20" name="sanitized-shape-1127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15" name="sanitized-shape-1128">
            <a:extLst xmlns:a="http://schemas.openxmlformats.org/drawingml/2006/main">
              <a:ext uri="{FF2B5EF4-FFF2-40B4-BE49-F238E27FC236}">
                <a16:creationId xmlns:a16="http://schemas.microsoft.com/office/drawing/2014/main" id="{234429B0-C953-420A-A9A5-5EB4D12AC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1516" name="sanitized-shape-1129">
            <a:extLst xmlns:a="http://schemas.openxmlformats.org/drawingml/2006/main">
              <a:ext uri="{FF2B5EF4-FFF2-40B4-BE49-F238E27FC236}">
                <a16:creationId xmlns:a16="http://schemas.microsoft.com/office/drawing/2014/main" id="{312D228F-9824-4F45-91FD-D8DF4C28B3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3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None/>
              <a:defRPr sz="21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517" name="sanitized-shape-1130">
            <a:extLst xmlns:a="http://schemas.openxmlformats.org/drawingml/2006/main">
              <a:ext uri="{FF2B5EF4-FFF2-40B4-BE49-F238E27FC236}">
                <a16:creationId xmlns:a16="http://schemas.microsoft.com/office/drawing/2014/main" id="{F4F1C9C6-8BA1-4ECD-B844-D7FF52DFC6D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579509" y="6492800"/>
            <a:ext cx="6093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230.xml><?xml version="1.0" encoding="utf-8"?>
<p:sldLayout xmlns:p="http://schemas.openxmlformats.org/presentationml/2006/main" matchingName="2_Standard header only 1 5 1 3 1 2">
  <p:cSld name="Sanitized Layout 237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26" name="sanitized-shape-1131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21" name="sanitized-shape-1132">
            <a:extLst xmlns:a="http://schemas.openxmlformats.org/drawingml/2006/main">
              <a:ext uri="{FF2B5EF4-FFF2-40B4-BE49-F238E27FC236}">
                <a16:creationId xmlns:a16="http://schemas.microsoft.com/office/drawing/2014/main" id="{9841D72D-A45A-417C-9BFC-D41CAC95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1522" name="sanitized-shape-1133">
            <a:extLst xmlns:a="http://schemas.openxmlformats.org/drawingml/2006/main">
              <a:ext uri="{FF2B5EF4-FFF2-40B4-BE49-F238E27FC236}">
                <a16:creationId xmlns:a16="http://schemas.microsoft.com/office/drawing/2014/main" id="{91D59CF8-8437-478C-9A10-CFA1AE8395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3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None/>
              <a:defRPr sz="21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523" name="sanitized-shape-1134">
            <a:extLst xmlns:a="http://schemas.openxmlformats.org/drawingml/2006/main">
              <a:ext uri="{FF2B5EF4-FFF2-40B4-BE49-F238E27FC236}">
                <a16:creationId xmlns:a16="http://schemas.microsoft.com/office/drawing/2014/main" id="{0CF65BEC-F3DF-45E5-A2AB-71CCF184EA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579509" y="6492800"/>
            <a:ext cx="6093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231.xml><?xml version="1.0" encoding="utf-8"?>
<p:sldLayout xmlns:p="http://schemas.openxmlformats.org/presentationml/2006/main" matchingName="2_Standard header only 14">
  <p:cSld name="Sanitized Layout 238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32" name="sanitized-shape-1135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27" name="sanitized-shape-1136">
            <a:extLst xmlns:a="http://schemas.openxmlformats.org/drawingml/2006/main">
              <a:ext uri="{FF2B5EF4-FFF2-40B4-BE49-F238E27FC236}">
                <a16:creationId xmlns:a16="http://schemas.microsoft.com/office/drawing/2014/main" id="{56661057-28B3-473E-A0A2-B06537554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1528" name="sanitized-shape-1137">
            <a:extLst xmlns:a="http://schemas.openxmlformats.org/drawingml/2006/main">
              <a:ext uri="{FF2B5EF4-FFF2-40B4-BE49-F238E27FC236}">
                <a16:creationId xmlns:a16="http://schemas.microsoft.com/office/drawing/2014/main" id="{00AA53E0-F87C-4EB7-A762-4128E862C0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3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None/>
              <a:defRPr sz="21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529" name="sanitized-shape-1138">
            <a:extLst xmlns:a="http://schemas.openxmlformats.org/drawingml/2006/main">
              <a:ext uri="{FF2B5EF4-FFF2-40B4-BE49-F238E27FC236}">
                <a16:creationId xmlns:a16="http://schemas.microsoft.com/office/drawing/2014/main" id="{C8A06CE3-5811-4FFD-8226-50FE72EA125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579509" y="6492800"/>
            <a:ext cx="6093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232.xml><?xml version="1.0" encoding="utf-8"?>
<p:sldLayout xmlns:p="http://schemas.openxmlformats.org/presentationml/2006/main" matchingName="2_Standard header only 15">
  <p:cSld name="Sanitized Layout 239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38" name="sanitized-shape-1139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33" name="sanitized-shape-1140">
            <a:extLst xmlns:a="http://schemas.openxmlformats.org/drawingml/2006/main">
              <a:ext uri="{FF2B5EF4-FFF2-40B4-BE49-F238E27FC236}">
                <a16:creationId xmlns:a16="http://schemas.microsoft.com/office/drawing/2014/main" id="{DEEEDDEE-F76B-44ED-9DD4-A20A195D3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1534" name="sanitized-shape-1141">
            <a:extLst xmlns:a="http://schemas.openxmlformats.org/drawingml/2006/main">
              <a:ext uri="{FF2B5EF4-FFF2-40B4-BE49-F238E27FC236}">
                <a16:creationId xmlns:a16="http://schemas.microsoft.com/office/drawing/2014/main" id="{1CB57E7C-AAE7-4900-979B-485969CE0F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3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None/>
              <a:defRPr sz="21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535" name="sanitized-shape-1142">
            <a:extLst xmlns:a="http://schemas.openxmlformats.org/drawingml/2006/main">
              <a:ext uri="{FF2B5EF4-FFF2-40B4-BE49-F238E27FC236}">
                <a16:creationId xmlns:a16="http://schemas.microsoft.com/office/drawing/2014/main" id="{A1AB2ADE-2017-4E1F-BF41-FAA989FAADC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579509" y="6492800"/>
            <a:ext cx="6093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233.xml><?xml version="1.0" encoding="utf-8"?>
<p:sldLayout xmlns:p="http://schemas.openxmlformats.org/presentationml/2006/main" matchingName="2_Standard header only 1 5 1 5">
  <p:cSld name="Sanitized Layout 240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44" name="sanitized-shape-1143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39" name="sanitized-shape-1144">
            <a:extLst xmlns:a="http://schemas.openxmlformats.org/drawingml/2006/main">
              <a:ext uri="{FF2B5EF4-FFF2-40B4-BE49-F238E27FC236}">
                <a16:creationId xmlns:a16="http://schemas.microsoft.com/office/drawing/2014/main" id="{6EE9FCDA-DAE3-4227-85A9-922F61D9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1540" name="sanitized-shape-1145">
            <a:extLst xmlns:a="http://schemas.openxmlformats.org/drawingml/2006/main">
              <a:ext uri="{FF2B5EF4-FFF2-40B4-BE49-F238E27FC236}">
                <a16:creationId xmlns:a16="http://schemas.microsoft.com/office/drawing/2014/main" id="{7973AEE4-FFCF-42E8-B75F-7513810776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3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None/>
              <a:defRPr sz="21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541" name="sanitized-shape-1146">
            <a:extLst xmlns:a="http://schemas.openxmlformats.org/drawingml/2006/main">
              <a:ext uri="{FF2B5EF4-FFF2-40B4-BE49-F238E27FC236}">
                <a16:creationId xmlns:a16="http://schemas.microsoft.com/office/drawing/2014/main" id="{30643B98-5A58-48C3-A2E2-C043791FAC7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59991" y="635634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234.xml><?xml version="1.0" encoding="utf-8"?>
<p:sldLayout xmlns:p="http://schemas.openxmlformats.org/presentationml/2006/main" matchingName="2_Title and Content 2">
  <p:cSld name="Sanitized Layout 24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43" name="sanitized-shape-1147">
            <a:extLst xmlns:a="http://schemas.openxmlformats.org/drawingml/2006/main">
              <a:ext uri="{FF2B5EF4-FFF2-40B4-BE49-F238E27FC236}">
                <a16:creationId xmlns:a16="http://schemas.microsoft.com/office/drawing/2014/main" id="{4231D20E-2A55-49C3-9E83-9B1F84752D6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7590" y="6356350"/>
            <a:ext cx="41139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algn="l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algn="l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algn="l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algn="l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algn="l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algn="l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algn="l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algn="l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 xmlns:a="http://schemas.openxmlformats.org/drawingml/2006/main">
            <a:r>
              <a:t/>
            </a:r>
          </a:p>
        </p:txBody>
      </p:sp>
      <p:cxnSp>
        <p:nvCxnSpPr>
          <p:cNvPr id="1554" name="sanitized-shape-1148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46" name="sanitized-shape-1149">
            <a:extLst xmlns:a="http://schemas.openxmlformats.org/drawingml/2006/main">
              <a:ext uri="{FF2B5EF4-FFF2-40B4-BE49-F238E27FC236}">
                <a16:creationId xmlns:a16="http://schemas.microsoft.com/office/drawing/2014/main" id="{66BB9691-0D0C-41F2-B457-D3528939F8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36416" y="101600"/>
            <a:ext cx="10741800" cy="58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900"/>
              <a:buFont typeface="Arial"/>
              <a:buNone/>
              <a:defRPr sz="1900"/>
            </a:lvl2pPr>
            <a:lvl3pPr>
              <a:spcBef>
                <a:spcPts val="0"/>
              </a:spcBef>
              <a:spcAft>
                <a:spcPts val="0"/>
              </a:spcAft>
              <a:buSzPts val="1900"/>
              <a:buFont typeface="Arial"/>
              <a:buNone/>
              <a:defRPr sz="1900"/>
            </a:lvl3pPr>
            <a:lvl4pPr>
              <a:spcBef>
                <a:spcPts val="0"/>
              </a:spcBef>
              <a:spcAft>
                <a:spcPts val="0"/>
              </a:spcAft>
              <a:buSzPts val="1900"/>
              <a:buFont typeface="Arial"/>
              <a:buNone/>
              <a:defRPr sz="1900"/>
            </a:lvl4pPr>
            <a:lvl5pPr>
              <a:spcBef>
                <a:spcPts val="0"/>
              </a:spcBef>
              <a:spcAft>
                <a:spcPts val="0"/>
              </a:spcAft>
              <a:buSzPts val="1900"/>
              <a:buFont typeface="Arial"/>
              <a:buNone/>
              <a:defRPr sz="1900"/>
            </a:lvl5pPr>
            <a:lvl6pPr>
              <a:spcBef>
                <a:spcPts val="0"/>
              </a:spcBef>
              <a:spcAft>
                <a:spcPts val="0"/>
              </a:spcAft>
              <a:buSzPts val="1900"/>
              <a:buFont typeface="Arial"/>
              <a:buNone/>
              <a:defRPr sz="1900"/>
            </a:lvl6pPr>
            <a:lvl7pPr>
              <a:spcBef>
                <a:spcPts val="0"/>
              </a:spcBef>
              <a:spcAft>
                <a:spcPts val="0"/>
              </a:spcAft>
              <a:buSzPts val="1900"/>
              <a:buFont typeface="Arial"/>
              <a:buNone/>
              <a:defRPr sz="1900"/>
            </a:lvl7pPr>
            <a:lvl8pPr>
              <a:spcBef>
                <a:spcPts val="0"/>
              </a:spcBef>
              <a:spcAft>
                <a:spcPts val="0"/>
              </a:spcAft>
              <a:buSzPts val="1900"/>
              <a:buFont typeface="Arial"/>
              <a:buNone/>
              <a:defRPr sz="1900"/>
            </a:lvl8pPr>
            <a:lvl9pPr>
              <a:spcBef>
                <a:spcPts val="0"/>
              </a:spcBef>
              <a:spcAft>
                <a:spcPts val="0"/>
              </a:spcAft>
              <a:buSzPts val="1900"/>
              <a:buFont typeface="Arial"/>
              <a:buNone/>
              <a:defRPr sz="1900"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547" name="sanitized-shape-1150">
            <a:extLst xmlns:a="http://schemas.openxmlformats.org/drawingml/2006/main">
              <a:ext uri="{FF2B5EF4-FFF2-40B4-BE49-F238E27FC236}">
                <a16:creationId xmlns:a16="http://schemas.microsoft.com/office/drawing/2014/main" id="{6ECFAB91-B226-4C26-AA67-D9FC3735F2C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36416" y="1314623"/>
            <a:ext cx="10741800" cy="43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2pPr>
            <a:lvl3pPr marL="13716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3pPr>
            <a:lvl4pPr marL="18288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4pPr>
            <a:lvl5pPr marL="22860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5pPr>
            <a:lvl6pPr marL="2743200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■"/>
              <a:defRPr sz="1500"/>
            </a:lvl6pPr>
            <a:lvl7pPr marL="3200400" indent="-34925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  <a:defRPr sz="1500"/>
            </a:lvl7pPr>
            <a:lvl8pPr marL="3657600" indent="-34925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  <a:defRPr sz="1500"/>
            </a:lvl8pPr>
            <a:lvl9pPr marL="4114800" indent="-34925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900"/>
              <a:buChar char="■"/>
              <a:defRPr sz="1500"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548" name="sanitized-shape-1151">
            <a:extLst xmlns:a="http://schemas.openxmlformats.org/drawingml/2006/main">
              <a:ext uri="{FF2B5EF4-FFF2-40B4-BE49-F238E27FC236}">
                <a16:creationId xmlns:a16="http://schemas.microsoft.com/office/drawing/2014/main" id="{1322A403-3546-4FBF-B646-FE952A9FA2F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5473" y="6356350"/>
            <a:ext cx="766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235.xml><?xml version="1.0" encoding="utf-8"?>
<p:sldLayout xmlns:p="http://schemas.openxmlformats.org/presentationml/2006/main" matchingName="2_Standard header only1 2">
  <p:cSld name="Sanitized Layout 242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59" name="sanitized-shape-1152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52" name="sanitized-shape-1153">
            <a:extLst xmlns:a="http://schemas.openxmlformats.org/drawingml/2006/main">
              <a:ext uri="{FF2B5EF4-FFF2-40B4-BE49-F238E27FC236}">
                <a16:creationId xmlns:a16="http://schemas.microsoft.com/office/drawing/2014/main" id="{D7EC3680-9CD8-40AF-A090-5147CF70F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1553" name="sanitized-shape-1154">
            <a:extLst xmlns:a="http://schemas.openxmlformats.org/drawingml/2006/main">
              <a:ext uri="{FF2B5EF4-FFF2-40B4-BE49-F238E27FC236}">
                <a16:creationId xmlns:a16="http://schemas.microsoft.com/office/drawing/2014/main" id="{F72F92B3-704E-45DD-B80B-D48A1E010B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3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554" name="sanitized-shape-1155">
            <a:extLst xmlns:a="http://schemas.openxmlformats.org/drawingml/2006/main">
              <a:ext uri="{FF2B5EF4-FFF2-40B4-BE49-F238E27FC236}">
                <a16:creationId xmlns:a16="http://schemas.microsoft.com/office/drawing/2014/main" id="{60C72372-7112-45F8-92AD-9F274FF6071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59991" y="635634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sp>
        <p:nvSpPr>
          <p:cNvPr id="1555" name="sanitized-shape-1156">
            <a:extLst xmlns:a="http://schemas.openxmlformats.org/drawingml/2006/main">
              <a:ext uri="{FF2B5EF4-FFF2-40B4-BE49-F238E27FC236}">
                <a16:creationId xmlns:a16="http://schemas.microsoft.com/office/drawing/2014/main" id="{443BD1D2-9BFA-401A-B859-8F444699C47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0729" y="1244337"/>
            <a:ext cx="10767600" cy="38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2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743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3200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657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4114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556" name="sanitized-shape-1157">
            <a:extLst xmlns:a="http://schemas.openxmlformats.org/drawingml/2006/main">
              <a:ext uri="{FF2B5EF4-FFF2-40B4-BE49-F238E27FC236}">
                <a16:creationId xmlns:a16="http://schemas.microsoft.com/office/drawing/2014/main" id="{07186466-322B-447A-A837-5AF75AEB6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8669" y="6415085"/>
            <a:ext cx="8882700" cy="24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9950" tIns="54700" rIns="89950" bIns="449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100"/>
              <a:buFont typeface="Times New Roman"/>
              <a:buNone/>
            </a:pPr>
            <a:r>
              <a:rPr sz="1100" b="0" i="0" u="none" cap="none">
                <a:solidFill>
                  <a:srgbClr val="80808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</p:cSld>
</p:sldLayout>
</file>

<file path=ppt/slideLayouts/slideLayout236.xml><?xml version="1.0" encoding="utf-8"?>
<p:sldLayout xmlns:p="http://schemas.openxmlformats.org/presentationml/2006/main" matchingName="两栏内容">
  <p:cSld name="Sanitized Layout 24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58" name="sanitized-shape-1158">
            <a:extLst xmlns:a="http://schemas.openxmlformats.org/drawingml/2006/main">
              <a:ext uri="{FF2B5EF4-FFF2-40B4-BE49-F238E27FC236}">
                <a16:creationId xmlns:a16="http://schemas.microsoft.com/office/drawing/2014/main" id="{19FEB2DD-8A96-41FA-B17B-9AFBFCA6F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9000" cy="5187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 w="169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560" name="sanitized-shape-1159">
            <a:extLst xmlns:a="http://schemas.openxmlformats.org/drawingml/2006/main">
              <a:ext uri="{FF2B5EF4-FFF2-40B4-BE49-F238E27FC236}">
                <a16:creationId xmlns:a16="http://schemas.microsoft.com/office/drawing/2014/main" id="{AA85D015-57C4-4B6A-98F5-BD1EB394C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1170" y="-3176"/>
            <a:ext cx="1854994" cy="522158"/>
          </a:xfrm>
          <a:custGeom xmlns:a="http://schemas.openxmlformats.org/drawingml/2006/main">
            <a:rect l="l" t="t" r="r" b="b"/>
            <a:pathLst>
              <a:path w="2473325" h="522158">
                <a:moveTo>
                  <a:pt x="250825" y="0"/>
                </a:moveTo>
                <a:lnTo>
                  <a:pt x="2473325" y="3175"/>
                </a:lnTo>
                <a:lnTo>
                  <a:pt x="2473325" y="522158"/>
                </a:lnTo>
                <a:lnTo>
                  <a:pt x="0" y="522158"/>
                </a:lnTo>
                <a:lnTo>
                  <a:pt x="250825" y="0"/>
                </a:lnTo>
                <a:close/>
              </a:path>
            </a:pathLst>
          </a:custGeom>
          <a:solidFill xmlns:a="http://schemas.openxmlformats.org/drawingml/2006/main">
            <a:srgbClr val="D3AA6F"/>
          </a:solidFill>
          <a:ln xmlns:a="http://schemas.openxmlformats.org/drawingml/2006/main" w="16925" cmpd="sng">
            <a:solidFill>
              <a:srgbClr val="D3AA6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900">
                <a:solidFill>
                  <a:schemeClr val="lt1"/>
                </a:solidFill>
                <a:latin typeface="Cambria"/>
                <a:ea typeface="Cambria"/>
                <a:cs typeface="Cambria"/>
              </a:rPr>
              <a:t/>
            </a:r>
          </a:p>
        </p:txBody>
      </p:sp>
      <p:sp>
        <p:nvSpPr>
          <p:cNvPr id="1562" name="sanitized-shape-1160">
            <a:extLst xmlns:a="http://schemas.openxmlformats.org/drawingml/2006/main">
              <a:ext uri="{FF2B5EF4-FFF2-40B4-BE49-F238E27FC236}">
                <a16:creationId xmlns:a16="http://schemas.microsoft.com/office/drawing/2014/main" id="{A748B3DE-FF2D-4A07-A1B2-22FC632DDAB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406191" y="6333134"/>
            <a:ext cx="7314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t">
            <a:normAutofit/>
          </a:bodyPr>
          <a:lstStyle xmlns:a="http://schemas.openxmlformats.org/drawingml/2006/main">
            <a:lvl1pPr>
              <a:buNone/>
              <a:defRPr sz="1300">
                <a:solidFill>
                  <a:schemeClr val="dk1"/>
                </a:solidFill>
              </a:defRPr>
            </a:lvl1pPr>
            <a:lvl2pPr>
              <a:buNone/>
              <a:defRPr sz="1300">
                <a:solidFill>
                  <a:schemeClr val="dk1"/>
                </a:solidFill>
              </a:defRPr>
            </a:lvl2pPr>
            <a:lvl3pPr>
              <a:buNone/>
              <a:defRPr sz="1300">
                <a:solidFill>
                  <a:schemeClr val="dk1"/>
                </a:solidFill>
              </a:defRPr>
            </a:lvl3pPr>
            <a:lvl4pPr>
              <a:buNone/>
              <a:defRPr sz="1300">
                <a:solidFill>
                  <a:schemeClr val="dk1"/>
                </a:solidFill>
              </a:defRPr>
            </a:lvl4pPr>
            <a:lvl5pPr>
              <a:buNone/>
              <a:defRPr sz="1300">
                <a:solidFill>
                  <a:schemeClr val="dk1"/>
                </a:solidFill>
              </a:defRPr>
            </a:lvl5pPr>
            <a:lvl6pPr>
              <a:buNone/>
              <a:defRPr sz="1300">
                <a:solidFill>
                  <a:schemeClr val="dk1"/>
                </a:solidFill>
              </a:defRPr>
            </a:lvl6pPr>
            <a:lvl7pPr>
              <a:buNone/>
              <a:defRPr sz="1300">
                <a:solidFill>
                  <a:schemeClr val="dk1"/>
                </a:solidFill>
              </a:defRPr>
            </a:lvl7pPr>
            <a:lvl8pPr>
              <a:buNone/>
              <a:defRPr sz="1300">
                <a:solidFill>
                  <a:schemeClr val="dk1"/>
                </a:solidFill>
              </a:defRPr>
            </a:lvl8pPr>
            <a:lvl9pPr>
              <a:buNone/>
              <a:defRPr sz="1300">
                <a:solidFill>
                  <a:schemeClr val="dk1"/>
                </a:solidFill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237.xml><?xml version="1.0" encoding="utf-8"?>
<p:sldLayout xmlns:p="http://schemas.openxmlformats.org/presentationml/2006/main" matchingName="2_Standard header only 1 5 1 3 1 3">
  <p:cSld name="Sanitized Layout 244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71" name="sanitized-shape-1161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66" name="sanitized-shape-1162">
            <a:extLst xmlns:a="http://schemas.openxmlformats.org/drawingml/2006/main">
              <a:ext uri="{FF2B5EF4-FFF2-40B4-BE49-F238E27FC236}">
                <a16:creationId xmlns:a16="http://schemas.microsoft.com/office/drawing/2014/main" id="{8DAD7A8D-E56C-480B-81E3-91AEE7893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1567" name="sanitized-shape-1163">
            <a:extLst xmlns:a="http://schemas.openxmlformats.org/drawingml/2006/main">
              <a:ext uri="{FF2B5EF4-FFF2-40B4-BE49-F238E27FC236}">
                <a16:creationId xmlns:a16="http://schemas.microsoft.com/office/drawing/2014/main" id="{FE74D747-8A1F-4760-991D-31B820AC00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3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None/>
              <a:defRPr sz="21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568" name="sanitized-shape-1164">
            <a:extLst xmlns:a="http://schemas.openxmlformats.org/drawingml/2006/main">
              <a:ext uri="{FF2B5EF4-FFF2-40B4-BE49-F238E27FC236}">
                <a16:creationId xmlns:a16="http://schemas.microsoft.com/office/drawing/2014/main" id="{6F4A5273-1552-4355-832E-5D09771CB72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579509" y="6492800"/>
            <a:ext cx="6093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238.xml><?xml version="1.0" encoding="utf-8"?>
<p:sldLayout xmlns:p="http://schemas.openxmlformats.org/presentationml/2006/main" matchingName="2_Standard header only 1 5 1 3 1 4">
  <p:cSld name="Sanitized Layout 245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77" name="sanitized-shape-1165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72" name="sanitized-shape-1166">
            <a:extLst xmlns:a="http://schemas.openxmlformats.org/drawingml/2006/main">
              <a:ext uri="{FF2B5EF4-FFF2-40B4-BE49-F238E27FC236}">
                <a16:creationId xmlns:a16="http://schemas.microsoft.com/office/drawing/2014/main" id="{2BC73097-D9CA-452B-9102-50F03C1FC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1573" name="sanitized-shape-1167">
            <a:extLst xmlns:a="http://schemas.openxmlformats.org/drawingml/2006/main">
              <a:ext uri="{FF2B5EF4-FFF2-40B4-BE49-F238E27FC236}">
                <a16:creationId xmlns:a16="http://schemas.microsoft.com/office/drawing/2014/main" id="{E13BE162-B743-4420-A4B5-9B2180DE43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3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None/>
              <a:defRPr sz="21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574" name="sanitized-shape-1168">
            <a:extLst xmlns:a="http://schemas.openxmlformats.org/drawingml/2006/main">
              <a:ext uri="{FF2B5EF4-FFF2-40B4-BE49-F238E27FC236}">
                <a16:creationId xmlns:a16="http://schemas.microsoft.com/office/drawing/2014/main" id="{D4BA4648-A42C-4AC6-A647-3E887999E8E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579509" y="6492800"/>
            <a:ext cx="6093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239.xml><?xml version="1.0" encoding="utf-8"?>
<p:sldLayout xmlns:p="http://schemas.openxmlformats.org/presentationml/2006/main" matchingName="2_Standard header only 1 5 1 3 1 5">
  <p:cSld name="Sanitized Layout 246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83" name="sanitized-shape-1169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78" name="sanitized-shape-1170">
            <a:extLst xmlns:a="http://schemas.openxmlformats.org/drawingml/2006/main">
              <a:ext uri="{FF2B5EF4-FFF2-40B4-BE49-F238E27FC236}">
                <a16:creationId xmlns:a16="http://schemas.microsoft.com/office/drawing/2014/main" id="{01987429-B35E-4B5E-92B5-CC076BDC9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1579" name="sanitized-shape-1171">
            <a:extLst xmlns:a="http://schemas.openxmlformats.org/drawingml/2006/main">
              <a:ext uri="{FF2B5EF4-FFF2-40B4-BE49-F238E27FC236}">
                <a16:creationId xmlns:a16="http://schemas.microsoft.com/office/drawing/2014/main" id="{B15DD097-E05A-401F-AC5B-E511C98AEF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3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None/>
              <a:defRPr sz="21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580" name="sanitized-shape-1172">
            <a:extLst xmlns:a="http://schemas.openxmlformats.org/drawingml/2006/main">
              <a:ext uri="{FF2B5EF4-FFF2-40B4-BE49-F238E27FC236}">
                <a16:creationId xmlns:a16="http://schemas.microsoft.com/office/drawing/2014/main" id="{F23794B6-09A2-49A8-AEAD-4666059AFB8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579509" y="6492800"/>
            <a:ext cx="6093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240.xml><?xml version="1.0" encoding="utf-8"?>
<p:sldLayout xmlns:p="http://schemas.openxmlformats.org/presentationml/2006/main" matchingName="2_Standard header only 1 5 1 3 1 6">
  <p:cSld name="Sanitized Layout 247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89" name="sanitized-shape-1173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84" name="sanitized-shape-1174">
            <a:extLst xmlns:a="http://schemas.openxmlformats.org/drawingml/2006/main">
              <a:ext uri="{FF2B5EF4-FFF2-40B4-BE49-F238E27FC236}">
                <a16:creationId xmlns:a16="http://schemas.microsoft.com/office/drawing/2014/main" id="{45D4E3E3-0CEF-48D6-A392-39CC24DE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1585" name="sanitized-shape-1175">
            <a:extLst xmlns:a="http://schemas.openxmlformats.org/drawingml/2006/main">
              <a:ext uri="{FF2B5EF4-FFF2-40B4-BE49-F238E27FC236}">
                <a16:creationId xmlns:a16="http://schemas.microsoft.com/office/drawing/2014/main" id="{E03BD535-B219-408C-BE38-CC1F64D736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3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None/>
              <a:defRPr sz="21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586" name="sanitized-shape-1176">
            <a:extLst xmlns:a="http://schemas.openxmlformats.org/drawingml/2006/main">
              <a:ext uri="{FF2B5EF4-FFF2-40B4-BE49-F238E27FC236}">
                <a16:creationId xmlns:a16="http://schemas.microsoft.com/office/drawing/2014/main" id="{C424EBEC-0BF9-488C-9789-4810F021FA7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579509" y="6492800"/>
            <a:ext cx="6093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241.xml><?xml version="1.0" encoding="utf-8"?>
<p:sldLayout xmlns:p="http://schemas.openxmlformats.org/presentationml/2006/main" matchingName="2_Standard header only 1 5 1 3 1 7">
  <p:cSld name="Sanitized Layout 248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95" name="sanitized-shape-1177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90" name="sanitized-shape-1178">
            <a:extLst xmlns:a="http://schemas.openxmlformats.org/drawingml/2006/main">
              <a:ext uri="{FF2B5EF4-FFF2-40B4-BE49-F238E27FC236}">
                <a16:creationId xmlns:a16="http://schemas.microsoft.com/office/drawing/2014/main" id="{D1E73728-F58F-4D07-9D9B-2DE0E52BD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1591" name="sanitized-shape-1179">
            <a:extLst xmlns:a="http://schemas.openxmlformats.org/drawingml/2006/main">
              <a:ext uri="{FF2B5EF4-FFF2-40B4-BE49-F238E27FC236}">
                <a16:creationId xmlns:a16="http://schemas.microsoft.com/office/drawing/2014/main" id="{58355C03-CAB4-4303-AEA3-DB214447B1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3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None/>
              <a:defRPr sz="21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592" name="sanitized-shape-1180">
            <a:extLst xmlns:a="http://schemas.openxmlformats.org/drawingml/2006/main">
              <a:ext uri="{FF2B5EF4-FFF2-40B4-BE49-F238E27FC236}">
                <a16:creationId xmlns:a16="http://schemas.microsoft.com/office/drawing/2014/main" id="{DCAA9D73-9F99-4D87-A56B-1C7A18521E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579509" y="6492800"/>
            <a:ext cx="6093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242.xml><?xml version="1.0" encoding="utf-8"?>
<p:sldLayout xmlns:p="http://schemas.openxmlformats.org/presentationml/2006/main" matchingName="2_Standard header only 1 5 1 3 1 8">
  <p:cSld name="Sanitized Layout 249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01" name="sanitized-shape-1181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96" name="sanitized-shape-1182">
            <a:extLst xmlns:a="http://schemas.openxmlformats.org/drawingml/2006/main">
              <a:ext uri="{FF2B5EF4-FFF2-40B4-BE49-F238E27FC236}">
                <a16:creationId xmlns:a16="http://schemas.microsoft.com/office/drawing/2014/main" id="{36DF167E-15FB-43EA-856D-07DF4702B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1597" name="sanitized-shape-1183">
            <a:extLst xmlns:a="http://schemas.openxmlformats.org/drawingml/2006/main">
              <a:ext uri="{FF2B5EF4-FFF2-40B4-BE49-F238E27FC236}">
                <a16:creationId xmlns:a16="http://schemas.microsoft.com/office/drawing/2014/main" id="{971A1D5E-58B7-4D4D-98DF-3AE7EE2385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3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None/>
              <a:defRPr sz="21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598" name="sanitized-shape-1184">
            <a:extLst xmlns:a="http://schemas.openxmlformats.org/drawingml/2006/main">
              <a:ext uri="{FF2B5EF4-FFF2-40B4-BE49-F238E27FC236}">
                <a16:creationId xmlns:a16="http://schemas.microsoft.com/office/drawing/2014/main" id="{AF92FE2E-DA82-41C5-8D51-EB5092CDAD2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579509" y="6492800"/>
            <a:ext cx="6093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243.xml><?xml version="1.0" encoding="utf-8"?>
<p:sldLayout xmlns:p="http://schemas.openxmlformats.org/presentationml/2006/main" matchingName="2_Standard header only 1 5 1 3 1 9">
  <p:cSld name="Sanitized Layout 250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07" name="sanitized-shape-1185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02" name="sanitized-shape-1186">
            <a:extLst xmlns:a="http://schemas.openxmlformats.org/drawingml/2006/main">
              <a:ext uri="{FF2B5EF4-FFF2-40B4-BE49-F238E27FC236}">
                <a16:creationId xmlns:a16="http://schemas.microsoft.com/office/drawing/2014/main" id="{825BEE42-3AA1-47D8-85D8-5265EB7AE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1603" name="sanitized-shape-1187">
            <a:extLst xmlns:a="http://schemas.openxmlformats.org/drawingml/2006/main">
              <a:ext uri="{FF2B5EF4-FFF2-40B4-BE49-F238E27FC236}">
                <a16:creationId xmlns:a16="http://schemas.microsoft.com/office/drawing/2014/main" id="{154DEF59-C361-465E-8339-2423040B66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3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None/>
              <a:defRPr sz="21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604" name="sanitized-shape-1188">
            <a:extLst xmlns:a="http://schemas.openxmlformats.org/drawingml/2006/main">
              <a:ext uri="{FF2B5EF4-FFF2-40B4-BE49-F238E27FC236}">
                <a16:creationId xmlns:a16="http://schemas.microsoft.com/office/drawing/2014/main" id="{059EFDC8-3D01-4EA4-B337-C1DDD89669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579509" y="6492800"/>
            <a:ext cx="6093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244.xml><?xml version="1.0" encoding="utf-8"?>
<p:sldLayout xmlns:p="http://schemas.openxmlformats.org/presentationml/2006/main" matchingName="2_Standard header only 1 5 1 3 1 10">
  <p:cSld name="Sanitized Layout 251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13" name="sanitized-shape-1189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08" name="sanitized-shape-1190">
            <a:extLst xmlns:a="http://schemas.openxmlformats.org/drawingml/2006/main">
              <a:ext uri="{FF2B5EF4-FFF2-40B4-BE49-F238E27FC236}">
                <a16:creationId xmlns:a16="http://schemas.microsoft.com/office/drawing/2014/main" id="{97712907-2E5F-4765-9538-57233EB36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1609" name="sanitized-shape-1191">
            <a:extLst xmlns:a="http://schemas.openxmlformats.org/drawingml/2006/main">
              <a:ext uri="{FF2B5EF4-FFF2-40B4-BE49-F238E27FC236}">
                <a16:creationId xmlns:a16="http://schemas.microsoft.com/office/drawing/2014/main" id="{D4225672-4DB0-4BAB-86CA-C9CA59A091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3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None/>
              <a:defRPr sz="21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610" name="sanitized-shape-1192">
            <a:extLst xmlns:a="http://schemas.openxmlformats.org/drawingml/2006/main">
              <a:ext uri="{FF2B5EF4-FFF2-40B4-BE49-F238E27FC236}">
                <a16:creationId xmlns:a16="http://schemas.microsoft.com/office/drawing/2014/main" id="{7C0E7E04-03F0-46E1-AACA-C9938779FA4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579509" y="6492800"/>
            <a:ext cx="6093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245.xml><?xml version="1.0" encoding="utf-8"?>
<p:sldLayout xmlns:p="http://schemas.openxmlformats.org/presentationml/2006/main" matchingName="2_Standard header only 1 5 1 3 1 11">
  <p:cSld name="Sanitized Layout 252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19" name="sanitized-shape-1193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14" name="sanitized-shape-1194">
            <a:extLst xmlns:a="http://schemas.openxmlformats.org/drawingml/2006/main">
              <a:ext uri="{FF2B5EF4-FFF2-40B4-BE49-F238E27FC236}">
                <a16:creationId xmlns:a16="http://schemas.microsoft.com/office/drawing/2014/main" id="{0A2D89A9-A3D9-460F-8E32-1702AEE44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1615" name="sanitized-shape-1195">
            <a:extLst xmlns:a="http://schemas.openxmlformats.org/drawingml/2006/main">
              <a:ext uri="{FF2B5EF4-FFF2-40B4-BE49-F238E27FC236}">
                <a16:creationId xmlns:a16="http://schemas.microsoft.com/office/drawing/2014/main" id="{CF1CD6F1-0F04-44ED-B9D7-EEB7ED34BC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3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None/>
              <a:defRPr sz="21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616" name="sanitized-shape-1196">
            <a:extLst xmlns:a="http://schemas.openxmlformats.org/drawingml/2006/main">
              <a:ext uri="{FF2B5EF4-FFF2-40B4-BE49-F238E27FC236}">
                <a16:creationId xmlns:a16="http://schemas.microsoft.com/office/drawing/2014/main" id="{066F940C-A2F4-4411-B265-063A2BA7904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579509" y="6492800"/>
            <a:ext cx="6093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246.xml><?xml version="1.0" encoding="utf-8"?>
<p:sldLayout xmlns:p="http://schemas.openxmlformats.org/presentationml/2006/main" matchingName="2_Standard header only 1 5 1 3 1 12">
  <p:cSld name="Sanitized Layout 253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25" name="sanitized-shape-1197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20" name="sanitized-shape-1198">
            <a:extLst xmlns:a="http://schemas.openxmlformats.org/drawingml/2006/main">
              <a:ext uri="{FF2B5EF4-FFF2-40B4-BE49-F238E27FC236}">
                <a16:creationId xmlns:a16="http://schemas.microsoft.com/office/drawing/2014/main" id="{856105E2-D1D4-412B-B205-E3C5011D3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1621" name="sanitized-shape-1199">
            <a:extLst xmlns:a="http://schemas.openxmlformats.org/drawingml/2006/main">
              <a:ext uri="{FF2B5EF4-FFF2-40B4-BE49-F238E27FC236}">
                <a16:creationId xmlns:a16="http://schemas.microsoft.com/office/drawing/2014/main" id="{07DB019E-DA96-46BE-95A8-4182282718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3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None/>
              <a:defRPr sz="21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622" name="sanitized-shape-1200">
            <a:extLst xmlns:a="http://schemas.openxmlformats.org/drawingml/2006/main">
              <a:ext uri="{FF2B5EF4-FFF2-40B4-BE49-F238E27FC236}">
                <a16:creationId xmlns:a16="http://schemas.microsoft.com/office/drawing/2014/main" id="{E7AE9474-F68B-47FF-9C53-5E2C2B18A89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579509" y="6492800"/>
            <a:ext cx="6093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247.xml><?xml version="1.0" encoding="utf-8"?>
<p:sldLayout xmlns:p="http://schemas.openxmlformats.org/presentationml/2006/main" matchingName="2_Standard header only2">
  <p:cSld name="Sanitized Layout 254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33" name="sanitized-shape-1201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26" name="sanitized-shape-1202">
            <a:extLst xmlns:a="http://schemas.openxmlformats.org/drawingml/2006/main">
              <a:ext uri="{FF2B5EF4-FFF2-40B4-BE49-F238E27FC236}">
                <a16:creationId xmlns:a16="http://schemas.microsoft.com/office/drawing/2014/main" id="{0FAD5DF3-911F-4724-968B-174406FF3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1627" name="sanitized-shape-1203">
            <a:extLst xmlns:a="http://schemas.openxmlformats.org/drawingml/2006/main">
              <a:ext uri="{FF2B5EF4-FFF2-40B4-BE49-F238E27FC236}">
                <a16:creationId xmlns:a16="http://schemas.microsoft.com/office/drawing/2014/main" id="{5DCC5D36-9348-4E73-AA7F-D6CD5EDE4A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4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628" name="sanitized-shape-1204">
            <a:extLst xmlns:a="http://schemas.openxmlformats.org/drawingml/2006/main">
              <a:ext uri="{FF2B5EF4-FFF2-40B4-BE49-F238E27FC236}">
                <a16:creationId xmlns:a16="http://schemas.microsoft.com/office/drawing/2014/main" id="{644FAC24-3830-4600-9248-42B2676632E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59991" y="635634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sp>
        <p:nvSpPr>
          <p:cNvPr id="1629" name="sanitized-shape-1205">
            <a:extLst xmlns:a="http://schemas.openxmlformats.org/drawingml/2006/main">
              <a:ext uri="{FF2B5EF4-FFF2-40B4-BE49-F238E27FC236}">
                <a16:creationId xmlns:a16="http://schemas.microsoft.com/office/drawing/2014/main" id="{4E841348-305A-472F-89D2-84F44FE29BB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0728" y="1244338"/>
            <a:ext cx="10767600" cy="38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743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3200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657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4114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630" name="sanitized-shape-1206">
            <a:extLst xmlns:a="http://schemas.openxmlformats.org/drawingml/2006/main">
              <a:ext uri="{FF2B5EF4-FFF2-40B4-BE49-F238E27FC236}">
                <a16:creationId xmlns:a16="http://schemas.microsoft.com/office/drawing/2014/main" id="{1C0D77B1-C4B5-40C5-B5E8-7223B73F7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8668" y="6415085"/>
            <a:ext cx="8882700" cy="24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9950" tIns="54700" rIns="89950" bIns="449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100"/>
              <a:buFont typeface="Times New Roman"/>
              <a:buNone/>
            </a:pPr>
            <a:r>
              <a:rPr sz="1100" b="0" i="0" u="none" cap="none">
                <a:solidFill>
                  <a:srgbClr val="80808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</p:cSld>
</p:sldLayout>
</file>

<file path=ppt/slideLayouts/slideLayout248.xml><?xml version="1.0" encoding="utf-8"?>
<p:sldLayout xmlns:p="http://schemas.openxmlformats.org/presentationml/2006/main" matchingName="结尾">
  <p:cSld name="Sanitized Layout 255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41" name="sanitized-shape-1207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34" name="sanitized-shape-1208">
            <a:extLst xmlns:a="http://schemas.openxmlformats.org/drawingml/2006/main">
              <a:ext uri="{FF2B5EF4-FFF2-40B4-BE49-F238E27FC236}">
                <a16:creationId xmlns:a16="http://schemas.microsoft.com/office/drawing/2014/main" id="{5C12FF2F-78B1-481E-827F-43592CA8A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1635" name="sanitized-shape-1209">
            <a:extLst xmlns:a="http://schemas.openxmlformats.org/drawingml/2006/main">
              <a:ext uri="{FF2B5EF4-FFF2-40B4-BE49-F238E27FC236}">
                <a16:creationId xmlns:a16="http://schemas.microsoft.com/office/drawing/2014/main" id="{1A5F9579-FE4A-49C0-8FA1-CDB6188AA5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4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636" name="sanitized-shape-1210">
            <a:extLst xmlns:a="http://schemas.openxmlformats.org/drawingml/2006/main">
              <a:ext uri="{FF2B5EF4-FFF2-40B4-BE49-F238E27FC236}">
                <a16:creationId xmlns:a16="http://schemas.microsoft.com/office/drawing/2014/main" id="{5D6FF0C6-154B-4BE0-9F54-AF2431E23AD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59991" y="635634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sp>
        <p:nvSpPr>
          <p:cNvPr id="1637" name="sanitized-shape-1211">
            <a:extLst xmlns:a="http://schemas.openxmlformats.org/drawingml/2006/main">
              <a:ext uri="{FF2B5EF4-FFF2-40B4-BE49-F238E27FC236}">
                <a16:creationId xmlns:a16="http://schemas.microsoft.com/office/drawing/2014/main" id="{DA75F39E-2ABD-4202-8A37-AAE6C031148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0728" y="1244338"/>
            <a:ext cx="10767600" cy="38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2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743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3200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657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4114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638" name="sanitized-shape-1212">
            <a:extLst xmlns:a="http://schemas.openxmlformats.org/drawingml/2006/main">
              <a:ext uri="{FF2B5EF4-FFF2-40B4-BE49-F238E27FC236}">
                <a16:creationId xmlns:a16="http://schemas.microsoft.com/office/drawing/2014/main" id="{CC4981AB-27C3-42F0-9049-BAFE166C2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8668" y="6415085"/>
            <a:ext cx="8882700" cy="24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9950" tIns="54700" rIns="89950" bIns="449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100"/>
              <a:buFont typeface="Times New Roman"/>
              <a:buNone/>
            </a:pPr>
            <a:r>
              <a:rPr sz="1100" b="0" i="0" u="none" cap="none">
                <a:solidFill>
                  <a:srgbClr val="80808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</p:cSld>
</p:sldLayout>
</file>

<file path=ppt/slideLayouts/slideLayout249.xml><?xml version="1.0" encoding="utf-8"?>
<p:sldLayout xmlns:p="http://schemas.openxmlformats.org/presentationml/2006/main" matchingName="结尾1">
  <p:cSld name="Sanitized Layout 256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49" name="sanitized-shape-1213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42" name="sanitized-shape-1214">
            <a:extLst xmlns:a="http://schemas.openxmlformats.org/drawingml/2006/main">
              <a:ext uri="{FF2B5EF4-FFF2-40B4-BE49-F238E27FC236}">
                <a16:creationId xmlns:a16="http://schemas.microsoft.com/office/drawing/2014/main" id="{A1D324CE-A47A-4541-A233-DD69DB84B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1643" name="sanitized-shape-1215">
            <a:extLst xmlns:a="http://schemas.openxmlformats.org/drawingml/2006/main">
              <a:ext uri="{FF2B5EF4-FFF2-40B4-BE49-F238E27FC236}">
                <a16:creationId xmlns:a16="http://schemas.microsoft.com/office/drawing/2014/main" id="{A3CDFE7F-4948-4264-AE85-58FEEC4E9F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4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644" name="sanitized-shape-1216">
            <a:extLst xmlns:a="http://schemas.openxmlformats.org/drawingml/2006/main">
              <a:ext uri="{FF2B5EF4-FFF2-40B4-BE49-F238E27FC236}">
                <a16:creationId xmlns:a16="http://schemas.microsoft.com/office/drawing/2014/main" id="{414F2172-4D86-46B8-89A2-5FB0A871279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59991" y="635634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sp>
        <p:nvSpPr>
          <p:cNvPr id="1645" name="sanitized-shape-1217">
            <a:extLst xmlns:a="http://schemas.openxmlformats.org/drawingml/2006/main">
              <a:ext uri="{FF2B5EF4-FFF2-40B4-BE49-F238E27FC236}">
                <a16:creationId xmlns:a16="http://schemas.microsoft.com/office/drawing/2014/main" id="{41CD224E-07E8-4793-8EE4-908CFB38047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0728" y="1244338"/>
            <a:ext cx="10767600" cy="38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2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743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3200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657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4114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646" name="sanitized-shape-1218">
            <a:extLst xmlns:a="http://schemas.openxmlformats.org/drawingml/2006/main">
              <a:ext uri="{FF2B5EF4-FFF2-40B4-BE49-F238E27FC236}">
                <a16:creationId xmlns:a16="http://schemas.microsoft.com/office/drawing/2014/main" id="{E91F9E82-EFFC-4DE8-A000-77B58A02A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8668" y="6415085"/>
            <a:ext cx="8882700" cy="24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9950" tIns="54700" rIns="89950" bIns="449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100"/>
              <a:buFont typeface="Times New Roman"/>
              <a:buNone/>
            </a:pPr>
            <a:r>
              <a:rPr sz="1100" b="0" i="0" u="none" cap="none">
                <a:solidFill>
                  <a:srgbClr val="80808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</p:cSld>
</p:sldLayout>
</file>

<file path=ppt/slideLayouts/slideLayout250.xml><?xml version="1.0" encoding="utf-8"?>
<p:sldLayout xmlns:p="http://schemas.openxmlformats.org/presentationml/2006/main" matchingName="2_Standard header only 1 5">
  <p:cSld name="Sanitized Layout 257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57" name="sanitized-shape-1219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50" name="sanitized-shape-1220">
            <a:extLst xmlns:a="http://schemas.openxmlformats.org/drawingml/2006/main">
              <a:ext uri="{FF2B5EF4-FFF2-40B4-BE49-F238E27FC236}">
                <a16:creationId xmlns:a16="http://schemas.microsoft.com/office/drawing/2014/main" id="{A990DCFC-9FC1-4D2E-9801-6D0D4713F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1651" name="sanitized-shape-1221">
            <a:extLst xmlns:a="http://schemas.openxmlformats.org/drawingml/2006/main">
              <a:ext uri="{FF2B5EF4-FFF2-40B4-BE49-F238E27FC236}">
                <a16:creationId xmlns:a16="http://schemas.microsoft.com/office/drawing/2014/main" id="{DD450FF7-C4E6-4959-8B25-3325FFB046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4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652" name="sanitized-shape-1222">
            <a:extLst xmlns:a="http://schemas.openxmlformats.org/drawingml/2006/main">
              <a:ext uri="{FF2B5EF4-FFF2-40B4-BE49-F238E27FC236}">
                <a16:creationId xmlns:a16="http://schemas.microsoft.com/office/drawing/2014/main" id="{1D228EDA-CF0D-4B92-8D52-8ACB4B15A12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59991" y="635634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sp>
        <p:nvSpPr>
          <p:cNvPr id="1653" name="sanitized-shape-1223">
            <a:extLst xmlns:a="http://schemas.openxmlformats.org/drawingml/2006/main">
              <a:ext uri="{FF2B5EF4-FFF2-40B4-BE49-F238E27FC236}">
                <a16:creationId xmlns:a16="http://schemas.microsoft.com/office/drawing/2014/main" id="{0AF58A11-CBF5-4750-A0C0-07E4AB4442C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0728" y="1244338"/>
            <a:ext cx="10767600" cy="38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743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3200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657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4114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654" name="sanitized-shape-1224">
            <a:extLst xmlns:a="http://schemas.openxmlformats.org/drawingml/2006/main">
              <a:ext uri="{FF2B5EF4-FFF2-40B4-BE49-F238E27FC236}">
                <a16:creationId xmlns:a16="http://schemas.microsoft.com/office/drawing/2014/main" id="{3DE0097C-2D52-49AC-9BC9-5C3137D3E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8668" y="6415085"/>
            <a:ext cx="8882700" cy="24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9950" tIns="54700" rIns="89950" bIns="449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100"/>
              <a:buFont typeface="Times New Roman"/>
              <a:buNone/>
            </a:pPr>
            <a:r>
              <a:rPr sz="1100" b="0" i="0" u="none" cap="none">
                <a:solidFill>
                  <a:srgbClr val="80808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</p:cSld>
</p:sldLayout>
</file>

<file path=ppt/slideLayouts/slideLayout251.xml><?xml version="1.0" encoding="utf-8"?>
<p:sldLayout xmlns:p="http://schemas.openxmlformats.org/presentationml/2006/main" matchingName="Content 1">
  <p:cSld name="Sanitized Layout 258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56" name="sanitized-shape-1225">
            <a:extLst xmlns:a="http://schemas.openxmlformats.org/drawingml/2006/main">
              <a:ext uri="{FF2B5EF4-FFF2-40B4-BE49-F238E27FC236}">
                <a16:creationId xmlns:a16="http://schemas.microsoft.com/office/drawing/2014/main" id="{1FEFE4DC-1743-4548-8A5A-DC0B167D5C4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7631" y="6356351"/>
            <a:ext cx="41139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cxnSp>
        <p:nvCxnSpPr>
          <p:cNvPr id="1667" name="sanitized-shape-1226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59" name="sanitized-shape-1227">
            <a:extLst xmlns:a="http://schemas.openxmlformats.org/drawingml/2006/main">
              <a:ext uri="{FF2B5EF4-FFF2-40B4-BE49-F238E27FC236}">
                <a16:creationId xmlns:a16="http://schemas.microsoft.com/office/drawing/2014/main" id="{88100A68-164C-47E8-BAAA-06C66D8FA0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36424" y="101600"/>
            <a:ext cx="10741800" cy="58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660" name="sanitized-shape-1228">
            <a:extLst xmlns:a="http://schemas.openxmlformats.org/drawingml/2006/main">
              <a:ext uri="{FF2B5EF4-FFF2-40B4-BE49-F238E27FC236}">
                <a16:creationId xmlns:a16="http://schemas.microsoft.com/office/drawing/2014/main" id="{A89CC039-B550-460F-B505-DBB061010C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36424" y="1741999"/>
            <a:ext cx="10741800" cy="43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marR="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●"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L="914400" marR="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○"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1371600" marR="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■"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1828800" marR="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●"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2286000" marR="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○"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743200" marR="0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■"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3200400" marR="0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●"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657600" marR="0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○"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4114800" marR="0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■"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661" name="sanitized-shape-1229">
            <a:extLst xmlns:a="http://schemas.openxmlformats.org/drawingml/2006/main">
              <a:ext uri="{FF2B5EF4-FFF2-40B4-BE49-F238E27FC236}">
                <a16:creationId xmlns:a16="http://schemas.microsoft.com/office/drawing/2014/main" id="{56507E88-533D-4D72-A3DE-FBF95564AB5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5588" y="6356351"/>
            <a:ext cx="766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252.xml><?xml version="1.0" encoding="utf-8"?>
<p:sldLayout xmlns:p="http://schemas.openxmlformats.org/presentationml/2006/main" matchingName="2_Standard header only2 1">
  <p:cSld name="Sanitized Layout 259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72" name="sanitized-shape-1230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65" name="sanitized-shape-1231">
            <a:extLst xmlns:a="http://schemas.openxmlformats.org/drawingml/2006/main">
              <a:ext uri="{FF2B5EF4-FFF2-40B4-BE49-F238E27FC236}">
                <a16:creationId xmlns:a16="http://schemas.microsoft.com/office/drawing/2014/main" id="{DB8DD7E5-E036-44AD-8920-F33B3771A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1666" name="sanitized-shape-1232">
            <a:extLst xmlns:a="http://schemas.openxmlformats.org/drawingml/2006/main">
              <a:ext uri="{FF2B5EF4-FFF2-40B4-BE49-F238E27FC236}">
                <a16:creationId xmlns:a16="http://schemas.microsoft.com/office/drawing/2014/main" id="{A4A72895-1100-4260-8DB5-8F4BF82867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4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667" name="sanitized-shape-1233">
            <a:extLst xmlns:a="http://schemas.openxmlformats.org/drawingml/2006/main">
              <a:ext uri="{FF2B5EF4-FFF2-40B4-BE49-F238E27FC236}">
                <a16:creationId xmlns:a16="http://schemas.microsoft.com/office/drawing/2014/main" id="{376A6FEF-821A-4AB4-B473-0CC8A39BDA9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59991" y="635634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sp>
        <p:nvSpPr>
          <p:cNvPr id="1668" name="sanitized-shape-1234">
            <a:extLst xmlns:a="http://schemas.openxmlformats.org/drawingml/2006/main">
              <a:ext uri="{FF2B5EF4-FFF2-40B4-BE49-F238E27FC236}">
                <a16:creationId xmlns:a16="http://schemas.microsoft.com/office/drawing/2014/main" id="{58CE6853-EFDA-4F49-B790-DAB0B4DC6B2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0728" y="1244338"/>
            <a:ext cx="10767600" cy="38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743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3200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657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4114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669" name="sanitized-shape-1235">
            <a:extLst xmlns:a="http://schemas.openxmlformats.org/drawingml/2006/main">
              <a:ext uri="{FF2B5EF4-FFF2-40B4-BE49-F238E27FC236}">
                <a16:creationId xmlns:a16="http://schemas.microsoft.com/office/drawing/2014/main" id="{6F3E4FC5-D099-43DD-9A44-12BB5DEE0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8668" y="6415085"/>
            <a:ext cx="8882700" cy="24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9950" tIns="54700" rIns="89950" bIns="449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100"/>
              <a:buFont typeface="Times New Roman"/>
              <a:buNone/>
            </a:pPr>
            <a:r>
              <a:rPr sz="1100" b="0" i="0" u="none" cap="none">
                <a:solidFill>
                  <a:srgbClr val="80808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</p:cSld>
</p:sldLayout>
</file>

<file path=ppt/slideLayouts/slideLayout253.xml><?xml version="1.0" encoding="utf-8"?>
<p:sldLayout xmlns:p="http://schemas.openxmlformats.org/presentationml/2006/main" matchingName="2_Standard header only3">
  <p:cSld name="Sanitized Layout 260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78" name="sanitized-shape-1236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73" name="sanitized-shape-1237">
            <a:extLst xmlns:a="http://schemas.openxmlformats.org/drawingml/2006/main">
              <a:ext uri="{FF2B5EF4-FFF2-40B4-BE49-F238E27FC236}">
                <a16:creationId xmlns:a16="http://schemas.microsoft.com/office/drawing/2014/main" id="{029EDDA6-4070-4D7F-9C4B-0C11E478B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1674" name="sanitized-shape-1238">
            <a:extLst xmlns:a="http://schemas.openxmlformats.org/drawingml/2006/main">
              <a:ext uri="{FF2B5EF4-FFF2-40B4-BE49-F238E27FC236}">
                <a16:creationId xmlns:a16="http://schemas.microsoft.com/office/drawing/2014/main" id="{4397E286-F665-4927-8234-C19FCB69D3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3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None/>
              <a:defRPr sz="21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675" name="sanitized-shape-1239">
            <a:extLst xmlns:a="http://schemas.openxmlformats.org/drawingml/2006/main">
              <a:ext uri="{FF2B5EF4-FFF2-40B4-BE49-F238E27FC236}">
                <a16:creationId xmlns:a16="http://schemas.microsoft.com/office/drawing/2014/main" id="{24422BD6-AA64-4990-BA55-11320881280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579509" y="6492800"/>
            <a:ext cx="6093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254.xml><?xml version="1.0" encoding="utf-8"?>
<p:sldLayout xmlns:p="http://schemas.openxmlformats.org/presentationml/2006/main" matchingName="2_Standard header only 1 5 1 3 11">
  <p:cSld name="Sanitized Layout 261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84" name="sanitized-shape-1240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79" name="sanitized-shape-1241">
            <a:extLst xmlns:a="http://schemas.openxmlformats.org/drawingml/2006/main">
              <a:ext uri="{FF2B5EF4-FFF2-40B4-BE49-F238E27FC236}">
                <a16:creationId xmlns:a16="http://schemas.microsoft.com/office/drawing/2014/main" id="{0782B40D-2AEE-4B2F-B351-022CF05A5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1680" name="sanitized-shape-1242">
            <a:extLst xmlns:a="http://schemas.openxmlformats.org/drawingml/2006/main">
              <a:ext uri="{FF2B5EF4-FFF2-40B4-BE49-F238E27FC236}">
                <a16:creationId xmlns:a16="http://schemas.microsoft.com/office/drawing/2014/main" id="{A33F10B0-3AB8-47F2-BB52-F44DF20D7A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3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None/>
              <a:defRPr sz="21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681" name="sanitized-shape-1243">
            <a:extLst xmlns:a="http://schemas.openxmlformats.org/drawingml/2006/main">
              <a:ext uri="{FF2B5EF4-FFF2-40B4-BE49-F238E27FC236}">
                <a16:creationId xmlns:a16="http://schemas.microsoft.com/office/drawing/2014/main" id="{23B2817F-17E5-451D-A542-A9EB14215F2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579509" y="6492800"/>
            <a:ext cx="6093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255.xml><?xml version="1.0" encoding="utf-8"?>
<p:sldLayout xmlns:p="http://schemas.openxmlformats.org/presentationml/2006/main" matchingName="2_Standard header only 1 5 11">
  <p:cSld name="Sanitized Layout 262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90" name="sanitized-shape-1244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85" name="sanitized-shape-1245">
            <a:extLst xmlns:a="http://schemas.openxmlformats.org/drawingml/2006/main">
              <a:ext uri="{FF2B5EF4-FFF2-40B4-BE49-F238E27FC236}">
                <a16:creationId xmlns:a16="http://schemas.microsoft.com/office/drawing/2014/main" id="{15492D09-0F66-488B-92BF-B5E8B76D8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1686" name="sanitized-shape-1246">
            <a:extLst xmlns:a="http://schemas.openxmlformats.org/drawingml/2006/main">
              <a:ext uri="{FF2B5EF4-FFF2-40B4-BE49-F238E27FC236}">
                <a16:creationId xmlns:a16="http://schemas.microsoft.com/office/drawing/2014/main" id="{98E6569C-D89A-4AF8-AC68-6D08021F54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3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None/>
              <a:defRPr sz="21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687" name="sanitized-shape-1247">
            <a:extLst xmlns:a="http://schemas.openxmlformats.org/drawingml/2006/main">
              <a:ext uri="{FF2B5EF4-FFF2-40B4-BE49-F238E27FC236}">
                <a16:creationId xmlns:a16="http://schemas.microsoft.com/office/drawing/2014/main" id="{87A50FC2-3BCB-4DB3-AF0E-C9AB18956E1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579509" y="6492800"/>
            <a:ext cx="6093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256.xml><?xml version="1.0" encoding="utf-8"?>
<p:sldLayout xmlns:p="http://schemas.openxmlformats.org/presentationml/2006/main" matchingName="2_Standard header only 16">
  <p:cSld name="Sanitized Layout 263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98" name="sanitized-shape-1248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91" name="sanitized-shape-1249">
            <a:extLst xmlns:a="http://schemas.openxmlformats.org/drawingml/2006/main">
              <a:ext uri="{FF2B5EF4-FFF2-40B4-BE49-F238E27FC236}">
                <a16:creationId xmlns:a16="http://schemas.microsoft.com/office/drawing/2014/main" id="{E55A1B06-33EA-4D36-8D26-FA50FC3A1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1692" name="sanitized-shape-1250">
            <a:extLst xmlns:a="http://schemas.openxmlformats.org/drawingml/2006/main">
              <a:ext uri="{FF2B5EF4-FFF2-40B4-BE49-F238E27FC236}">
                <a16:creationId xmlns:a16="http://schemas.microsoft.com/office/drawing/2014/main" id="{A14031AE-E6EF-4CA5-B87C-BDD80B5DFD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4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693" name="sanitized-shape-1251">
            <a:extLst xmlns:a="http://schemas.openxmlformats.org/drawingml/2006/main">
              <a:ext uri="{FF2B5EF4-FFF2-40B4-BE49-F238E27FC236}">
                <a16:creationId xmlns:a16="http://schemas.microsoft.com/office/drawing/2014/main" id="{0C3B8C21-4F8E-4B23-B63F-269246E3699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59991" y="635634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sp>
        <p:nvSpPr>
          <p:cNvPr id="1694" name="sanitized-shape-1252">
            <a:extLst xmlns:a="http://schemas.openxmlformats.org/drawingml/2006/main">
              <a:ext uri="{FF2B5EF4-FFF2-40B4-BE49-F238E27FC236}">
                <a16:creationId xmlns:a16="http://schemas.microsoft.com/office/drawing/2014/main" id="{38710BF1-C6FA-42C8-B68B-C04D948CD70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0728" y="1244338"/>
            <a:ext cx="10767600" cy="38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743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3200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657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4114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695" name="sanitized-shape-1253">
            <a:extLst xmlns:a="http://schemas.openxmlformats.org/drawingml/2006/main">
              <a:ext uri="{FF2B5EF4-FFF2-40B4-BE49-F238E27FC236}">
                <a16:creationId xmlns:a16="http://schemas.microsoft.com/office/drawing/2014/main" id="{18C938B2-F6E2-4DD8-B74D-5828AA242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8668" y="6415085"/>
            <a:ext cx="8882700" cy="24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9950" tIns="54700" rIns="89950" bIns="449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100"/>
              <a:buFont typeface="Times New Roman"/>
              <a:buNone/>
            </a:pPr>
            <a:r>
              <a:rPr sz="1100" b="0" i="0" u="none" cap="none">
                <a:solidFill>
                  <a:srgbClr val="80808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</p:cSld>
</p:sldLayout>
</file>

<file path=ppt/slideLayouts/slideLayout257.xml><?xml version="1.0" encoding="utf-8"?>
<p:sldLayout xmlns:p="http://schemas.openxmlformats.org/presentationml/2006/main" matchingName="2_Standard header only 1 5 12">
  <p:cSld name="Sanitized Layout 264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04" name="sanitized-shape-1254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99" name="sanitized-shape-1255">
            <a:extLst xmlns:a="http://schemas.openxmlformats.org/drawingml/2006/main">
              <a:ext uri="{FF2B5EF4-FFF2-40B4-BE49-F238E27FC236}">
                <a16:creationId xmlns:a16="http://schemas.microsoft.com/office/drawing/2014/main" id="{96A15E51-0F47-4049-B6CE-2A9D5D027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1700" name="sanitized-shape-1256">
            <a:extLst xmlns:a="http://schemas.openxmlformats.org/drawingml/2006/main">
              <a:ext uri="{FF2B5EF4-FFF2-40B4-BE49-F238E27FC236}">
                <a16:creationId xmlns:a16="http://schemas.microsoft.com/office/drawing/2014/main" id="{444E8260-8AAF-4CF2-AC81-2135606933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3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None/>
              <a:defRPr sz="21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701" name="sanitized-shape-1257">
            <a:extLst xmlns:a="http://schemas.openxmlformats.org/drawingml/2006/main">
              <a:ext uri="{FF2B5EF4-FFF2-40B4-BE49-F238E27FC236}">
                <a16:creationId xmlns:a16="http://schemas.microsoft.com/office/drawing/2014/main" id="{E3B44F7D-FC20-46D2-95AA-42BAFF0CC0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579509" y="6492800"/>
            <a:ext cx="6093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258.xml><?xml version="1.0" encoding="utf-8"?>
<p:sldLayout xmlns:p="http://schemas.openxmlformats.org/presentationml/2006/main" matchingName="Content 2">
  <p:cSld name="Sanitized Layout 265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03" name="sanitized-shape-1258">
            <a:extLst xmlns:a="http://schemas.openxmlformats.org/drawingml/2006/main">
              <a:ext uri="{FF2B5EF4-FFF2-40B4-BE49-F238E27FC236}">
                <a16:creationId xmlns:a16="http://schemas.microsoft.com/office/drawing/2014/main" id="{EF473CFA-DB01-4127-9BED-C32C3BA2D5C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7631" y="6356351"/>
            <a:ext cx="41139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cxnSp>
        <p:nvCxnSpPr>
          <p:cNvPr id="1714" name="sanitized-shape-1259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06" name="sanitized-shape-1260">
            <a:extLst xmlns:a="http://schemas.openxmlformats.org/drawingml/2006/main">
              <a:ext uri="{FF2B5EF4-FFF2-40B4-BE49-F238E27FC236}">
                <a16:creationId xmlns:a16="http://schemas.microsoft.com/office/drawing/2014/main" id="{028C59C6-A8DB-4A03-A0A0-A0FF24B976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36424" y="101600"/>
            <a:ext cx="10741800" cy="58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707" name="sanitized-shape-1261">
            <a:extLst xmlns:a="http://schemas.openxmlformats.org/drawingml/2006/main">
              <a:ext uri="{FF2B5EF4-FFF2-40B4-BE49-F238E27FC236}">
                <a16:creationId xmlns:a16="http://schemas.microsoft.com/office/drawing/2014/main" id="{68F854E8-C1D4-4D0C-9D53-9EF7AC623E3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36424" y="1741999"/>
            <a:ext cx="10741800" cy="43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marR="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●"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L="914400" marR="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○"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1371600" marR="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■"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1828800" marR="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●"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2286000" marR="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○"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743200" marR="0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■"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3200400" marR="0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●"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657600" marR="0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○"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4114800" marR="0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■"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708" name="sanitized-shape-1262">
            <a:extLst xmlns:a="http://schemas.openxmlformats.org/drawingml/2006/main">
              <a:ext uri="{FF2B5EF4-FFF2-40B4-BE49-F238E27FC236}">
                <a16:creationId xmlns:a16="http://schemas.microsoft.com/office/drawing/2014/main" id="{94A2934D-3CEB-4498-8270-74F369C797F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5588" y="6356351"/>
            <a:ext cx="766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259.xml><?xml version="1.0" encoding="utf-8"?>
<p:sldLayout xmlns:p="http://schemas.openxmlformats.org/presentationml/2006/main" matchingName="2_Standard header only 4 1">
  <p:cSld name="Sanitized Layout 266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17" name="sanitized-shape-1263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12" name="sanitized-shape-1264">
            <a:extLst xmlns:a="http://schemas.openxmlformats.org/drawingml/2006/main">
              <a:ext uri="{FF2B5EF4-FFF2-40B4-BE49-F238E27FC236}">
                <a16:creationId xmlns:a16="http://schemas.microsoft.com/office/drawing/2014/main" id="{F2D9464B-A934-4EAC-8F82-361B1021E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1713" name="sanitized-shape-1265">
            <a:extLst xmlns:a="http://schemas.openxmlformats.org/drawingml/2006/main">
              <a:ext uri="{FF2B5EF4-FFF2-40B4-BE49-F238E27FC236}">
                <a16:creationId xmlns:a16="http://schemas.microsoft.com/office/drawing/2014/main" id="{13D7C725-5A0A-43F6-8577-7AF9F4CDEA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4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None/>
              <a:defRPr sz="21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714" name="sanitized-shape-1266">
            <a:extLst xmlns:a="http://schemas.openxmlformats.org/drawingml/2006/main">
              <a:ext uri="{FF2B5EF4-FFF2-40B4-BE49-F238E27FC236}">
                <a16:creationId xmlns:a16="http://schemas.microsoft.com/office/drawing/2014/main" id="{64191E27-B869-4B7D-9B55-FB7691A6040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579509" y="6492800"/>
            <a:ext cx="6093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rm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260.xml><?xml version="1.0" encoding="utf-8"?>
<p:sldLayout xmlns:p="http://schemas.openxmlformats.org/presentationml/2006/main" matchingName="2_Standard header only 71">
  <p:cSld name="Sanitized Layout 267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25" name="sanitized-shape-1267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18" name="sanitized-shape-1268">
            <a:extLst xmlns:a="http://schemas.openxmlformats.org/drawingml/2006/main">
              <a:ext uri="{FF2B5EF4-FFF2-40B4-BE49-F238E27FC236}">
                <a16:creationId xmlns:a16="http://schemas.microsoft.com/office/drawing/2014/main" id="{B7B36342-38D2-41C1-B8BB-CEACF3760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1719" name="sanitized-shape-1269">
            <a:extLst xmlns:a="http://schemas.openxmlformats.org/drawingml/2006/main">
              <a:ext uri="{FF2B5EF4-FFF2-40B4-BE49-F238E27FC236}">
                <a16:creationId xmlns:a16="http://schemas.microsoft.com/office/drawing/2014/main" id="{7DB438F0-70EB-4627-99A0-517BD24B47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4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720" name="sanitized-shape-1270">
            <a:extLst xmlns:a="http://schemas.openxmlformats.org/drawingml/2006/main">
              <a:ext uri="{FF2B5EF4-FFF2-40B4-BE49-F238E27FC236}">
                <a16:creationId xmlns:a16="http://schemas.microsoft.com/office/drawing/2014/main" id="{CD2AA06D-B000-41C3-AF0E-0CA8D509277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59991" y="635634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sp>
        <p:nvSpPr>
          <p:cNvPr id="1721" name="sanitized-shape-1271">
            <a:extLst xmlns:a="http://schemas.openxmlformats.org/drawingml/2006/main">
              <a:ext uri="{FF2B5EF4-FFF2-40B4-BE49-F238E27FC236}">
                <a16:creationId xmlns:a16="http://schemas.microsoft.com/office/drawing/2014/main" id="{52FC351E-6AC1-4E58-B726-7DABCBE2DA1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0728" y="1244338"/>
            <a:ext cx="10767600" cy="38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743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3200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657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4114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722" name="sanitized-shape-1272">
            <a:extLst xmlns:a="http://schemas.openxmlformats.org/drawingml/2006/main">
              <a:ext uri="{FF2B5EF4-FFF2-40B4-BE49-F238E27FC236}">
                <a16:creationId xmlns:a16="http://schemas.microsoft.com/office/drawing/2014/main" id="{A78989E7-D62E-456F-AFDF-765AE1891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8668" y="6415085"/>
            <a:ext cx="8882700" cy="24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9950" tIns="54700" rIns="89950" bIns="449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100"/>
              <a:buFont typeface="Times New Roman"/>
              <a:buNone/>
            </a:pPr>
            <a:r>
              <a:rPr sz="1100" b="0" i="0" u="none" cap="none">
                <a:solidFill>
                  <a:srgbClr val="80808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</p:cSld>
</p:sldLayout>
</file>

<file path=ppt/slideLayouts/slideLayout261.xml><?xml version="1.0" encoding="utf-8"?>
<p:sldLayout xmlns:p="http://schemas.openxmlformats.org/presentationml/2006/main" matchingName="2_Standard header only 5 2">
  <p:cSld name="Sanitized Layout 268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33" name="sanitized-shape-1273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26" name="sanitized-shape-1274">
            <a:extLst xmlns:a="http://schemas.openxmlformats.org/drawingml/2006/main">
              <a:ext uri="{FF2B5EF4-FFF2-40B4-BE49-F238E27FC236}">
                <a16:creationId xmlns:a16="http://schemas.microsoft.com/office/drawing/2014/main" id="{0AE527FB-8EC6-46D8-8BDF-AB62A0E79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1727" name="sanitized-shape-1275">
            <a:extLst xmlns:a="http://schemas.openxmlformats.org/drawingml/2006/main">
              <a:ext uri="{FF2B5EF4-FFF2-40B4-BE49-F238E27FC236}">
                <a16:creationId xmlns:a16="http://schemas.microsoft.com/office/drawing/2014/main" id="{665D650B-C262-4F27-B778-3D3698BE6F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4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None/>
              <a:defRPr sz="19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728" name="sanitized-shape-1276">
            <a:extLst xmlns:a="http://schemas.openxmlformats.org/drawingml/2006/main">
              <a:ext uri="{FF2B5EF4-FFF2-40B4-BE49-F238E27FC236}">
                <a16:creationId xmlns:a16="http://schemas.microsoft.com/office/drawing/2014/main" id="{6AAE761B-A26E-491C-B598-6E372A4A14A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728472" y="6492800"/>
            <a:ext cx="4251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sp>
        <p:nvSpPr>
          <p:cNvPr id="1729" name="sanitized-shape-1277">
            <a:extLst xmlns:a="http://schemas.openxmlformats.org/drawingml/2006/main">
              <a:ext uri="{FF2B5EF4-FFF2-40B4-BE49-F238E27FC236}">
                <a16:creationId xmlns:a16="http://schemas.microsoft.com/office/drawing/2014/main" id="{01C2BFEB-8D93-4C85-B000-4344FC1B480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0722" y="863433"/>
            <a:ext cx="10767600" cy="585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743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3200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657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4114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730" name="sanitized-shape-1278">
            <a:extLst xmlns:a="http://schemas.openxmlformats.org/drawingml/2006/main">
              <a:ext uri="{FF2B5EF4-FFF2-40B4-BE49-F238E27FC236}">
                <a16:creationId xmlns:a16="http://schemas.microsoft.com/office/drawing/2014/main" id="{80118568-36A2-4829-82A4-65E3668C1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8668" y="6415085"/>
            <a:ext cx="8882700" cy="24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9950" tIns="54700" rIns="89950" bIns="449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100"/>
              <a:buFont typeface="Times New Roman"/>
              <a:buNone/>
            </a:pPr>
            <a:r>
              <a:rPr sz="1100" b="0" i="0" u="none" cap="none">
                <a:solidFill>
                  <a:srgbClr val="80808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</p:cSld>
</p:sldLayout>
</file>

<file path=ppt/slideLayouts/slideLayout262.xml><?xml version="1.0" encoding="utf-8"?>
<p:sldLayout xmlns:p="http://schemas.openxmlformats.org/presentationml/2006/main" matchingName="2_Standard header only 1 5 1 3 12">
  <p:cSld name="Sanitized Layout 269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39" name="sanitized-shape-1279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34" name="sanitized-shape-1280">
            <a:extLst xmlns:a="http://schemas.openxmlformats.org/drawingml/2006/main">
              <a:ext uri="{FF2B5EF4-FFF2-40B4-BE49-F238E27FC236}">
                <a16:creationId xmlns:a16="http://schemas.microsoft.com/office/drawing/2014/main" id="{F4C72F59-9B91-46AC-9E54-D6FC10482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1735" name="sanitized-shape-1281">
            <a:extLst xmlns:a="http://schemas.openxmlformats.org/drawingml/2006/main">
              <a:ext uri="{FF2B5EF4-FFF2-40B4-BE49-F238E27FC236}">
                <a16:creationId xmlns:a16="http://schemas.microsoft.com/office/drawing/2014/main" id="{08D8F374-EEF1-42FA-ACCE-B455B5BA42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3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None/>
              <a:defRPr sz="21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736" name="sanitized-shape-1282">
            <a:extLst xmlns:a="http://schemas.openxmlformats.org/drawingml/2006/main">
              <a:ext uri="{FF2B5EF4-FFF2-40B4-BE49-F238E27FC236}">
                <a16:creationId xmlns:a16="http://schemas.microsoft.com/office/drawing/2014/main" id="{12380CB7-BEDB-41A4-B0AF-ADC5FD0E523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579509" y="6492800"/>
            <a:ext cx="6093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263.xml><?xml version="1.0" encoding="utf-8"?>
<p:sldLayout xmlns:p="http://schemas.openxmlformats.org/presentationml/2006/main" matchingName="2_Standard header only 1 5 1 3 13">
  <p:cSld name="Sanitized Layout 270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45" name="sanitized-shape-1283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40" name="sanitized-shape-1284">
            <a:extLst xmlns:a="http://schemas.openxmlformats.org/drawingml/2006/main">
              <a:ext uri="{FF2B5EF4-FFF2-40B4-BE49-F238E27FC236}">
                <a16:creationId xmlns:a16="http://schemas.microsoft.com/office/drawing/2014/main" id="{B34DC952-9877-4921-AB4B-A23977F19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1741" name="sanitized-shape-1285">
            <a:extLst xmlns:a="http://schemas.openxmlformats.org/drawingml/2006/main">
              <a:ext uri="{FF2B5EF4-FFF2-40B4-BE49-F238E27FC236}">
                <a16:creationId xmlns:a16="http://schemas.microsoft.com/office/drawing/2014/main" id="{9F427392-D40F-4F01-A732-6D7FF6FFB1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3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None/>
              <a:defRPr sz="21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742" name="sanitized-shape-1286">
            <a:extLst xmlns:a="http://schemas.openxmlformats.org/drawingml/2006/main">
              <a:ext uri="{FF2B5EF4-FFF2-40B4-BE49-F238E27FC236}">
                <a16:creationId xmlns:a16="http://schemas.microsoft.com/office/drawing/2014/main" id="{95778ABA-0AD1-42AE-92D1-16E2B3F26C1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579509" y="6492800"/>
            <a:ext cx="6093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264.xml><?xml version="1.0" encoding="utf-8"?>
<p:sldLayout xmlns:p="http://schemas.openxmlformats.org/presentationml/2006/main" matchingName="2_Standard header only4">
  <p:cSld name="Sanitized Layout 271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51" name="sanitized-shape-1287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46" name="sanitized-shape-1288">
            <a:extLst xmlns:a="http://schemas.openxmlformats.org/drawingml/2006/main">
              <a:ext uri="{FF2B5EF4-FFF2-40B4-BE49-F238E27FC236}">
                <a16:creationId xmlns:a16="http://schemas.microsoft.com/office/drawing/2014/main" id="{0E1D1D0E-A3B3-4662-82D0-DCCA18262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1747" name="sanitized-shape-1289">
            <a:extLst xmlns:a="http://schemas.openxmlformats.org/drawingml/2006/main">
              <a:ext uri="{FF2B5EF4-FFF2-40B4-BE49-F238E27FC236}">
                <a16:creationId xmlns:a16="http://schemas.microsoft.com/office/drawing/2014/main" id="{9C42B065-2B90-45F1-AF19-A7BA8F15C5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3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None/>
              <a:defRPr sz="21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748" name="sanitized-shape-1290">
            <a:extLst xmlns:a="http://schemas.openxmlformats.org/drawingml/2006/main">
              <a:ext uri="{FF2B5EF4-FFF2-40B4-BE49-F238E27FC236}">
                <a16:creationId xmlns:a16="http://schemas.microsoft.com/office/drawing/2014/main" id="{90028307-573B-463B-80BE-23A0DE44BFF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579509" y="6492800"/>
            <a:ext cx="6093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265.xml><?xml version="1.0" encoding="utf-8"?>
<p:sldLayout xmlns:p="http://schemas.openxmlformats.org/presentationml/2006/main" matchingName="2_Standard header only 1 5 1 3 14">
  <p:cSld name="Sanitized Layout 272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57" name="sanitized-shape-1291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52" name="sanitized-shape-1292">
            <a:extLst xmlns:a="http://schemas.openxmlformats.org/drawingml/2006/main">
              <a:ext uri="{FF2B5EF4-FFF2-40B4-BE49-F238E27FC236}">
                <a16:creationId xmlns:a16="http://schemas.microsoft.com/office/drawing/2014/main" id="{AC2C2B87-6DF9-4B10-ADF4-2C8FAEC06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1753" name="sanitized-shape-1293">
            <a:extLst xmlns:a="http://schemas.openxmlformats.org/drawingml/2006/main">
              <a:ext uri="{FF2B5EF4-FFF2-40B4-BE49-F238E27FC236}">
                <a16:creationId xmlns:a16="http://schemas.microsoft.com/office/drawing/2014/main" id="{DE391BD8-10EF-43D6-B869-AAB195B55B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3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None/>
              <a:defRPr sz="21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754" name="sanitized-shape-1294">
            <a:extLst xmlns:a="http://schemas.openxmlformats.org/drawingml/2006/main">
              <a:ext uri="{FF2B5EF4-FFF2-40B4-BE49-F238E27FC236}">
                <a16:creationId xmlns:a16="http://schemas.microsoft.com/office/drawing/2014/main" id="{6DA496DD-6867-454B-99C2-96C588BA337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579509" y="6492800"/>
            <a:ext cx="6093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266.xml><?xml version="1.0" encoding="utf-8"?>
<p:sldLayout xmlns:p="http://schemas.openxmlformats.org/presentationml/2006/main" matchingName="2_Standard header only 1 5 1 3 1 13">
  <p:cSld name="Sanitized Layout 273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63" name="sanitized-shape-1295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58" name="sanitized-shape-1296">
            <a:extLst xmlns:a="http://schemas.openxmlformats.org/drawingml/2006/main">
              <a:ext uri="{FF2B5EF4-FFF2-40B4-BE49-F238E27FC236}">
                <a16:creationId xmlns:a16="http://schemas.microsoft.com/office/drawing/2014/main" id="{5DA8013D-D43F-4A70-BDB0-CCE1E74D7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1759" name="sanitized-shape-1297">
            <a:extLst xmlns:a="http://schemas.openxmlformats.org/drawingml/2006/main">
              <a:ext uri="{FF2B5EF4-FFF2-40B4-BE49-F238E27FC236}">
                <a16:creationId xmlns:a16="http://schemas.microsoft.com/office/drawing/2014/main" id="{085EEDC5-21D7-4E7D-BC81-AA168222D3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3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None/>
              <a:defRPr sz="21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760" name="sanitized-shape-1298">
            <a:extLst xmlns:a="http://schemas.openxmlformats.org/drawingml/2006/main">
              <a:ext uri="{FF2B5EF4-FFF2-40B4-BE49-F238E27FC236}">
                <a16:creationId xmlns:a16="http://schemas.microsoft.com/office/drawing/2014/main" id="{0B4993AC-2723-4585-91FE-DB7790BBBFD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579509" y="6492800"/>
            <a:ext cx="6093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267.xml><?xml version="1.0" encoding="utf-8"?>
<p:sldLayout xmlns:p="http://schemas.openxmlformats.org/presentationml/2006/main" matchingName="Title slide" type="title">
  <p:cSld name="Sanitized Layout 275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66" name="sanitized-shape-1302">
            <a:extLst xmlns:a="http://schemas.openxmlformats.org/drawingml/2006/main">
              <a:ext uri="{FF2B5EF4-FFF2-40B4-BE49-F238E27FC236}">
                <a16:creationId xmlns:a16="http://schemas.microsoft.com/office/drawing/2014/main" id="{55EB5337-5137-42B4-945F-95E3F0F5E8E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415507" y="992767"/>
            <a:ext cx="11358000" cy="2736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767" name="sanitized-shape-1303">
            <a:extLst xmlns:a="http://schemas.openxmlformats.org/drawingml/2006/main">
              <a:ext uri="{FF2B5EF4-FFF2-40B4-BE49-F238E27FC236}">
                <a16:creationId xmlns:a16="http://schemas.microsoft.com/office/drawing/2014/main" id="{119E1777-3FA5-43BC-BBFA-A25959BAF96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15496" y="3778833"/>
            <a:ext cx="11358000" cy="1056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768" name="sanitized-shape-1304">
            <a:extLst xmlns:a="http://schemas.openxmlformats.org/drawingml/2006/main">
              <a:ext uri="{FF2B5EF4-FFF2-40B4-BE49-F238E27FC236}">
                <a16:creationId xmlns:a16="http://schemas.microsoft.com/office/drawing/2014/main" id="{59B80DDA-D424-4A56-A6AE-F08876596AC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3784" y="6217622"/>
            <a:ext cx="7314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268.xml><?xml version="1.0" encoding="utf-8"?>
<p:sldLayout xmlns:p="http://schemas.openxmlformats.org/presentationml/2006/main" matchingName="Section header" type="secHead">
  <p:cSld name="Sanitized Layout 276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70" name="sanitized-shape-1305">
            <a:extLst xmlns:a="http://schemas.openxmlformats.org/drawingml/2006/main">
              <a:ext uri="{FF2B5EF4-FFF2-40B4-BE49-F238E27FC236}">
                <a16:creationId xmlns:a16="http://schemas.microsoft.com/office/drawing/2014/main" id="{5D561338-2C41-4454-A9D9-E4ABDD62A9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15496" y="2867800"/>
            <a:ext cx="11358000" cy="112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771" name="sanitized-shape-1306">
            <a:extLst xmlns:a="http://schemas.openxmlformats.org/drawingml/2006/main">
              <a:ext uri="{FF2B5EF4-FFF2-40B4-BE49-F238E27FC236}">
                <a16:creationId xmlns:a16="http://schemas.microsoft.com/office/drawing/2014/main" id="{6E50676A-B783-448A-97C6-E331EB8BCB3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3784" y="6217622"/>
            <a:ext cx="7314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269.xml><?xml version="1.0" encoding="utf-8"?>
<p:sldLayout xmlns:p="http://schemas.openxmlformats.org/presentationml/2006/main" matchingName="Title and body">
  <p:cSld name="Sanitized Layout 277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73" name="sanitized-shape-1307">
            <a:extLst xmlns:a="http://schemas.openxmlformats.org/drawingml/2006/main">
              <a:ext uri="{FF2B5EF4-FFF2-40B4-BE49-F238E27FC236}">
                <a16:creationId xmlns:a16="http://schemas.microsoft.com/office/drawing/2014/main" id="{4D914DEB-F6A0-40E1-93C1-33FD9BC52F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15496" y="593367"/>
            <a:ext cx="11358000" cy="7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774" name="sanitized-shape-1308">
            <a:extLst xmlns:a="http://schemas.openxmlformats.org/drawingml/2006/main">
              <a:ext uri="{FF2B5EF4-FFF2-40B4-BE49-F238E27FC236}">
                <a16:creationId xmlns:a16="http://schemas.microsoft.com/office/drawing/2014/main" id="{F59A4AF1-5B93-4C14-B340-CBF90C2383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15496" y="1536633"/>
            <a:ext cx="11358000" cy="455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t">
            <a:normAutofit/>
          </a:bodyPr>
          <a:lstStyle xmlns:a="http://schemas.openxmlformats.org/drawingml/2006/main">
            <a:lvl1pPr marL="45720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775" name="sanitized-shape-1309">
            <a:extLst xmlns:a="http://schemas.openxmlformats.org/drawingml/2006/main">
              <a:ext uri="{FF2B5EF4-FFF2-40B4-BE49-F238E27FC236}">
                <a16:creationId xmlns:a16="http://schemas.microsoft.com/office/drawing/2014/main" id="{72F1D8CF-8726-4A5E-B6BF-3AF4CCDB0C4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3784" y="6217622"/>
            <a:ext cx="7314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270.xml><?xml version="1.0" encoding="utf-8"?>
<p:sldLayout xmlns:p="http://schemas.openxmlformats.org/presentationml/2006/main" matchingName="Title and two columns">
  <p:cSld name="Sanitized Layout 278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77" name="sanitized-shape-1310">
            <a:extLst xmlns:a="http://schemas.openxmlformats.org/drawingml/2006/main">
              <a:ext uri="{FF2B5EF4-FFF2-40B4-BE49-F238E27FC236}">
                <a16:creationId xmlns:a16="http://schemas.microsoft.com/office/drawing/2014/main" id="{FEC15DE5-6DBB-4558-9BB1-2754E901CC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15496" y="593367"/>
            <a:ext cx="11358000" cy="7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778" name="sanitized-shape-1311">
            <a:extLst xmlns:a="http://schemas.openxmlformats.org/drawingml/2006/main">
              <a:ext uri="{FF2B5EF4-FFF2-40B4-BE49-F238E27FC236}">
                <a16:creationId xmlns:a16="http://schemas.microsoft.com/office/drawing/2014/main" id="{E051D8B5-A24A-4AD6-90BF-7DC98AD5712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15496" y="1536633"/>
            <a:ext cx="5331900" cy="455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t">
            <a:normAutofit/>
          </a:bodyPr>
          <a:lstStyle xmlns:a="http://schemas.openxmlformats.org/drawingml/2006/main">
            <a:lvl1pPr marL="45720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779" name="sanitized-shape-1312">
            <a:extLst xmlns:a="http://schemas.openxmlformats.org/drawingml/2006/main">
              <a:ext uri="{FF2B5EF4-FFF2-40B4-BE49-F238E27FC236}">
                <a16:creationId xmlns:a16="http://schemas.microsoft.com/office/drawing/2014/main" id="{84F410B9-7D17-45FA-95F3-ACC64B7C107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41588" y="1536633"/>
            <a:ext cx="5331900" cy="455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t">
            <a:normAutofit/>
          </a:bodyPr>
          <a:lstStyle xmlns:a="http://schemas.openxmlformats.org/drawingml/2006/main">
            <a:lvl1pPr marL="45720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780" name="sanitized-shape-1313">
            <a:extLst xmlns:a="http://schemas.openxmlformats.org/drawingml/2006/main">
              <a:ext uri="{FF2B5EF4-FFF2-40B4-BE49-F238E27FC236}">
                <a16:creationId xmlns:a16="http://schemas.microsoft.com/office/drawing/2014/main" id="{58A1B60F-9A43-4ED9-8F7E-3BB0EF39976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3784" y="6217622"/>
            <a:ext cx="7314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271.xml><?xml version="1.0" encoding="utf-8"?>
<p:sldLayout xmlns:p="http://schemas.openxmlformats.org/presentationml/2006/main" matchingName="Title only" type="titleOnly">
  <p:cSld name="Sanitized Layout 279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82" name="sanitized-shape-1314">
            <a:extLst xmlns:a="http://schemas.openxmlformats.org/drawingml/2006/main">
              <a:ext uri="{FF2B5EF4-FFF2-40B4-BE49-F238E27FC236}">
                <a16:creationId xmlns:a16="http://schemas.microsoft.com/office/drawing/2014/main" id="{A4356B8E-CA90-4964-AF18-4B81AEF47D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15496" y="593367"/>
            <a:ext cx="11358000" cy="7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783" name="sanitized-shape-1315">
            <a:extLst xmlns:a="http://schemas.openxmlformats.org/drawingml/2006/main">
              <a:ext uri="{FF2B5EF4-FFF2-40B4-BE49-F238E27FC236}">
                <a16:creationId xmlns:a16="http://schemas.microsoft.com/office/drawing/2014/main" id="{4ECEEB63-C946-4B42-AF27-D5357326156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3784" y="6217622"/>
            <a:ext cx="7314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272.xml><?xml version="1.0" encoding="utf-8"?>
<p:sldLayout xmlns:p="http://schemas.openxmlformats.org/presentationml/2006/main" matchingName="One column text">
  <p:cSld name="Sanitized Layout 280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85" name="sanitized-shape-1316">
            <a:extLst xmlns:a="http://schemas.openxmlformats.org/drawingml/2006/main">
              <a:ext uri="{FF2B5EF4-FFF2-40B4-BE49-F238E27FC236}">
                <a16:creationId xmlns:a16="http://schemas.microsoft.com/office/drawing/2014/main" id="{3D05ACD7-DFFC-4D13-8333-00AA7080F6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15496" y="740800"/>
            <a:ext cx="3743100" cy="100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b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786" name="sanitized-shape-1317">
            <a:extLst xmlns:a="http://schemas.openxmlformats.org/drawingml/2006/main">
              <a:ext uri="{FF2B5EF4-FFF2-40B4-BE49-F238E27FC236}">
                <a16:creationId xmlns:a16="http://schemas.microsoft.com/office/drawing/2014/main" id="{9B115BEF-8B48-4968-A5E0-2134A320352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15496" y="1852800"/>
            <a:ext cx="3743100" cy="4239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t">
            <a:normAutofit/>
          </a:bodyPr>
          <a:lstStyle xmlns:a="http://schemas.openxmlformats.org/drawingml/2006/main">
            <a:lvl1pPr marL="45720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787" name="sanitized-shape-1318">
            <a:extLst xmlns:a="http://schemas.openxmlformats.org/drawingml/2006/main">
              <a:ext uri="{FF2B5EF4-FFF2-40B4-BE49-F238E27FC236}">
                <a16:creationId xmlns:a16="http://schemas.microsoft.com/office/drawing/2014/main" id="{60C4AF4C-DF15-4CDB-A3EA-E0F3A954396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3784" y="6217622"/>
            <a:ext cx="7314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273.xml><?xml version="1.0" encoding="utf-8"?>
<p:sldLayout xmlns:p="http://schemas.openxmlformats.org/presentationml/2006/main" matchingName="Main point">
  <p:cSld name="Sanitized Layout 28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89" name="sanitized-shape-1319">
            <a:extLst xmlns:a="http://schemas.openxmlformats.org/drawingml/2006/main">
              <a:ext uri="{FF2B5EF4-FFF2-40B4-BE49-F238E27FC236}">
                <a16:creationId xmlns:a16="http://schemas.microsoft.com/office/drawing/2014/main" id="{43B581B9-D949-4354-8F50-894C726C2C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53503" y="600200"/>
            <a:ext cx="8488200" cy="545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ctr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790" name="sanitized-shape-1320">
            <a:extLst xmlns:a="http://schemas.openxmlformats.org/drawingml/2006/main">
              <a:ext uri="{FF2B5EF4-FFF2-40B4-BE49-F238E27FC236}">
                <a16:creationId xmlns:a16="http://schemas.microsoft.com/office/drawing/2014/main" id="{1C04E05C-D799-4CDD-8EC8-7A3AE862A9E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3784" y="6217622"/>
            <a:ext cx="7314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274.xml><?xml version="1.0" encoding="utf-8"?>
<p:sldLayout xmlns:p="http://schemas.openxmlformats.org/presentationml/2006/main" matchingName="Section title and description">
  <p:cSld name="Sanitized Layout 28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92" name="sanitized-shape-1321">
            <a:extLst xmlns:a="http://schemas.openxmlformats.org/drawingml/2006/main">
              <a:ext uri="{FF2B5EF4-FFF2-40B4-BE49-F238E27FC236}">
                <a16:creationId xmlns:a16="http://schemas.microsoft.com/office/drawing/2014/main" id="{663289D9-5442-491C-B2E1-E488CAA35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475" y="-167"/>
            <a:ext cx="6094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793" name="sanitized-shape-1322">
            <a:extLst xmlns:a="http://schemas.openxmlformats.org/drawingml/2006/main">
              <a:ext uri="{FF2B5EF4-FFF2-40B4-BE49-F238E27FC236}">
                <a16:creationId xmlns:a16="http://schemas.microsoft.com/office/drawing/2014/main" id="{29399128-37D4-4B48-869F-089AD0607B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3911" y="1644233"/>
            <a:ext cx="5392200" cy="197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794" name="sanitized-shape-1323">
            <a:extLst xmlns:a="http://schemas.openxmlformats.org/drawingml/2006/main">
              <a:ext uri="{FF2B5EF4-FFF2-40B4-BE49-F238E27FC236}">
                <a16:creationId xmlns:a16="http://schemas.microsoft.com/office/drawing/2014/main" id="{761D1BB9-ADF6-4BF2-83C7-C04DB96987A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53911" y="3737433"/>
            <a:ext cx="5392200" cy="164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795" name="sanitized-shape-1324">
            <a:extLst xmlns:a="http://schemas.openxmlformats.org/drawingml/2006/main">
              <a:ext uri="{FF2B5EF4-FFF2-40B4-BE49-F238E27FC236}">
                <a16:creationId xmlns:a16="http://schemas.microsoft.com/office/drawing/2014/main" id="{B3E1728D-46CA-4D8B-A202-E0CC5698D3D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584352" y="965433"/>
            <a:ext cx="5114700" cy="4926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ctr">
            <a:normAutofit/>
          </a:bodyPr>
          <a:lstStyle xmlns:a="http://schemas.openxmlformats.org/drawingml/2006/main">
            <a:lvl1pPr marL="45720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796" name="sanitized-shape-1325">
            <a:extLst xmlns:a="http://schemas.openxmlformats.org/drawingml/2006/main">
              <a:ext uri="{FF2B5EF4-FFF2-40B4-BE49-F238E27FC236}">
                <a16:creationId xmlns:a16="http://schemas.microsoft.com/office/drawing/2014/main" id="{7DA3D7DC-995B-4F3E-BD1C-1AA148B3285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3784" y="6217622"/>
            <a:ext cx="7314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275.xml><?xml version="1.0" encoding="utf-8"?>
<p:sldLayout xmlns:p="http://schemas.openxmlformats.org/presentationml/2006/main" matchingName="Caption">
  <p:cSld name="Sanitized Layout 28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98" name="sanitized-shape-1326">
            <a:extLst xmlns:a="http://schemas.openxmlformats.org/drawingml/2006/main">
              <a:ext uri="{FF2B5EF4-FFF2-40B4-BE49-F238E27FC236}">
                <a16:creationId xmlns:a16="http://schemas.microsoft.com/office/drawing/2014/main" id="{FC98BA1E-9F15-4AF8-BF54-562B18E0718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15496" y="5640767"/>
            <a:ext cx="7996500" cy="80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ctr">
            <a:normAutofit/>
          </a:bodyPr>
          <a:lstStyle xmlns:a="http://schemas.openxmlformats.org/drawingml/2006/main"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 xmlns:a="http://schemas.openxmlformats.org/drawingml/2006/main">
            <a:r>
              <a:t/>
            </a:r>
          </a:p>
        </p:txBody>
      </p:sp>
      <p:sp>
        <p:nvSpPr>
          <p:cNvPr id="1799" name="sanitized-shape-1327">
            <a:extLst xmlns:a="http://schemas.openxmlformats.org/drawingml/2006/main">
              <a:ext uri="{FF2B5EF4-FFF2-40B4-BE49-F238E27FC236}">
                <a16:creationId xmlns:a16="http://schemas.microsoft.com/office/drawing/2014/main" id="{E4C7DBBF-D81B-48DC-9840-1A7CDDE7A1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3784" y="6217622"/>
            <a:ext cx="7314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276.xml><?xml version="1.0" encoding="utf-8"?>
<p:sldLayout xmlns:p="http://schemas.openxmlformats.org/presentationml/2006/main" matchingName="Big number">
  <p:cSld name="Sanitized Layout 28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01" name="sanitized-shape-1328">
            <a:extLst xmlns:a="http://schemas.openxmlformats.org/drawingml/2006/main">
              <a:ext uri="{FF2B5EF4-FFF2-40B4-BE49-F238E27FC236}">
                <a16:creationId xmlns:a16="http://schemas.microsoft.com/office/drawing/2014/main" id="{23B46408-14B5-4A74-B58F-F289A1CCC20F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15496" y="1474833"/>
            <a:ext cx="11358000" cy="2618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802" name="sanitized-shape-1329">
            <a:extLst xmlns:a="http://schemas.openxmlformats.org/drawingml/2006/main">
              <a:ext uri="{FF2B5EF4-FFF2-40B4-BE49-F238E27FC236}">
                <a16:creationId xmlns:a16="http://schemas.microsoft.com/office/drawing/2014/main" id="{B62524B2-5608-49C7-B3D8-381E551B6B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15496" y="4202967"/>
            <a:ext cx="11358000" cy="173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t">
            <a:normAutofit/>
          </a:bodyPr>
          <a:lstStyle xmlns:a="http://schemas.openxmlformats.org/drawingml/2006/main">
            <a:lvl1pPr marL="457200" indent="-3810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indent="-34925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indent="-34925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indent="-34925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indent="-34925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indent="-34925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indent="-34925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indent="-34925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indent="-34925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803" name="sanitized-shape-1330">
            <a:extLst xmlns:a="http://schemas.openxmlformats.org/drawingml/2006/main">
              <a:ext uri="{FF2B5EF4-FFF2-40B4-BE49-F238E27FC236}">
                <a16:creationId xmlns:a16="http://schemas.microsoft.com/office/drawing/2014/main" id="{22367B8B-F50A-49AA-9A16-3A20B76D7F9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3784" y="6217622"/>
            <a:ext cx="7314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277.xml><?xml version="1.0" encoding="utf-8"?>
<p:sldLayout xmlns:p="http://schemas.openxmlformats.org/presentationml/2006/main" matchingName="Blank" type="blank">
  <p:cSld name="Sanitized Layout 285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05" name="sanitized-shape-1331">
            <a:extLst xmlns:a="http://schemas.openxmlformats.org/drawingml/2006/main">
              <a:ext uri="{FF2B5EF4-FFF2-40B4-BE49-F238E27FC236}">
                <a16:creationId xmlns:a16="http://schemas.microsoft.com/office/drawing/2014/main" id="{D027B902-1621-4527-A8EB-C8EE6039816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3784" y="6217622"/>
            <a:ext cx="7314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278.xml><?xml version="1.0" encoding="utf-8"?>
<p:sldLayout xmlns:p="http://schemas.openxmlformats.org/presentationml/2006/main" showMasterSp="0" matchingName="1_Title Slide">
  <p:cSld name="Sanitized Layout 286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08" name="sanitized-shape-1332">
            <a:extLst xmlns:a="http://schemas.openxmlformats.org/drawingml/2006/main">
              <a:ext uri="{FF2B5EF4-FFF2-40B4-BE49-F238E27FC236}">
                <a16:creationId xmlns:a16="http://schemas.microsoft.com/office/drawing/2014/main" id="{160A76D3-D600-4B92-98AE-E609BCC339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47957" y="2875172"/>
            <a:ext cx="10734600" cy="141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650" tIns="45650" rIns="45650" bIns="45650" anchor="b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/>
            </a:lvl1pPr>
            <a:lvl2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None/>
              <a:defRPr/>
            </a:lvl2pPr>
            <a:lvl3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None/>
              <a:defRPr/>
            </a:lvl3pPr>
            <a:lvl4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None/>
              <a:defRPr/>
            </a:lvl4pPr>
            <a:lvl5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None/>
              <a:defRPr/>
            </a:lvl5pPr>
            <a:lvl6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None/>
              <a:defRPr/>
            </a:lvl6pPr>
            <a:lvl7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None/>
              <a:defRPr/>
            </a:lvl7pPr>
            <a:lvl8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None/>
              <a:defRPr/>
            </a:lvl8pPr>
            <a:lvl9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None/>
              <a:defRPr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809" name="sanitized-shape-1333">
            <a:extLst xmlns:a="http://schemas.openxmlformats.org/drawingml/2006/main">
              <a:ext uri="{FF2B5EF4-FFF2-40B4-BE49-F238E27FC236}">
                <a16:creationId xmlns:a16="http://schemas.microsoft.com/office/drawing/2014/main" id="{8A984FC8-C036-46D5-9E44-9E690AA6A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47957" y="4287404"/>
            <a:ext cx="10734600" cy="55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650" tIns="45650" rIns="45650" bIns="45650" anchor="t">
            <a:normAutofit/>
          </a:bodyPr>
          <a:lstStyle xmlns:a="http://schemas.openxmlformats.org/drawingml/2006/main">
            <a:lvl1pPr marL="457200" indent="-228600" algn="ctr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rgbClr val="767171"/>
              </a:buClr>
              <a:buSzPts val="2000"/>
              <a:buFont typeface="Arial"/>
              <a:buNone/>
              <a:defRPr sz="2000">
                <a:solidFill>
                  <a:srgbClr val="767171"/>
                </a:solidFill>
              </a:defRPr>
            </a:lvl1pPr>
            <a:lvl2pPr marL="914400" indent="-228600" algn="ctr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rgbClr val="767171"/>
              </a:buClr>
              <a:buSzPts val="2000"/>
              <a:buFont typeface="Arial"/>
              <a:buNone/>
              <a:defRPr sz="2000">
                <a:solidFill>
                  <a:srgbClr val="767171"/>
                </a:solidFill>
              </a:defRPr>
            </a:lvl2pPr>
            <a:lvl3pPr marL="1371600" indent="-228600" algn="ctr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rgbClr val="767171"/>
              </a:buClr>
              <a:buSzPts val="2000"/>
              <a:buFont typeface="Arial"/>
              <a:buNone/>
              <a:defRPr sz="2000">
                <a:solidFill>
                  <a:srgbClr val="767171"/>
                </a:solidFill>
              </a:defRPr>
            </a:lvl3pPr>
            <a:lvl4pPr marL="1828800" indent="-228600" algn="ctr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rgbClr val="767171"/>
              </a:buClr>
              <a:buSzPts val="2000"/>
              <a:buFont typeface="Arial"/>
              <a:buNone/>
              <a:defRPr sz="2000">
                <a:solidFill>
                  <a:srgbClr val="767171"/>
                </a:solidFill>
              </a:defRPr>
            </a:lvl4pPr>
            <a:lvl5pPr marL="2286000" indent="-228600" algn="ctr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rgbClr val="767171"/>
              </a:buClr>
              <a:buSzPts val="2000"/>
              <a:buFont typeface="Arial"/>
              <a:buNone/>
              <a:defRPr sz="2000">
                <a:solidFill>
                  <a:srgbClr val="767171"/>
                </a:solidFill>
              </a:defRPr>
            </a:lvl5pPr>
            <a:lvl6pPr marL="27432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6pPr>
            <a:lvl7pPr marL="32004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7pPr>
            <a:lvl8pPr marL="36576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8pPr>
            <a:lvl9pPr marL="41148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810" name="sanitized-shape-1334">
            <a:extLst xmlns:a="http://schemas.openxmlformats.org/drawingml/2006/main">
              <a:ext uri="{FF2B5EF4-FFF2-40B4-BE49-F238E27FC236}">
                <a16:creationId xmlns:a16="http://schemas.microsoft.com/office/drawing/2014/main" id="{2A9844BB-E9D7-4130-81B9-75829D6FC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71359"/>
            <a:ext cx="12189000" cy="112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4D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45700" rIns="45700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</a:p>
        </p:txBody>
      </p:sp>
      <p:sp>
        <p:nvSpPr>
          <p:cNvPr id="1811" name="sanitized-shape-1335">
            <a:extLst xmlns:a="http://schemas.openxmlformats.org/drawingml/2006/main">
              <a:ext uri="{FF2B5EF4-FFF2-40B4-BE49-F238E27FC236}">
                <a16:creationId xmlns:a16="http://schemas.microsoft.com/office/drawing/2014/main" id="{D893E49C-B6A4-4BD3-862C-51539F52A6F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5891326" y="6217871"/>
            <a:ext cx="2844000" cy="27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45700" rIns="45700" bIns="45700" anchor="ctr">
            <a:sp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279.xml><?xml version="1.0" encoding="utf-8"?>
<p:sldLayout xmlns:p="http://schemas.openxmlformats.org/presentationml/2006/main" matchingName="2_Standard header only">
  <p:cSld name="Sanitized Layout 287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821" name="sanitized-shape-1336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15" name="sanitized-shape-1337">
            <a:extLst xmlns:a="http://schemas.openxmlformats.org/drawingml/2006/main">
              <a:ext uri="{FF2B5EF4-FFF2-40B4-BE49-F238E27FC236}">
                <a16:creationId xmlns:a16="http://schemas.microsoft.com/office/drawing/2014/main" id="{4E8756C5-9132-4E54-B14C-BCF0BB9F6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1816" name="sanitized-shape-1338">
            <a:extLst xmlns:a="http://schemas.openxmlformats.org/drawingml/2006/main">
              <a:ext uri="{FF2B5EF4-FFF2-40B4-BE49-F238E27FC236}">
                <a16:creationId xmlns:a16="http://schemas.microsoft.com/office/drawing/2014/main" id="{A14888AA-67C5-4E84-B66C-84EAD24E88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3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817" name="sanitized-shape-1339">
            <a:extLst xmlns:a="http://schemas.openxmlformats.org/drawingml/2006/main">
              <a:ext uri="{FF2B5EF4-FFF2-40B4-BE49-F238E27FC236}">
                <a16:creationId xmlns:a16="http://schemas.microsoft.com/office/drawing/2014/main" id="{BDF3C29E-EF25-47D4-B17D-6D66F1E0DB2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59991" y="635634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sp>
        <p:nvSpPr>
          <p:cNvPr id="1818" name="sanitized-shape-1340">
            <a:extLst xmlns:a="http://schemas.openxmlformats.org/drawingml/2006/main">
              <a:ext uri="{FF2B5EF4-FFF2-40B4-BE49-F238E27FC236}">
                <a16:creationId xmlns:a16="http://schemas.microsoft.com/office/drawing/2014/main" id="{B6311567-D726-45A5-960D-ABAEAF4B2EF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0729" y="1244337"/>
            <a:ext cx="10767600" cy="38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2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743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3200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657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4114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</p:spTree>
  </p:cSld>
</p:sldLayout>
</file>

<file path=ppt/slideLayouts/slideLayout280.xml><?xml version="1.0" encoding="utf-8"?>
<p:sldLayout xmlns:p="http://schemas.openxmlformats.org/presentationml/2006/main" showMasterSp="0" matchingName="3_Sub Titles and Contents">
  <p:cSld name="Sanitized Layout 288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829" name="sanitized-shape-1341"/>
          <p:cNvCxnSpPr/>
          <p:nvPr/>
        </p:nvCxnSpPr>
        <p:spPr>
          <a:xfrm xmlns:a="http://schemas.openxmlformats.org/drawingml/2006/main">
            <a:off x="739224" y="651219"/>
            <a:ext cx="11193600" cy="0"/>
          </a:xfrm>
          <a:prstGeom xmlns:a="http://schemas.openxmlformats.org/drawingml/2006/main" prst="straightConnector1">
            <a:avLst/>
          </a:prstGeom>
          <a:ln xmlns:a="http://schemas.openxmlformats.org/drawingml/2006/main" w="67725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21" name="sanitized-shape-1342">
            <a:extLst xmlns:a="http://schemas.openxmlformats.org/drawingml/2006/main">
              <a:ext uri="{FF2B5EF4-FFF2-40B4-BE49-F238E27FC236}">
                <a16:creationId xmlns:a16="http://schemas.microsoft.com/office/drawing/2014/main" id="{2B3DC439-3AEE-4ACE-803B-2E15416307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36416" y="76200"/>
            <a:ext cx="10741800" cy="58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51425" rIns="51425" bIns="5142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/>
            </a:lvl1pPr>
            <a:lvl2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/>
            </a:lvl2pPr>
            <a:lvl3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/>
            </a:lvl3pPr>
            <a:lvl4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/>
            </a:lvl4pPr>
            <a:lvl5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/>
            </a:lvl5pPr>
            <a:lvl6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/>
            </a:lvl6pPr>
            <a:lvl7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/>
            </a:lvl7pPr>
            <a:lvl8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/>
            </a:lvl8pPr>
            <a:lvl9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822" name="sanitized-shape-1343">
            <a:extLst xmlns:a="http://schemas.openxmlformats.org/drawingml/2006/main">
              <a:ext uri="{FF2B5EF4-FFF2-40B4-BE49-F238E27FC236}">
                <a16:creationId xmlns:a16="http://schemas.microsoft.com/office/drawing/2014/main" id="{B315DB1E-D4E1-459F-84F4-E35B59DFB18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36416" y="1432100"/>
            <a:ext cx="6235500" cy="8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50" tIns="34250" rIns="34250" bIns="34250" anchor="t">
            <a:normAutofit/>
          </a:bodyPr>
          <a:lstStyle xmlns:a="http://schemas.openxmlformats.org/drawingml/2006/main">
            <a:lvl1pPr marL="45720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•"/>
              <a:defRPr sz="1500"/>
            </a:lvl1pPr>
            <a:lvl2pPr marL="91440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•"/>
              <a:defRPr sz="1500"/>
            </a:lvl2pPr>
            <a:lvl3pPr marL="137160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•"/>
              <a:defRPr sz="1500"/>
            </a:lvl3pPr>
            <a:lvl4pPr marL="182880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•"/>
              <a:defRPr sz="1500"/>
            </a:lvl4pPr>
            <a:lvl5pPr marL="228600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•"/>
              <a:defRPr sz="1500"/>
            </a:lvl5pPr>
            <a:lvl6pPr marL="27432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6pPr>
            <a:lvl7pPr marL="32004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7pPr>
            <a:lvl8pPr marL="36576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8pPr>
            <a:lvl9pPr marL="41148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823" name="sanitized-shape-1344">
            <a:extLst xmlns:a="http://schemas.openxmlformats.org/drawingml/2006/main">
              <a:ext uri="{FF2B5EF4-FFF2-40B4-BE49-F238E27FC236}">
                <a16:creationId xmlns:a16="http://schemas.microsoft.com/office/drawing/2014/main" id="{A3045B4C-7344-495A-B596-6F0A164E0BA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733242" y="982563"/>
            <a:ext cx="5056200" cy="44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50" tIns="34250" rIns="34250" bIns="34250" anchor="ctr">
            <a:normAutofit/>
          </a:bodyPr>
          <a:lstStyle xmlns:a="http://schemas.openxmlformats.org/drawingml/2006/main">
            <a:lvl1pPr marL="4572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1pPr>
            <a:lvl2pPr marL="9144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2pPr>
            <a:lvl3pPr marL="13716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3pPr>
            <a:lvl4pPr marL="18288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4pPr>
            <a:lvl5pPr marL="22860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5pPr>
            <a:lvl6pPr marL="27432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6pPr>
            <a:lvl7pPr marL="32004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7pPr>
            <a:lvl8pPr marL="36576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8pPr>
            <a:lvl9pPr marL="41148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824" name="sanitized-shape-1345">
            <a:extLst xmlns:a="http://schemas.openxmlformats.org/drawingml/2006/main">
              <a:ext uri="{FF2B5EF4-FFF2-40B4-BE49-F238E27FC236}">
                <a16:creationId xmlns:a16="http://schemas.microsoft.com/office/drawing/2014/main" id="{E26FB719-9922-44BE-B909-116BEA16115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733242" y="2455547"/>
            <a:ext cx="5056200" cy="44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50" tIns="34250" rIns="34250" bIns="34250" anchor="ctr">
            <a:normAutofit/>
          </a:bodyPr>
          <a:lstStyle xmlns:a="http://schemas.openxmlformats.org/drawingml/2006/main">
            <a:lvl1pPr marL="4572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1pPr>
            <a:lvl2pPr marL="9144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2pPr>
            <a:lvl3pPr marL="13716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3pPr>
            <a:lvl4pPr marL="18288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4pPr>
            <a:lvl5pPr marL="22860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5pPr>
            <a:lvl6pPr marL="27432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6pPr>
            <a:lvl7pPr marL="32004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7pPr>
            <a:lvl8pPr marL="36576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8pPr>
            <a:lvl9pPr marL="41148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825" name="sanitized-shape-1346">
            <a:extLst xmlns:a="http://schemas.openxmlformats.org/drawingml/2006/main">
              <a:ext uri="{FF2B5EF4-FFF2-40B4-BE49-F238E27FC236}">
                <a16:creationId xmlns:a16="http://schemas.microsoft.com/office/drawing/2014/main" id="{A9D97473-5045-40AA-B2C7-ECB70A1640F5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733240" y="4055471"/>
            <a:ext cx="5056200" cy="44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50" tIns="34250" rIns="34250" bIns="34250" anchor="ctr">
            <a:normAutofit/>
          </a:bodyPr>
          <a:lstStyle xmlns:a="http://schemas.openxmlformats.org/drawingml/2006/main">
            <a:lvl1pPr marL="4572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1pPr>
            <a:lvl2pPr marL="9144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2pPr>
            <a:lvl3pPr marL="13716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3pPr>
            <a:lvl4pPr marL="18288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4pPr>
            <a:lvl5pPr marL="22860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5pPr>
            <a:lvl6pPr marL="27432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6pPr>
            <a:lvl7pPr marL="32004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7pPr>
            <a:lvl8pPr marL="36576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8pPr>
            <a:lvl9pPr marL="41148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826" name="sanitized-shape-1347">
            <a:extLst xmlns:a="http://schemas.openxmlformats.org/drawingml/2006/main">
              <a:ext uri="{FF2B5EF4-FFF2-40B4-BE49-F238E27FC236}">
                <a16:creationId xmlns:a16="http://schemas.microsoft.com/office/drawing/2014/main" id="{D93E80AD-E72C-40BF-9DED-22415D44CDD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718284" y="6418444"/>
            <a:ext cx="273600" cy="25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50" tIns="34250" rIns="34250" bIns="34250" anchor="ctr">
            <a:sp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281.xml><?xml version="1.0" encoding="utf-8"?>
<p:sldLayout xmlns:p="http://schemas.openxmlformats.org/presentationml/2006/main" showMasterSp="0" matchingName="3_Sub Titles and Contents 1">
  <p:cSld name="Sanitized Layout 289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838" name="sanitized-shape-1348"/>
          <p:cNvCxnSpPr/>
          <p:nvPr/>
        </p:nvCxnSpPr>
        <p:spPr>
          <a:xfrm xmlns:a="http://schemas.openxmlformats.org/drawingml/2006/main">
            <a:off x="739224" y="651219"/>
            <a:ext cx="11193600" cy="0"/>
          </a:xfrm>
          <a:prstGeom xmlns:a="http://schemas.openxmlformats.org/drawingml/2006/main" prst="straightConnector1">
            <a:avLst/>
          </a:prstGeom>
          <a:ln xmlns:a="http://schemas.openxmlformats.org/drawingml/2006/main" w="67725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30" name="sanitized-shape-1349">
            <a:extLst xmlns:a="http://schemas.openxmlformats.org/drawingml/2006/main">
              <a:ext uri="{FF2B5EF4-FFF2-40B4-BE49-F238E27FC236}">
                <a16:creationId xmlns:a16="http://schemas.microsoft.com/office/drawing/2014/main" id="{E288AF42-5125-45A4-8013-D4045443D0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36416" y="76200"/>
            <a:ext cx="10741800" cy="58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51425" rIns="51425" bIns="5142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/>
            </a:lvl1pPr>
            <a:lvl2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/>
            </a:lvl2pPr>
            <a:lvl3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/>
            </a:lvl3pPr>
            <a:lvl4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/>
            </a:lvl4pPr>
            <a:lvl5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/>
            </a:lvl5pPr>
            <a:lvl6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/>
            </a:lvl6pPr>
            <a:lvl7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/>
            </a:lvl7pPr>
            <a:lvl8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/>
            </a:lvl8pPr>
            <a:lvl9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831" name="sanitized-shape-1350">
            <a:extLst xmlns:a="http://schemas.openxmlformats.org/drawingml/2006/main">
              <a:ext uri="{FF2B5EF4-FFF2-40B4-BE49-F238E27FC236}">
                <a16:creationId xmlns:a16="http://schemas.microsoft.com/office/drawing/2014/main" id="{9EF9362E-F952-47CF-B50D-A02F674C667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36416" y="1432100"/>
            <a:ext cx="6235500" cy="8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50" tIns="34250" rIns="34250" bIns="34250" anchor="t">
            <a:normAutofit/>
          </a:bodyPr>
          <a:lstStyle xmlns:a="http://schemas.openxmlformats.org/drawingml/2006/main">
            <a:lvl1pPr marL="45720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•"/>
              <a:defRPr sz="1500"/>
            </a:lvl1pPr>
            <a:lvl2pPr marL="91440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•"/>
              <a:defRPr sz="1500"/>
            </a:lvl2pPr>
            <a:lvl3pPr marL="137160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•"/>
              <a:defRPr sz="1500"/>
            </a:lvl3pPr>
            <a:lvl4pPr marL="182880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•"/>
              <a:defRPr sz="1500"/>
            </a:lvl4pPr>
            <a:lvl5pPr marL="228600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•"/>
              <a:defRPr sz="1500"/>
            </a:lvl5pPr>
            <a:lvl6pPr marL="27432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6pPr>
            <a:lvl7pPr marL="32004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7pPr>
            <a:lvl8pPr marL="36576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8pPr>
            <a:lvl9pPr marL="41148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832" name="sanitized-shape-1351">
            <a:extLst xmlns:a="http://schemas.openxmlformats.org/drawingml/2006/main">
              <a:ext uri="{FF2B5EF4-FFF2-40B4-BE49-F238E27FC236}">
                <a16:creationId xmlns:a16="http://schemas.microsoft.com/office/drawing/2014/main" id="{3FF60235-6A78-46EF-919E-73528FFB965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733242" y="982563"/>
            <a:ext cx="5056200" cy="44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50" tIns="34250" rIns="34250" bIns="34250" anchor="ctr">
            <a:normAutofit/>
          </a:bodyPr>
          <a:lstStyle xmlns:a="http://schemas.openxmlformats.org/drawingml/2006/main">
            <a:lvl1pPr marL="4572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1pPr>
            <a:lvl2pPr marL="9144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2pPr>
            <a:lvl3pPr marL="13716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3pPr>
            <a:lvl4pPr marL="18288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4pPr>
            <a:lvl5pPr marL="22860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5pPr>
            <a:lvl6pPr marL="27432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6pPr>
            <a:lvl7pPr marL="32004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7pPr>
            <a:lvl8pPr marL="36576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8pPr>
            <a:lvl9pPr marL="41148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833" name="sanitized-shape-1352">
            <a:extLst xmlns:a="http://schemas.openxmlformats.org/drawingml/2006/main">
              <a:ext uri="{FF2B5EF4-FFF2-40B4-BE49-F238E27FC236}">
                <a16:creationId xmlns:a16="http://schemas.microsoft.com/office/drawing/2014/main" id="{DE36A7ED-8602-4A8E-A85E-B889130B9485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733242" y="2455547"/>
            <a:ext cx="5056200" cy="44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50" tIns="34250" rIns="34250" bIns="34250" anchor="ctr">
            <a:normAutofit/>
          </a:bodyPr>
          <a:lstStyle xmlns:a="http://schemas.openxmlformats.org/drawingml/2006/main">
            <a:lvl1pPr marL="4572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1pPr>
            <a:lvl2pPr marL="9144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2pPr>
            <a:lvl3pPr marL="13716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3pPr>
            <a:lvl4pPr marL="18288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4pPr>
            <a:lvl5pPr marL="22860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5pPr>
            <a:lvl6pPr marL="27432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6pPr>
            <a:lvl7pPr marL="32004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7pPr>
            <a:lvl8pPr marL="36576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8pPr>
            <a:lvl9pPr marL="41148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834" name="sanitized-shape-1353">
            <a:extLst xmlns:a="http://schemas.openxmlformats.org/drawingml/2006/main">
              <a:ext uri="{FF2B5EF4-FFF2-40B4-BE49-F238E27FC236}">
                <a16:creationId xmlns:a16="http://schemas.microsoft.com/office/drawing/2014/main" id="{F194D18E-3775-41F6-949B-6CA140110276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733240" y="4055471"/>
            <a:ext cx="5056200" cy="44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50" tIns="34250" rIns="34250" bIns="34250" anchor="ctr">
            <a:normAutofit/>
          </a:bodyPr>
          <a:lstStyle xmlns:a="http://schemas.openxmlformats.org/drawingml/2006/main">
            <a:lvl1pPr marL="4572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1pPr>
            <a:lvl2pPr marL="9144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2pPr>
            <a:lvl3pPr marL="13716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3pPr>
            <a:lvl4pPr marL="18288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4pPr>
            <a:lvl5pPr marL="22860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5pPr>
            <a:lvl6pPr marL="27432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6pPr>
            <a:lvl7pPr marL="32004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7pPr>
            <a:lvl8pPr marL="36576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8pPr>
            <a:lvl9pPr marL="41148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835" name="sanitized-shape-1354">
            <a:extLst xmlns:a="http://schemas.openxmlformats.org/drawingml/2006/main">
              <a:ext uri="{FF2B5EF4-FFF2-40B4-BE49-F238E27FC236}">
                <a16:creationId xmlns:a16="http://schemas.microsoft.com/office/drawing/2014/main" id="{B2E36115-06AC-4899-8205-28FE74351F8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718284" y="6418444"/>
            <a:ext cx="273600" cy="25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50" tIns="34250" rIns="34250" bIns="34250" anchor="ctr">
            <a:sp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282.xml><?xml version="1.0" encoding="utf-8"?>
<p:sldLayout xmlns:p="http://schemas.openxmlformats.org/presentationml/2006/main" matchingName="2_Standard header only 2">
  <p:cSld name="Sanitized Layout 290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846" name="sanitized-shape-1355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40" name="sanitized-shape-1356">
            <a:extLst xmlns:a="http://schemas.openxmlformats.org/drawingml/2006/main">
              <a:ext uri="{FF2B5EF4-FFF2-40B4-BE49-F238E27FC236}">
                <a16:creationId xmlns:a16="http://schemas.microsoft.com/office/drawing/2014/main" id="{A2B25537-8F23-4562-B5F2-FDA36B3A1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t/>
            </a:r>
          </a:p>
        </p:txBody>
      </p:sp>
      <p:sp>
        <p:nvSpPr>
          <p:cNvPr id="1841" name="sanitized-shape-1357">
            <a:extLst xmlns:a="http://schemas.openxmlformats.org/drawingml/2006/main">
              <a:ext uri="{FF2B5EF4-FFF2-40B4-BE49-F238E27FC236}">
                <a16:creationId xmlns:a16="http://schemas.microsoft.com/office/drawing/2014/main" id="{42B53D42-1B38-430A-90AD-63880F2090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3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51425" rIns="51425" bIns="51425" anchor="b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842" name="sanitized-shape-1358">
            <a:extLst xmlns:a="http://schemas.openxmlformats.org/drawingml/2006/main">
              <a:ext uri="{FF2B5EF4-FFF2-40B4-BE49-F238E27FC236}">
                <a16:creationId xmlns:a16="http://schemas.microsoft.com/office/drawing/2014/main" id="{20AE1D3C-635B-4F94-8749-182A896671C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59991" y="635634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sp>
        <p:nvSpPr>
          <p:cNvPr id="1843" name="sanitized-shape-1359">
            <a:extLst xmlns:a="http://schemas.openxmlformats.org/drawingml/2006/main">
              <a:ext uri="{FF2B5EF4-FFF2-40B4-BE49-F238E27FC236}">
                <a16:creationId xmlns:a16="http://schemas.microsoft.com/office/drawing/2014/main" id="{E9E3220B-2DEB-4D27-B39C-1BCE376F567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0729" y="1244337"/>
            <a:ext cx="10767600" cy="38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34250" rIns="68550" bIns="34250" anchor="t">
            <a:no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743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3200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657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4114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</p:spTree>
  </p:cSld>
</p:sldLayout>
</file>

<file path=ppt/slideLayouts/slideLayout283.xml><?xml version="1.0" encoding="utf-8"?>
<p:sldLayout xmlns:p="http://schemas.openxmlformats.org/presentationml/2006/main" matchingName="2_Standard header only 1">
  <p:cSld name="Sanitized Layout 291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853" name="sanitized-shape-1360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47" name="sanitized-shape-1361">
            <a:extLst xmlns:a="http://schemas.openxmlformats.org/drawingml/2006/main">
              <a:ext uri="{FF2B5EF4-FFF2-40B4-BE49-F238E27FC236}">
                <a16:creationId xmlns:a16="http://schemas.microsoft.com/office/drawing/2014/main" id="{A1B1F4A5-9A93-48A2-B823-7CEADEDD5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1848" name="sanitized-shape-1362">
            <a:extLst xmlns:a="http://schemas.openxmlformats.org/drawingml/2006/main">
              <a:ext uri="{FF2B5EF4-FFF2-40B4-BE49-F238E27FC236}">
                <a16:creationId xmlns:a16="http://schemas.microsoft.com/office/drawing/2014/main" id="{7D8E39AA-AA6B-407F-A394-F6FFCA8ACB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3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849" name="sanitized-shape-1363">
            <a:extLst xmlns:a="http://schemas.openxmlformats.org/drawingml/2006/main">
              <a:ext uri="{FF2B5EF4-FFF2-40B4-BE49-F238E27FC236}">
                <a16:creationId xmlns:a16="http://schemas.microsoft.com/office/drawing/2014/main" id="{CF11423E-6B2B-4CE8-969C-68C0E27F44F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59991" y="635634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sp>
        <p:nvSpPr>
          <p:cNvPr id="1850" name="sanitized-shape-1364">
            <a:extLst xmlns:a="http://schemas.openxmlformats.org/drawingml/2006/main">
              <a:ext uri="{FF2B5EF4-FFF2-40B4-BE49-F238E27FC236}">
                <a16:creationId xmlns:a16="http://schemas.microsoft.com/office/drawing/2014/main" id="{5DAFB53E-69BD-4E06-A79F-B40588B310C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0729" y="1244337"/>
            <a:ext cx="10767600" cy="38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2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743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3200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657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4114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</p:spTree>
  </p:cSld>
</p:sldLayout>
</file>

<file path=ppt/slideLayouts/slideLayout284.xml><?xml version="1.0" encoding="utf-8"?>
<p:sldLayout xmlns:p="http://schemas.openxmlformats.org/presentationml/2006/main" matchingName="2_Standard header only 1 1">
  <p:cSld name="Sanitized Layout 292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860" name="sanitized-shape-1365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53" name="sanitized-shape-1366">
            <a:extLst xmlns:a="http://schemas.openxmlformats.org/drawingml/2006/main">
              <a:ext uri="{FF2B5EF4-FFF2-40B4-BE49-F238E27FC236}">
                <a16:creationId xmlns:a16="http://schemas.microsoft.com/office/drawing/2014/main" id="{5FE097A9-640B-45E8-A440-9290A2259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4D2D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1854" name="sanitized-shape-1367">
            <a:extLst xmlns:a="http://schemas.openxmlformats.org/drawingml/2006/main">
              <a:ext uri="{FF2B5EF4-FFF2-40B4-BE49-F238E27FC236}">
                <a16:creationId xmlns:a16="http://schemas.microsoft.com/office/drawing/2014/main" id="{CFB47D82-3906-4B0B-8BDE-486F18D1BC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3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855" name="sanitized-shape-1368">
            <a:extLst xmlns:a="http://schemas.openxmlformats.org/drawingml/2006/main">
              <a:ext uri="{FF2B5EF4-FFF2-40B4-BE49-F238E27FC236}">
                <a16:creationId xmlns:a16="http://schemas.microsoft.com/office/drawing/2014/main" id="{50ADE915-0581-4F94-9641-8550F4C332E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59991" y="635634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sp>
        <p:nvSpPr>
          <p:cNvPr id="1856" name="sanitized-shape-1369">
            <a:extLst xmlns:a="http://schemas.openxmlformats.org/drawingml/2006/main">
              <a:ext uri="{FF2B5EF4-FFF2-40B4-BE49-F238E27FC236}">
                <a16:creationId xmlns:a16="http://schemas.microsoft.com/office/drawing/2014/main" id="{C634BEA0-588C-45A6-9750-28C208E9F50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0729" y="1244337"/>
            <a:ext cx="10767600" cy="38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743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3200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657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4114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857" name="sanitized-shape-1370">
            <a:extLst xmlns:a="http://schemas.openxmlformats.org/drawingml/2006/main">
              <a:ext uri="{FF2B5EF4-FFF2-40B4-BE49-F238E27FC236}">
                <a16:creationId xmlns:a16="http://schemas.microsoft.com/office/drawing/2014/main" id="{3FF4C014-C3D8-4FE2-8AD2-0597D03F4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8669" y="6415085"/>
            <a:ext cx="8882700" cy="24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9950" tIns="54700" rIns="89950" bIns="449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100"/>
              <a:buFont typeface="Times New Roman"/>
              <a:buNone/>
            </a:pPr>
            <a:r>
              <a:rPr sz="1100" b="0" i="0" u="none" cap="none">
                <a:solidFill>
                  <a:srgbClr val="80808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</p:cSld>
</p:sldLayout>
</file>

<file path=ppt/slideLayouts/slideLayout285.xml><?xml version="1.0" encoding="utf-8"?>
<p:sldLayout xmlns:p="http://schemas.openxmlformats.org/presentationml/2006/main" matchingName="2_Standard header only 8">
  <p:cSld name="Sanitized Layout 293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868" name="sanitized-shape-1371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62" name="sanitized-shape-1372">
            <a:extLst xmlns:a="http://schemas.openxmlformats.org/drawingml/2006/main">
              <a:ext uri="{FF2B5EF4-FFF2-40B4-BE49-F238E27FC236}">
                <a16:creationId xmlns:a16="http://schemas.microsoft.com/office/drawing/2014/main" id="{A3C17537-D154-4533-B684-F9E1F84B8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t/>
            </a:r>
          </a:p>
        </p:txBody>
      </p:sp>
      <p:sp>
        <p:nvSpPr>
          <p:cNvPr id="1863" name="sanitized-shape-1373">
            <a:extLst xmlns:a="http://schemas.openxmlformats.org/drawingml/2006/main">
              <a:ext uri="{FF2B5EF4-FFF2-40B4-BE49-F238E27FC236}">
                <a16:creationId xmlns:a16="http://schemas.microsoft.com/office/drawing/2014/main" id="{AB2215A7-CC23-4781-B0B0-C5A795FEB3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3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51425" rIns="51425" bIns="51425" anchor="b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864" name="sanitized-shape-1374">
            <a:extLst xmlns:a="http://schemas.openxmlformats.org/drawingml/2006/main">
              <a:ext uri="{FF2B5EF4-FFF2-40B4-BE49-F238E27FC236}">
                <a16:creationId xmlns:a16="http://schemas.microsoft.com/office/drawing/2014/main" id="{9115B07A-AAFD-4276-8FDC-0453B3EDA7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59991" y="635634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sp>
        <p:nvSpPr>
          <p:cNvPr id="1865" name="sanitized-shape-1375">
            <a:extLst xmlns:a="http://schemas.openxmlformats.org/drawingml/2006/main">
              <a:ext uri="{FF2B5EF4-FFF2-40B4-BE49-F238E27FC236}">
                <a16:creationId xmlns:a16="http://schemas.microsoft.com/office/drawing/2014/main" id="{740ACBA3-6A24-44B6-8515-862243BD633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0729" y="1244337"/>
            <a:ext cx="10767600" cy="38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34250" rIns="68550" bIns="34250" anchor="t">
            <a:no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2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743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3200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657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4114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</p:spTree>
  </p:cSld>
</p:sldLayout>
</file>

<file path=ppt/slideLayouts/slideLayout286.xml><?xml version="1.0" encoding="utf-8"?>
<p:sldLayout xmlns:p="http://schemas.openxmlformats.org/presentationml/2006/main" matchingName="2_Standard header only 1 1 1">
  <p:cSld name="Sanitized Layout 294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875" name="sanitized-shape-1376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69" name="sanitized-shape-1377">
            <a:extLst xmlns:a="http://schemas.openxmlformats.org/drawingml/2006/main">
              <a:ext uri="{FF2B5EF4-FFF2-40B4-BE49-F238E27FC236}">
                <a16:creationId xmlns:a16="http://schemas.microsoft.com/office/drawing/2014/main" id="{53D7F501-16FC-4D35-B815-378D21215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1870" name="sanitized-shape-1378">
            <a:extLst xmlns:a="http://schemas.openxmlformats.org/drawingml/2006/main">
              <a:ext uri="{FF2B5EF4-FFF2-40B4-BE49-F238E27FC236}">
                <a16:creationId xmlns:a16="http://schemas.microsoft.com/office/drawing/2014/main" id="{5485A673-1AD3-4227-ADAA-0AD2657047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3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871" name="sanitized-shape-1379">
            <a:extLst xmlns:a="http://schemas.openxmlformats.org/drawingml/2006/main">
              <a:ext uri="{FF2B5EF4-FFF2-40B4-BE49-F238E27FC236}">
                <a16:creationId xmlns:a16="http://schemas.microsoft.com/office/drawing/2014/main" id="{A59CCAF5-F2EC-4B35-8600-88FFE2590F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59991" y="635634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sp>
        <p:nvSpPr>
          <p:cNvPr id="1872" name="sanitized-shape-1380">
            <a:extLst xmlns:a="http://schemas.openxmlformats.org/drawingml/2006/main">
              <a:ext uri="{FF2B5EF4-FFF2-40B4-BE49-F238E27FC236}">
                <a16:creationId xmlns:a16="http://schemas.microsoft.com/office/drawing/2014/main" id="{1A145B98-16C2-42FE-BD33-9CC04FA9C5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0729" y="1244337"/>
            <a:ext cx="10767600" cy="38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2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743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3200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657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4114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</p:spTree>
  </p:cSld>
</p:sldLayout>
</file>

<file path=ppt/slideLayouts/slideLayout287.xml><?xml version="1.0" encoding="utf-8"?>
<p:sldLayout xmlns:p="http://schemas.openxmlformats.org/presentationml/2006/main" matchingName="2_Standard header only 3">
  <p:cSld name="Sanitized Layout 295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883" name="sanitized-shape-1381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76" name="sanitized-shape-1382">
            <a:extLst xmlns:a="http://schemas.openxmlformats.org/drawingml/2006/main">
              <a:ext uri="{FF2B5EF4-FFF2-40B4-BE49-F238E27FC236}">
                <a16:creationId xmlns:a16="http://schemas.microsoft.com/office/drawing/2014/main" id="{285BED35-35D7-450D-88E0-E4653BCFD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1877" name="sanitized-shape-1383">
            <a:extLst xmlns:a="http://schemas.openxmlformats.org/drawingml/2006/main">
              <a:ext uri="{FF2B5EF4-FFF2-40B4-BE49-F238E27FC236}">
                <a16:creationId xmlns:a16="http://schemas.microsoft.com/office/drawing/2014/main" id="{50AD0CAD-830D-48AA-A4B5-6C2C1C4C2E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3"/>
            <a:ext cx="107673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878" name="sanitized-shape-1384">
            <a:extLst xmlns:a="http://schemas.openxmlformats.org/drawingml/2006/main">
              <a:ext uri="{FF2B5EF4-FFF2-40B4-BE49-F238E27FC236}">
                <a16:creationId xmlns:a16="http://schemas.microsoft.com/office/drawing/2014/main" id="{32488F3C-21C8-4279-9DA5-A9DD9AFDD33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59991" y="635634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sp>
        <p:nvSpPr>
          <p:cNvPr id="1879" name="sanitized-shape-1385">
            <a:extLst xmlns:a="http://schemas.openxmlformats.org/drawingml/2006/main">
              <a:ext uri="{FF2B5EF4-FFF2-40B4-BE49-F238E27FC236}">
                <a16:creationId xmlns:a16="http://schemas.microsoft.com/office/drawing/2014/main" id="{6824AAB1-2350-40FF-9FF2-AF16ECD2A42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0727" y="1244337"/>
            <a:ext cx="10767300" cy="38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2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743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3200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657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4114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880" name="sanitized-shape-1386">
            <a:extLst xmlns:a="http://schemas.openxmlformats.org/drawingml/2006/main">
              <a:ext uri="{FF2B5EF4-FFF2-40B4-BE49-F238E27FC236}">
                <a16:creationId xmlns:a16="http://schemas.microsoft.com/office/drawing/2014/main" id="{1C1DF237-1025-4EF3-A390-A3A178D3D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8668" y="6415085"/>
            <a:ext cx="8882700" cy="24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9950" tIns="54700" rIns="89950" bIns="449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100"/>
              <a:buFont typeface="Times New Roman"/>
              <a:buNone/>
            </a:pPr>
            <a:r>
              <a:rPr sz="1100" b="0" i="0" u="none" cap="none">
                <a:solidFill>
                  <a:srgbClr val="80808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</p:cSld>
</p:sldLayout>
</file>

<file path=ppt/slideLayouts/slideLayout288.xml><?xml version="1.0" encoding="utf-8"?>
<p:sldLayout xmlns:p="http://schemas.openxmlformats.org/presentationml/2006/main" showMasterSp="0" matchingName="3_Sub Titles and Contents 12">
  <p:cSld name="Sanitized Layout 296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891" name="sanitized-shape-1387"/>
          <p:cNvCxnSpPr/>
          <p:nvPr/>
        </p:nvCxnSpPr>
        <p:spPr>
          <a:xfrm xmlns:a="http://schemas.openxmlformats.org/drawingml/2006/main">
            <a:off x="739224" y="651219"/>
            <a:ext cx="11193600" cy="0"/>
          </a:xfrm>
          <a:prstGeom xmlns:a="http://schemas.openxmlformats.org/drawingml/2006/main" prst="straightConnector1">
            <a:avLst/>
          </a:prstGeom>
          <a:ln xmlns:a="http://schemas.openxmlformats.org/drawingml/2006/main" w="67725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83" name="sanitized-shape-1388">
            <a:extLst xmlns:a="http://schemas.openxmlformats.org/drawingml/2006/main">
              <a:ext uri="{FF2B5EF4-FFF2-40B4-BE49-F238E27FC236}">
                <a16:creationId xmlns:a16="http://schemas.microsoft.com/office/drawing/2014/main" id="{A709BBA7-7E03-48C6-970C-FECAF71FCC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36416" y="76200"/>
            <a:ext cx="10741800" cy="58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None/>
              <a:defRPr/>
            </a:lvl1pPr>
            <a:lvl2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None/>
              <a:defRPr/>
            </a:lvl2pPr>
            <a:lvl3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None/>
              <a:defRPr/>
            </a:lvl3pPr>
            <a:lvl4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None/>
              <a:defRPr/>
            </a:lvl4pPr>
            <a:lvl5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None/>
              <a:defRPr/>
            </a:lvl5pPr>
            <a:lvl6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None/>
              <a:defRPr/>
            </a:lvl6pPr>
            <a:lvl7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None/>
              <a:defRPr/>
            </a:lvl7pPr>
            <a:lvl8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None/>
              <a:defRPr/>
            </a:lvl8pPr>
            <a:lvl9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None/>
              <a:defRPr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884" name="sanitized-shape-1389">
            <a:extLst xmlns:a="http://schemas.openxmlformats.org/drawingml/2006/main">
              <a:ext uri="{FF2B5EF4-FFF2-40B4-BE49-F238E27FC236}">
                <a16:creationId xmlns:a16="http://schemas.microsoft.com/office/drawing/2014/main" id="{18F12A11-5A51-4CF1-8153-0E27313E479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36416" y="1432100"/>
            <a:ext cx="6235500" cy="8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45700" rIns="45700" bIns="45700" anchor="t">
            <a:normAutofit/>
          </a:bodyPr>
          <a:lstStyle xmlns:a="http://schemas.openxmlformats.org/drawingml/2006/main">
            <a:lvl1pPr marL="4572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•"/>
              <a:defRPr sz="1500"/>
            </a:lvl1pPr>
            <a:lvl2pPr marL="9144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•"/>
              <a:defRPr sz="1500"/>
            </a:lvl2pPr>
            <a:lvl3pPr marL="13716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•"/>
              <a:defRPr sz="1500"/>
            </a:lvl3pPr>
            <a:lvl4pPr marL="18288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•"/>
              <a:defRPr sz="1500"/>
            </a:lvl4pPr>
            <a:lvl5pPr marL="228600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•"/>
              <a:defRPr sz="1500"/>
            </a:lvl5pPr>
            <a:lvl6pPr marL="27432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6pPr>
            <a:lvl7pPr marL="32004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7pPr>
            <a:lvl8pPr marL="36576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8pPr>
            <a:lvl9pPr marL="41148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885" name="sanitized-shape-1390">
            <a:extLst xmlns:a="http://schemas.openxmlformats.org/drawingml/2006/main">
              <a:ext uri="{FF2B5EF4-FFF2-40B4-BE49-F238E27FC236}">
                <a16:creationId xmlns:a16="http://schemas.microsoft.com/office/drawing/2014/main" id="{662ADBAD-FFCA-421B-ADC0-3DA38A8B823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733242" y="982563"/>
            <a:ext cx="5056200" cy="44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45700" rIns="45700" bIns="45700" anchor="ctr">
            <a:normAutofit/>
          </a:bodyPr>
          <a:lstStyle xmlns:a="http://schemas.openxmlformats.org/drawingml/2006/main">
            <a:lvl1pPr marL="4572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1pPr>
            <a:lvl2pPr marL="9144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2pPr>
            <a:lvl3pPr marL="13716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3pPr>
            <a:lvl4pPr marL="18288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4pPr>
            <a:lvl5pPr marL="22860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5pPr>
            <a:lvl6pPr marL="27432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6pPr>
            <a:lvl7pPr marL="32004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7pPr>
            <a:lvl8pPr marL="36576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8pPr>
            <a:lvl9pPr marL="41148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886" name="sanitized-shape-1391">
            <a:extLst xmlns:a="http://schemas.openxmlformats.org/drawingml/2006/main">
              <a:ext uri="{FF2B5EF4-FFF2-40B4-BE49-F238E27FC236}">
                <a16:creationId xmlns:a16="http://schemas.microsoft.com/office/drawing/2014/main" id="{8906CF99-7359-4A72-9707-9822D09DE075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733242" y="2455547"/>
            <a:ext cx="5056200" cy="44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45700" rIns="45700" bIns="45700" anchor="ctr">
            <a:normAutofit/>
          </a:bodyPr>
          <a:lstStyle xmlns:a="http://schemas.openxmlformats.org/drawingml/2006/main">
            <a:lvl1pPr marL="4572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1pPr>
            <a:lvl2pPr marL="9144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2pPr>
            <a:lvl3pPr marL="13716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3pPr>
            <a:lvl4pPr marL="18288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4pPr>
            <a:lvl5pPr marL="22860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5pPr>
            <a:lvl6pPr marL="27432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6pPr>
            <a:lvl7pPr marL="32004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7pPr>
            <a:lvl8pPr marL="36576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8pPr>
            <a:lvl9pPr marL="41148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887" name="sanitized-shape-1392">
            <a:extLst xmlns:a="http://schemas.openxmlformats.org/drawingml/2006/main">
              <a:ext uri="{FF2B5EF4-FFF2-40B4-BE49-F238E27FC236}">
                <a16:creationId xmlns:a16="http://schemas.microsoft.com/office/drawing/2014/main" id="{A66F6B34-1BAB-4EE5-BDCD-71CC5CAADE3F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733239" y="4055471"/>
            <a:ext cx="5056200" cy="44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45700" rIns="45700" bIns="45700" anchor="ctr">
            <a:normAutofit/>
          </a:bodyPr>
          <a:lstStyle xmlns:a="http://schemas.openxmlformats.org/drawingml/2006/main">
            <a:lvl1pPr marL="4572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1pPr>
            <a:lvl2pPr marL="9144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2pPr>
            <a:lvl3pPr marL="13716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3pPr>
            <a:lvl4pPr marL="18288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4pPr>
            <a:lvl5pPr marL="22860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5pPr>
            <a:lvl6pPr marL="27432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6pPr>
            <a:lvl7pPr marL="32004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7pPr>
            <a:lvl8pPr marL="36576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8pPr>
            <a:lvl9pPr marL="41148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888" name="sanitized-shape-1393">
            <a:extLst xmlns:a="http://schemas.openxmlformats.org/drawingml/2006/main">
              <a:ext uri="{FF2B5EF4-FFF2-40B4-BE49-F238E27FC236}">
                <a16:creationId xmlns:a16="http://schemas.microsoft.com/office/drawing/2014/main" id="{5A4362A2-5C84-42C5-874B-C70DF212A80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718284" y="6406785"/>
            <a:ext cx="273600" cy="27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45700" rIns="45700" bIns="45700" anchor="ctr">
            <a:sp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289.xml><?xml version="1.0" encoding="utf-8"?>
<p:sldLayout xmlns:p="http://schemas.openxmlformats.org/presentationml/2006/main" showMasterSp="0" matchingName="5_Comparison(Bullets)">
  <p:cSld name="Sanitized Layout 297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91" name="sanitized-shape-1394">
            <a:extLst xmlns:a="http://schemas.openxmlformats.org/drawingml/2006/main">
              <a:ext uri="{FF2B5EF4-FFF2-40B4-BE49-F238E27FC236}">
                <a16:creationId xmlns:a16="http://schemas.microsoft.com/office/drawing/2014/main" id="{CCE1EFAD-0DFA-4967-9265-5352C8091AF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47518" y="1236110"/>
            <a:ext cx="4309800" cy="47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45700" rIns="45700" bIns="45700" anchor="b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E4D2D"/>
              </a:buClr>
              <a:buSzPts val="2000"/>
              <a:buFont typeface="Arial"/>
              <a:buNone/>
              <a:defRPr sz="2000" b="1">
                <a:solidFill>
                  <a:srgbClr val="EE4D2D"/>
                </a:solidFill>
                <a:latin typeface="Calibri"/>
                <a:ea typeface="Calibri"/>
                <a:cs typeface="Calibri"/>
              </a:defRPr>
            </a:lvl1pPr>
            <a:lvl2pPr marL="91440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E4D2D"/>
              </a:buClr>
              <a:buSzPts val="2000"/>
              <a:buFont typeface="Arial"/>
              <a:buNone/>
              <a:defRPr sz="2000" b="1">
                <a:solidFill>
                  <a:srgbClr val="EE4D2D"/>
                </a:solidFill>
              </a:defRPr>
            </a:lvl2pPr>
            <a:lvl3pPr marL="137160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E4D2D"/>
              </a:buClr>
              <a:buSzPts val="2000"/>
              <a:buFont typeface="Arial"/>
              <a:buNone/>
              <a:defRPr sz="2000" b="1">
                <a:solidFill>
                  <a:srgbClr val="EE4D2D"/>
                </a:solidFill>
              </a:defRPr>
            </a:lvl3pPr>
            <a:lvl4pPr marL="182880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E4D2D"/>
              </a:buClr>
              <a:buSzPts val="2000"/>
              <a:buFont typeface="Arial"/>
              <a:buNone/>
              <a:defRPr sz="2000" b="1">
                <a:solidFill>
                  <a:srgbClr val="EE4D2D"/>
                </a:solidFill>
              </a:defRPr>
            </a:lvl4pPr>
            <a:lvl5pPr marL="228600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E4D2D"/>
              </a:buClr>
              <a:buSzPts val="2000"/>
              <a:buFont typeface="Arial"/>
              <a:buNone/>
              <a:defRPr sz="2000" b="1">
                <a:solidFill>
                  <a:srgbClr val="EE4D2D"/>
                </a:solidFill>
              </a:defRPr>
            </a:lvl5pPr>
            <a:lvl6pPr marL="2743200" indent="-3492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6pPr>
            <a:lvl7pPr marL="3200400" indent="-3492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7pPr>
            <a:lvl8pPr marL="3657600" indent="-3492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8pPr>
            <a:lvl9pPr marL="4114800" indent="-3492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892" name="sanitized-shape-1395">
            <a:extLst xmlns:a="http://schemas.openxmlformats.org/drawingml/2006/main">
              <a:ext uri="{FF2B5EF4-FFF2-40B4-BE49-F238E27FC236}">
                <a16:creationId xmlns:a16="http://schemas.microsoft.com/office/drawing/2014/main" id="{10BB2E32-8728-4872-B98A-2C055926A75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629682" y="1236110"/>
            <a:ext cx="4330500" cy="47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45700" rIns="45700" bIns="45700" anchor="b">
            <a:normAutofit/>
          </a:bodyPr>
          <a:lstStyle xmlns:a="http://schemas.openxmlformats.org/drawingml/2006/main">
            <a:lvl1pPr marL="457200" indent="-3492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900"/>
              <a:buChar char="▪"/>
              <a:defRPr>
                <a:latin typeface="Calibri"/>
                <a:ea typeface="Calibri"/>
                <a:cs typeface="Calibri"/>
              </a:defRPr>
            </a:lvl1pPr>
            <a:lvl2pPr marL="914400" indent="-3492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900"/>
              <a:buChar char="o"/>
              <a:defRPr/>
            </a:lvl2pPr>
            <a:lvl3pPr marL="1371600" indent="-3492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3pPr>
            <a:lvl4pPr marL="1828800" indent="-3492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4pPr>
            <a:lvl5pPr marL="2286000" indent="-3492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5pPr>
            <a:lvl6pPr marL="2743200" indent="-3492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6pPr>
            <a:lvl7pPr marL="3200400" indent="-3492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7pPr>
            <a:lvl8pPr marL="3657600" indent="-3492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8pPr>
            <a:lvl9pPr marL="4114800" indent="-3492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  <a:defRPr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893" name="sanitized-shape-1396">
            <a:extLst xmlns:a="http://schemas.openxmlformats.org/drawingml/2006/main">
              <a:ext uri="{FF2B5EF4-FFF2-40B4-BE49-F238E27FC236}">
                <a16:creationId xmlns:a16="http://schemas.microsoft.com/office/drawing/2014/main" id="{CE4DAF19-ECBC-49AA-822C-F43D90C557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82429" y="210608"/>
            <a:ext cx="10741800" cy="58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None/>
              <a:defRPr>
                <a:latin typeface="Calibri"/>
                <a:ea typeface="Calibri"/>
                <a:cs typeface="Calibri"/>
              </a:defRPr>
            </a:lvl1pPr>
            <a:lvl2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None/>
              <a:defRPr/>
            </a:lvl2pPr>
            <a:lvl3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None/>
              <a:defRPr/>
            </a:lvl3pPr>
            <a:lvl4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None/>
              <a:defRPr/>
            </a:lvl4pPr>
            <a:lvl5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None/>
              <a:defRPr/>
            </a:lvl5pPr>
            <a:lvl6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None/>
              <a:defRPr/>
            </a:lvl6pPr>
            <a:lvl7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None/>
              <a:defRPr/>
            </a:lvl7pPr>
            <a:lvl8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None/>
              <a:defRPr/>
            </a:lvl8pPr>
            <a:lvl9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None/>
              <a:defRPr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894" name="sanitized-shape-1397">
            <a:extLst xmlns:a="http://schemas.openxmlformats.org/drawingml/2006/main">
              <a:ext uri="{FF2B5EF4-FFF2-40B4-BE49-F238E27FC236}">
                <a16:creationId xmlns:a16="http://schemas.microsoft.com/office/drawing/2014/main" id="{BE007C12-86CF-4F50-9167-C74CA7D8892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991870" y="6385045"/>
            <a:ext cx="301500" cy="32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45700" rIns="45700" bIns="45700" anchor="ctr">
            <a:sp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  <a:defRPr sz="15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  <a:defRPr sz="15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  <a:defRPr sz="15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  <a:defRPr sz="15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  <a:defRPr sz="15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  <a:defRPr sz="15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  <a:defRPr sz="15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  <a:defRPr sz="15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  <a:defRPr sz="15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cxnSp>
        <p:nvCxnSpPr>
          <p:cNvPr id="1913" name="sanitized-shape-1398"/>
          <p:cNvCxnSpPr/>
          <p:nvPr/>
        </p:nvCxnSpPr>
        <p:spPr>
          <a:xfrm xmlns:a="http://schemas.openxmlformats.org/drawingml/2006/main">
            <a:off x="955285" y="785569"/>
            <a:ext cx="10885800" cy="0"/>
          </a:xfrm>
          <a:prstGeom xmlns:a="http://schemas.openxmlformats.org/drawingml/2006/main" prst="straightConnector1">
            <a:avLst/>
          </a:prstGeom>
          <a:ln xmlns:a="http://schemas.openxmlformats.org/drawingml/2006/main" w="3385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97" name="sanitized-shape-1399">
            <a:extLst xmlns:a="http://schemas.openxmlformats.org/drawingml/2006/main">
              <a:ext uri="{FF2B5EF4-FFF2-40B4-BE49-F238E27FC236}">
                <a16:creationId xmlns:a16="http://schemas.microsoft.com/office/drawing/2014/main" id="{0154677A-B050-4B79-9770-CAC6D02D0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8112" y="6415795"/>
            <a:ext cx="6684600" cy="44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375" tIns="91375" rIns="91375" bIns="913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900"/>
              <a:buFont typeface="Arial"/>
              <a:buNone/>
            </a:pPr>
            <a:r>
              <a:rPr sz="1100" b="0" i="0" u="none" cap="none">
                <a:solidFill>
                  <a:srgbClr val="808080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898" name="sanitized-shape-1400">
            <a:extLst xmlns:a="http://schemas.openxmlformats.org/drawingml/2006/main">
              <a:ext uri="{FF2B5EF4-FFF2-40B4-BE49-F238E27FC236}">
                <a16:creationId xmlns:a16="http://schemas.microsoft.com/office/drawing/2014/main" id="{44C6E819-02EC-4FE5-8FE6-9CC05BFA8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5712" y="6444243"/>
            <a:ext cx="387600" cy="37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2625" tIns="102625" rIns="102625" bIns="1026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69ADA83D-DF77-AA76-6DA0-7A70CD7A4D20}" type="slidenum">
              <a:rPr sz="1100" b="0" i="0" u="none" cap="none">
                <a:solidFill>
                  <a:srgbClr val="7F7F7F"/>
                </a:solidFill>
                <a:latin typeface="Calibri"/>
                <a:ea typeface="Calibri"/>
                <a:cs typeface="Calibri"/>
              </a:rPr>
              <a:t/>
            </a:fld>
          </a:p>
        </p:txBody>
      </p:sp>
    </p:spTree>
  </p:cSld>
</p:sldLayout>
</file>

<file path=ppt/slideLayouts/slideLayout290.xml><?xml version="1.0" encoding="utf-8"?>
<p:sldLayout xmlns:p="http://schemas.openxmlformats.org/presentationml/2006/main" matchingName="2_Standard header only 9">
  <p:cSld name="Sanitized Layout 298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908" name="sanitized-shape-1401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02" name="sanitized-shape-1402">
            <a:extLst xmlns:a="http://schemas.openxmlformats.org/drawingml/2006/main">
              <a:ext uri="{FF2B5EF4-FFF2-40B4-BE49-F238E27FC236}">
                <a16:creationId xmlns:a16="http://schemas.microsoft.com/office/drawing/2014/main" id="{2344723A-685A-41F5-842E-0755E4A1B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</a:p>
        </p:txBody>
      </p:sp>
      <p:sp>
        <p:nvSpPr>
          <p:cNvPr id="1903" name="sanitized-shape-1403">
            <a:extLst xmlns:a="http://schemas.openxmlformats.org/drawingml/2006/main">
              <a:ext uri="{FF2B5EF4-FFF2-40B4-BE49-F238E27FC236}">
                <a16:creationId xmlns:a16="http://schemas.microsoft.com/office/drawing/2014/main" id="{63179D79-3B05-45BC-8F5C-56B2FA70E9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38549" y="158496"/>
            <a:ext cx="107670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4D2D"/>
              </a:buClr>
              <a:buSzPts val="2100"/>
              <a:buFont typeface="Arial"/>
              <a:buNone/>
              <a:defRPr sz="2400" b="1" i="0" u="none" cap="none">
                <a:solidFill>
                  <a:srgbClr val="ED4D2D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904" name="sanitized-shape-1404">
            <a:extLst xmlns:a="http://schemas.openxmlformats.org/drawingml/2006/main">
              <a:ext uri="{FF2B5EF4-FFF2-40B4-BE49-F238E27FC236}">
                <a16:creationId xmlns:a16="http://schemas.microsoft.com/office/drawing/2014/main" id="{79930F39-942E-4D87-B3DF-EDC2B66353E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59991" y="635634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sp>
        <p:nvSpPr>
          <p:cNvPr id="1905" name="sanitized-shape-1405">
            <a:extLst xmlns:a="http://schemas.openxmlformats.org/drawingml/2006/main">
              <a:ext uri="{FF2B5EF4-FFF2-40B4-BE49-F238E27FC236}">
                <a16:creationId xmlns:a16="http://schemas.microsoft.com/office/drawing/2014/main" id="{AB166A6C-AD14-4D90-B373-ADF2D8FA5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8669" y="6415085"/>
            <a:ext cx="8882700" cy="24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9950" tIns="54700" rIns="89950" bIns="449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800"/>
              <a:buFont typeface="Times New Roman"/>
              <a:buNone/>
            </a:pPr>
            <a:r>
              <a:rPr sz="1100" b="0" i="0" u="none" cap="none">
                <a:solidFill>
                  <a:srgbClr val="80808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</p:cSld>
</p:sldLayout>
</file>

<file path=ppt/slideLayouts/slideLayout291.xml><?xml version="1.0" encoding="utf-8"?>
<p:sldLayout xmlns:p="http://schemas.openxmlformats.org/presentationml/2006/main" showMasterSp="0" matchingName="Content">
  <p:cSld name="Sanitized Layout 299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914" name="sanitized-shape-1406"/>
          <p:cNvCxnSpPr/>
          <p:nvPr/>
        </p:nvCxnSpPr>
        <p:spPr>
          <a:xfrm xmlns:a="http://schemas.openxmlformats.org/drawingml/2006/main">
            <a:off x="955285" y="785569"/>
            <a:ext cx="10885800" cy="0"/>
          </a:xfrm>
          <a:prstGeom xmlns:a="http://schemas.openxmlformats.org/drawingml/2006/main" prst="straightConnector1">
            <a:avLst/>
          </a:prstGeom>
          <a:ln xmlns:a="http://schemas.openxmlformats.org/drawingml/2006/main" w="3385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08" name="sanitized-shape-1407">
            <a:extLst xmlns:a="http://schemas.openxmlformats.org/drawingml/2006/main">
              <a:ext uri="{FF2B5EF4-FFF2-40B4-BE49-F238E27FC236}">
                <a16:creationId xmlns:a16="http://schemas.microsoft.com/office/drawing/2014/main" id="{D01D9FFA-7B3D-4648-B789-D6BD562D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6597" y="6298415"/>
            <a:ext cx="1843800" cy="58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0950" tIns="60950" rIns="60950" bIns="6095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sz="15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910" name="sanitized-shape-1408">
            <a:extLst xmlns:a="http://schemas.openxmlformats.org/drawingml/2006/main">
              <a:ext uri="{FF2B5EF4-FFF2-40B4-BE49-F238E27FC236}">
                <a16:creationId xmlns:a16="http://schemas.microsoft.com/office/drawing/2014/main" id="{4BAB99E0-FF51-4D8F-9E50-95797C763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8112" y="6415795"/>
            <a:ext cx="6684600" cy="44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375" tIns="91375" rIns="91375" bIns="913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900"/>
              <a:buFont typeface="Arial"/>
              <a:buNone/>
            </a:pPr>
            <a:r>
              <a:rPr sz="1100" b="0" i="0" u="none" cap="none">
                <a:solidFill>
                  <a:srgbClr val="80808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911" name="sanitized-shape-1409">
            <a:extLst xmlns:a="http://schemas.openxmlformats.org/drawingml/2006/main">
              <a:ext uri="{FF2B5EF4-FFF2-40B4-BE49-F238E27FC236}">
                <a16:creationId xmlns:a16="http://schemas.microsoft.com/office/drawing/2014/main" id="{8E8CD76F-82E9-4F5D-AE35-D2E5AD83D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5712" y="6444243"/>
            <a:ext cx="387600" cy="37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2625" tIns="102625" rIns="102625" bIns="1026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69ADA83D-DF77-AA76-6DA0-7A70CD7A4D20}" type="slidenum">
              <a:rPr sz="1100" b="0" i="0" u="none" cap="none">
                <a:solidFill>
                  <a:srgbClr val="7F7F7F"/>
                </a:solidFill>
                <a:latin typeface="Arial"/>
                <a:ea typeface="Arial"/>
                <a:cs typeface="Arial"/>
              </a:rPr>
              <a:t/>
            </a:fld>
          </a:p>
        </p:txBody>
      </p:sp>
    </p:spTree>
  </p:cSld>
</p:sldLayout>
</file>

<file path=ppt/slideLayouts/slideLayout292.xml><?xml version="1.0" encoding="utf-8"?>
<p:sldLayout xmlns:p="http://schemas.openxmlformats.org/presentationml/2006/main" showMasterSp="0" matchingName="Section Title Page - orange 2">
  <p:cSld name="Sanitized Layout 300">
    <p:bg>
      <p:bgPr>
        <a:blipFill xmlns:a="http://schemas.openxmlformats.org/drawingml/2006/main">
          <a:blip xmlns:r="http://schemas.openxmlformats.org/officeDocument/2006/relationships" r:embed="Rbd8d6551d2254e2a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13" name="sanitized-shape-1410">
            <a:extLst xmlns:a="http://schemas.openxmlformats.org/drawingml/2006/main">
              <a:ext uri="{FF2B5EF4-FFF2-40B4-BE49-F238E27FC236}">
                <a16:creationId xmlns:a16="http://schemas.microsoft.com/office/drawing/2014/main" id="{B498AC7E-4A55-4F5C-9C16-8573058D09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3010" y="2170675"/>
            <a:ext cx="5764500" cy="142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Autofit/>
          </a:bodyPr>
          <a:lstStyle xmlns:a="http://schemas.openxmlformats.org/drawingml/2006/main">
            <a:lvl1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1pPr>
            <a:lvl2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914" name="sanitized-shape-1411">
            <a:extLst xmlns:a="http://schemas.openxmlformats.org/drawingml/2006/main">
              <a:ext uri="{FF2B5EF4-FFF2-40B4-BE49-F238E27FC236}">
                <a16:creationId xmlns:a16="http://schemas.microsoft.com/office/drawing/2014/main" id="{C2D8B2E3-B8B2-4EF2-9E05-2AEE28CD727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963010" y="3764775"/>
            <a:ext cx="5764500" cy="13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45700" rIns="45700" bIns="45700" anchor="t">
            <a:noAutofit/>
          </a:bodyPr>
          <a:lstStyle xmlns:a="http://schemas.openxmlformats.org/drawingml/2006/main">
            <a:lvl1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900"/>
              <a:buNone/>
              <a:defRPr>
                <a:solidFill>
                  <a:srgbClr val="EFEFEF"/>
                </a:solidFill>
              </a:defRPr>
            </a:lvl1pPr>
            <a:lvl2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900"/>
              <a:buNone/>
              <a:defRPr>
                <a:solidFill>
                  <a:srgbClr val="EFEFEF"/>
                </a:solidFill>
              </a:defRPr>
            </a:lvl2pPr>
            <a:lvl3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900"/>
              <a:buNone/>
              <a:defRPr>
                <a:solidFill>
                  <a:srgbClr val="EFEFEF"/>
                </a:solidFill>
              </a:defRPr>
            </a:lvl3pPr>
            <a:lvl4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900"/>
              <a:buNone/>
              <a:defRPr>
                <a:solidFill>
                  <a:srgbClr val="EFEFEF"/>
                </a:solidFill>
              </a:defRPr>
            </a:lvl4pPr>
            <a:lvl5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900"/>
              <a:buNone/>
              <a:defRPr>
                <a:solidFill>
                  <a:srgbClr val="EFEFEF"/>
                </a:solidFill>
              </a:defRPr>
            </a:lvl5pPr>
            <a:lvl6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900"/>
              <a:buNone/>
              <a:defRPr>
                <a:solidFill>
                  <a:srgbClr val="EFEFEF"/>
                </a:solidFill>
              </a:defRPr>
            </a:lvl6pPr>
            <a:lvl7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900"/>
              <a:buNone/>
              <a:defRPr>
                <a:solidFill>
                  <a:srgbClr val="EFEFEF"/>
                </a:solidFill>
              </a:defRPr>
            </a:lvl7pPr>
            <a:lvl8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900"/>
              <a:buNone/>
              <a:defRPr>
                <a:solidFill>
                  <a:srgbClr val="EFEFEF"/>
                </a:solidFill>
              </a:defRPr>
            </a:lvl8pPr>
            <a:lvl9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900"/>
              <a:buNone/>
              <a:defRPr>
                <a:solidFill>
                  <a:srgbClr val="EFEFEF"/>
                </a:solidFill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915" name="sanitized-shape-1412">
            <a:extLst xmlns:a="http://schemas.openxmlformats.org/drawingml/2006/main">
              <a:ext uri="{FF2B5EF4-FFF2-40B4-BE49-F238E27FC236}">
                <a16:creationId xmlns:a16="http://schemas.microsoft.com/office/drawing/2014/main" id="{7AD3D46C-8914-477A-9029-D083CEC40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8112" y="6415795"/>
            <a:ext cx="6684600" cy="44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350" tIns="91350" rIns="91350" bIns="9135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900"/>
              <a:buFont typeface="Arial"/>
              <a:buNone/>
            </a:pPr>
            <a:r>
              <a:rPr sz="11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</p:cSld>
</p:sldLayout>
</file>

<file path=ppt/slideLayouts/slideLayout293.xml><?xml version="1.0" encoding="utf-8"?>
<p:sldLayout xmlns:p="http://schemas.openxmlformats.org/presentationml/2006/main" showMasterSp="0" matchingName="Content 1">
  <p:cSld name="Sanitized Layout 301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924" name="sanitized-shape-1413"/>
          <p:cNvCxnSpPr/>
          <p:nvPr/>
        </p:nvCxnSpPr>
        <p:spPr>
          <a:xfrm xmlns:a="http://schemas.openxmlformats.org/drawingml/2006/main">
            <a:off x="955285" y="785569"/>
            <a:ext cx="10885800" cy="0"/>
          </a:xfrm>
          <a:prstGeom xmlns:a="http://schemas.openxmlformats.org/drawingml/2006/main" prst="straightConnector1">
            <a:avLst/>
          </a:prstGeom>
          <a:ln xmlns:a="http://schemas.openxmlformats.org/drawingml/2006/main" w="3385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18" name="sanitized-shape-1414">
            <a:extLst xmlns:a="http://schemas.openxmlformats.org/drawingml/2006/main">
              <a:ext uri="{FF2B5EF4-FFF2-40B4-BE49-F238E27FC236}">
                <a16:creationId xmlns:a16="http://schemas.microsoft.com/office/drawing/2014/main" id="{831E202B-1EED-4D41-9EA2-2BB1A5EC3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6597" y="6298415"/>
            <a:ext cx="1843800" cy="58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0950" tIns="60950" rIns="60950" bIns="6095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sz="15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920" name="sanitized-shape-1415">
            <a:extLst xmlns:a="http://schemas.openxmlformats.org/drawingml/2006/main">
              <a:ext uri="{FF2B5EF4-FFF2-40B4-BE49-F238E27FC236}">
                <a16:creationId xmlns:a16="http://schemas.microsoft.com/office/drawing/2014/main" id="{AC4D7F8C-996E-44CD-96AC-086594DE9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8112" y="6415795"/>
            <a:ext cx="6684600" cy="44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375" tIns="91375" rIns="91375" bIns="913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900"/>
              <a:buFont typeface="Arial"/>
              <a:buNone/>
            </a:pPr>
            <a:r>
              <a:rPr sz="1100" b="0" i="0" u="none" cap="none">
                <a:solidFill>
                  <a:srgbClr val="80808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921" name="sanitized-shape-1416">
            <a:extLst xmlns:a="http://schemas.openxmlformats.org/drawingml/2006/main">
              <a:ext uri="{FF2B5EF4-FFF2-40B4-BE49-F238E27FC236}">
                <a16:creationId xmlns:a16="http://schemas.microsoft.com/office/drawing/2014/main" id="{9731E30B-C8E2-4835-A4C3-E8D5469CC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5712" y="6444243"/>
            <a:ext cx="387600" cy="37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2625" tIns="102625" rIns="102625" bIns="1026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69ADA83D-DF77-AA76-6DA0-7A70CD7A4D20}" type="slidenum">
              <a:rPr sz="1100" b="0" i="0" u="none" cap="none">
                <a:solidFill>
                  <a:srgbClr val="7F7F7F"/>
                </a:solidFill>
                <a:latin typeface="Arial"/>
                <a:ea typeface="Arial"/>
                <a:cs typeface="Arial"/>
              </a:rPr>
              <a:t/>
            </a:fld>
          </a:p>
        </p:txBody>
      </p:sp>
    </p:spTree>
  </p:cSld>
</p:sldLayout>
</file>

<file path=ppt/slideLayouts/slideLayout294.xml><?xml version="1.0" encoding="utf-8"?>
<p:sldLayout xmlns:p="http://schemas.openxmlformats.org/presentationml/2006/main" showMasterSp="0" matchingName="Section Title Page - orange 3">
  <p:cSld name="Sanitized Layout 302">
    <p:bg>
      <p:bgPr>
        <a:blipFill xmlns:a="http://schemas.openxmlformats.org/drawingml/2006/main">
          <a:blip xmlns:r="http://schemas.openxmlformats.org/officeDocument/2006/relationships" r:embed="R6b60fff61fc64e7d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23" name="sanitized-shape-1417">
            <a:extLst xmlns:a="http://schemas.openxmlformats.org/drawingml/2006/main">
              <a:ext uri="{FF2B5EF4-FFF2-40B4-BE49-F238E27FC236}">
                <a16:creationId xmlns:a16="http://schemas.microsoft.com/office/drawing/2014/main" id="{C2DD7684-D655-4856-9960-41F4053D9D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3010" y="2170675"/>
            <a:ext cx="5764500" cy="142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Autofit/>
          </a:bodyPr>
          <a:lstStyle xmlns:a="http://schemas.openxmlformats.org/drawingml/2006/main">
            <a:lvl1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1pPr>
            <a:lvl2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924" name="sanitized-shape-1418">
            <a:extLst xmlns:a="http://schemas.openxmlformats.org/drawingml/2006/main">
              <a:ext uri="{FF2B5EF4-FFF2-40B4-BE49-F238E27FC236}">
                <a16:creationId xmlns:a16="http://schemas.microsoft.com/office/drawing/2014/main" id="{85CA8D21-E520-497F-8CF6-36A1A93DB44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963010" y="3764775"/>
            <a:ext cx="5764500" cy="13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45700" rIns="45700" bIns="45700" anchor="t">
            <a:noAutofit/>
          </a:bodyPr>
          <a:lstStyle xmlns:a="http://schemas.openxmlformats.org/drawingml/2006/main">
            <a:lvl1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900"/>
              <a:buNone/>
              <a:defRPr>
                <a:solidFill>
                  <a:srgbClr val="EFEFEF"/>
                </a:solidFill>
              </a:defRPr>
            </a:lvl1pPr>
            <a:lvl2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900"/>
              <a:buNone/>
              <a:defRPr>
                <a:solidFill>
                  <a:srgbClr val="EFEFEF"/>
                </a:solidFill>
              </a:defRPr>
            </a:lvl2pPr>
            <a:lvl3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900"/>
              <a:buNone/>
              <a:defRPr>
                <a:solidFill>
                  <a:srgbClr val="EFEFEF"/>
                </a:solidFill>
              </a:defRPr>
            </a:lvl3pPr>
            <a:lvl4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900"/>
              <a:buNone/>
              <a:defRPr>
                <a:solidFill>
                  <a:srgbClr val="EFEFEF"/>
                </a:solidFill>
              </a:defRPr>
            </a:lvl4pPr>
            <a:lvl5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900"/>
              <a:buNone/>
              <a:defRPr>
                <a:solidFill>
                  <a:srgbClr val="EFEFEF"/>
                </a:solidFill>
              </a:defRPr>
            </a:lvl5pPr>
            <a:lvl6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900"/>
              <a:buNone/>
              <a:defRPr>
                <a:solidFill>
                  <a:srgbClr val="EFEFEF"/>
                </a:solidFill>
              </a:defRPr>
            </a:lvl6pPr>
            <a:lvl7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900"/>
              <a:buNone/>
              <a:defRPr>
                <a:solidFill>
                  <a:srgbClr val="EFEFEF"/>
                </a:solidFill>
              </a:defRPr>
            </a:lvl7pPr>
            <a:lvl8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900"/>
              <a:buNone/>
              <a:defRPr>
                <a:solidFill>
                  <a:srgbClr val="EFEFEF"/>
                </a:solidFill>
              </a:defRPr>
            </a:lvl8pPr>
            <a:lvl9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900"/>
              <a:buNone/>
              <a:defRPr>
                <a:solidFill>
                  <a:srgbClr val="EFEFEF"/>
                </a:solidFill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925" name="sanitized-shape-1419">
            <a:extLst xmlns:a="http://schemas.openxmlformats.org/drawingml/2006/main">
              <a:ext uri="{FF2B5EF4-FFF2-40B4-BE49-F238E27FC236}">
                <a16:creationId xmlns:a16="http://schemas.microsoft.com/office/drawing/2014/main" id="{4AE40587-DBE8-438D-9344-3B806A61D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8112" y="6415795"/>
            <a:ext cx="6684600" cy="44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350" tIns="91350" rIns="91350" bIns="9135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900"/>
              <a:buFont typeface="Arial"/>
              <a:buNone/>
            </a:pPr>
            <a:r>
              <a:rPr sz="11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</p:cSld>
</p:sldLayout>
</file>

<file path=ppt/slideLayouts/slideLayout295.xml><?xml version="1.0" encoding="utf-8"?>
<p:sldLayout xmlns:p="http://schemas.openxmlformats.org/presentationml/2006/main" showMasterSp="0" matchingName="Section Title Page - orange 5">
  <p:cSld name="Sanitized Layout 303">
    <p:bg>
      <p:bgPr>
        <a:blipFill xmlns:a="http://schemas.openxmlformats.org/drawingml/2006/main">
          <a:blip xmlns:r="http://schemas.openxmlformats.org/officeDocument/2006/relationships" r:embed="R3dc8d0ca2f7f45f5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27" name="sanitized-shape-1420">
            <a:extLst xmlns:a="http://schemas.openxmlformats.org/drawingml/2006/main">
              <a:ext uri="{FF2B5EF4-FFF2-40B4-BE49-F238E27FC236}">
                <a16:creationId xmlns:a16="http://schemas.microsoft.com/office/drawing/2014/main" id="{338306FD-E6E9-49E0-86F3-E0731AF63B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3010" y="2170675"/>
            <a:ext cx="5764500" cy="142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Autofit/>
          </a:bodyPr>
          <a:lstStyle xmlns:a="http://schemas.openxmlformats.org/drawingml/2006/main">
            <a:lvl1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1pPr>
            <a:lvl2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928" name="sanitized-shape-1421">
            <a:extLst xmlns:a="http://schemas.openxmlformats.org/drawingml/2006/main">
              <a:ext uri="{FF2B5EF4-FFF2-40B4-BE49-F238E27FC236}">
                <a16:creationId xmlns:a16="http://schemas.microsoft.com/office/drawing/2014/main" id="{3D8D18FA-005A-49A8-B901-E683BA4B9E0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963010" y="3764775"/>
            <a:ext cx="5764500" cy="13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45700" rIns="45700" bIns="45700" anchor="t">
            <a:noAutofit/>
          </a:bodyPr>
          <a:lstStyle xmlns:a="http://schemas.openxmlformats.org/drawingml/2006/main">
            <a:lvl1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900"/>
              <a:buNone/>
              <a:defRPr>
                <a:solidFill>
                  <a:srgbClr val="EFEFEF"/>
                </a:solidFill>
              </a:defRPr>
            </a:lvl1pPr>
            <a:lvl2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900"/>
              <a:buNone/>
              <a:defRPr>
                <a:solidFill>
                  <a:srgbClr val="EFEFEF"/>
                </a:solidFill>
              </a:defRPr>
            </a:lvl2pPr>
            <a:lvl3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900"/>
              <a:buNone/>
              <a:defRPr>
                <a:solidFill>
                  <a:srgbClr val="EFEFEF"/>
                </a:solidFill>
              </a:defRPr>
            </a:lvl3pPr>
            <a:lvl4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900"/>
              <a:buNone/>
              <a:defRPr>
                <a:solidFill>
                  <a:srgbClr val="EFEFEF"/>
                </a:solidFill>
              </a:defRPr>
            </a:lvl4pPr>
            <a:lvl5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900"/>
              <a:buNone/>
              <a:defRPr>
                <a:solidFill>
                  <a:srgbClr val="EFEFEF"/>
                </a:solidFill>
              </a:defRPr>
            </a:lvl5pPr>
            <a:lvl6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900"/>
              <a:buNone/>
              <a:defRPr>
                <a:solidFill>
                  <a:srgbClr val="EFEFEF"/>
                </a:solidFill>
              </a:defRPr>
            </a:lvl6pPr>
            <a:lvl7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900"/>
              <a:buNone/>
              <a:defRPr>
                <a:solidFill>
                  <a:srgbClr val="EFEFEF"/>
                </a:solidFill>
              </a:defRPr>
            </a:lvl7pPr>
            <a:lvl8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900"/>
              <a:buNone/>
              <a:defRPr>
                <a:solidFill>
                  <a:srgbClr val="EFEFEF"/>
                </a:solidFill>
              </a:defRPr>
            </a:lvl8pPr>
            <a:lvl9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900"/>
              <a:buNone/>
              <a:defRPr>
                <a:solidFill>
                  <a:srgbClr val="EFEFEF"/>
                </a:solidFill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929" name="sanitized-shape-1422">
            <a:extLst xmlns:a="http://schemas.openxmlformats.org/drawingml/2006/main">
              <a:ext uri="{FF2B5EF4-FFF2-40B4-BE49-F238E27FC236}">
                <a16:creationId xmlns:a16="http://schemas.microsoft.com/office/drawing/2014/main" id="{5FFECE28-083C-4C44-BBAD-B4625703D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8112" y="6415795"/>
            <a:ext cx="6684600" cy="44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350" tIns="91350" rIns="91350" bIns="9135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900"/>
              <a:buFont typeface="Arial"/>
              <a:buNone/>
            </a:pPr>
            <a:r>
              <a:rPr sz="11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</p:cSld>
</p:sldLayout>
</file>

<file path=ppt/slideLayouts/slideLayout296.xml><?xml version="1.0" encoding="utf-8"?>
<p:sldLayout xmlns:p="http://schemas.openxmlformats.org/presentationml/2006/main" matchingName="2_Title and Content">
  <p:cSld name="Sanitized Layout 30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31" name="sanitized-shape-1423">
            <a:extLst xmlns:a="http://schemas.openxmlformats.org/drawingml/2006/main">
              <a:ext uri="{FF2B5EF4-FFF2-40B4-BE49-F238E27FC236}">
                <a16:creationId xmlns:a16="http://schemas.microsoft.com/office/drawing/2014/main" id="{18D65082-7F78-43EA-8551-E6FBD32CA66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7590" y="6356350"/>
            <a:ext cx="41139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algn="l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algn="l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algn="l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algn="l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algn="l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algn="l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algn="l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algn="l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 xmlns:a="http://schemas.openxmlformats.org/drawingml/2006/main">
            <a:r>
              <a:t/>
            </a:r>
          </a:p>
        </p:txBody>
      </p:sp>
      <p:cxnSp>
        <p:nvCxnSpPr>
          <p:cNvPr id="1942" name="sanitized-shape-1424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34" name="sanitized-shape-1425">
            <a:extLst xmlns:a="http://schemas.openxmlformats.org/drawingml/2006/main">
              <a:ext uri="{FF2B5EF4-FFF2-40B4-BE49-F238E27FC236}">
                <a16:creationId xmlns:a16="http://schemas.microsoft.com/office/drawing/2014/main" id="{C0C17C7F-C931-4907-9D79-02AE872DDF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36416" y="101600"/>
            <a:ext cx="10741800" cy="58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900"/>
              <a:buFont typeface="Arial"/>
              <a:buNone/>
              <a:defRPr sz="1900"/>
            </a:lvl2pPr>
            <a:lvl3pPr>
              <a:spcBef>
                <a:spcPts val="0"/>
              </a:spcBef>
              <a:spcAft>
                <a:spcPts val="0"/>
              </a:spcAft>
              <a:buSzPts val="1900"/>
              <a:buFont typeface="Arial"/>
              <a:buNone/>
              <a:defRPr sz="1900"/>
            </a:lvl3pPr>
            <a:lvl4pPr>
              <a:spcBef>
                <a:spcPts val="0"/>
              </a:spcBef>
              <a:spcAft>
                <a:spcPts val="0"/>
              </a:spcAft>
              <a:buSzPts val="1900"/>
              <a:buFont typeface="Arial"/>
              <a:buNone/>
              <a:defRPr sz="1900"/>
            </a:lvl4pPr>
            <a:lvl5pPr>
              <a:spcBef>
                <a:spcPts val="0"/>
              </a:spcBef>
              <a:spcAft>
                <a:spcPts val="0"/>
              </a:spcAft>
              <a:buSzPts val="1900"/>
              <a:buFont typeface="Arial"/>
              <a:buNone/>
              <a:defRPr sz="1900"/>
            </a:lvl5pPr>
            <a:lvl6pPr>
              <a:spcBef>
                <a:spcPts val="0"/>
              </a:spcBef>
              <a:spcAft>
                <a:spcPts val="0"/>
              </a:spcAft>
              <a:buSzPts val="1900"/>
              <a:buFont typeface="Arial"/>
              <a:buNone/>
              <a:defRPr sz="1900"/>
            </a:lvl6pPr>
            <a:lvl7pPr>
              <a:spcBef>
                <a:spcPts val="0"/>
              </a:spcBef>
              <a:spcAft>
                <a:spcPts val="0"/>
              </a:spcAft>
              <a:buSzPts val="1900"/>
              <a:buFont typeface="Arial"/>
              <a:buNone/>
              <a:defRPr sz="1900"/>
            </a:lvl7pPr>
            <a:lvl8pPr>
              <a:spcBef>
                <a:spcPts val="0"/>
              </a:spcBef>
              <a:spcAft>
                <a:spcPts val="0"/>
              </a:spcAft>
              <a:buSzPts val="1900"/>
              <a:buFont typeface="Arial"/>
              <a:buNone/>
              <a:defRPr sz="1900"/>
            </a:lvl8pPr>
            <a:lvl9pPr>
              <a:spcBef>
                <a:spcPts val="0"/>
              </a:spcBef>
              <a:spcAft>
                <a:spcPts val="0"/>
              </a:spcAft>
              <a:buSzPts val="1900"/>
              <a:buFont typeface="Arial"/>
              <a:buNone/>
              <a:defRPr sz="1900"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935" name="sanitized-shape-1426">
            <a:extLst xmlns:a="http://schemas.openxmlformats.org/drawingml/2006/main">
              <a:ext uri="{FF2B5EF4-FFF2-40B4-BE49-F238E27FC236}">
                <a16:creationId xmlns:a16="http://schemas.microsoft.com/office/drawing/2014/main" id="{584B12BE-D920-4ECA-917C-04515148FC8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36416" y="1314623"/>
            <a:ext cx="10741800" cy="43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2pPr>
            <a:lvl3pPr marL="13716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3pPr>
            <a:lvl4pPr marL="18288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4pPr>
            <a:lvl5pPr marL="228600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5pPr>
            <a:lvl6pPr marL="2743200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■"/>
              <a:defRPr sz="1500"/>
            </a:lvl6pPr>
            <a:lvl7pPr marL="3200400" indent="-34925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  <a:defRPr sz="1500"/>
            </a:lvl7pPr>
            <a:lvl8pPr marL="3657600" indent="-34925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  <a:defRPr sz="1500"/>
            </a:lvl8pPr>
            <a:lvl9pPr marL="4114800" indent="-34925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900"/>
              <a:buChar char="■"/>
              <a:defRPr sz="1500"/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936" name="sanitized-shape-1427">
            <a:extLst xmlns:a="http://schemas.openxmlformats.org/drawingml/2006/main">
              <a:ext uri="{FF2B5EF4-FFF2-40B4-BE49-F238E27FC236}">
                <a16:creationId xmlns:a16="http://schemas.microsoft.com/office/drawing/2014/main" id="{6C5B84D2-F8D5-46A3-BBFA-467DAC9B27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5473" y="6356350"/>
            <a:ext cx="766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297.xml><?xml version="1.0" encoding="utf-8"?>
<p:sldLayout xmlns:p="http://schemas.openxmlformats.org/presentationml/2006/main" matchingName="1_Title and Content">
  <p:cSld name="Sanitized Layout 305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38" name="sanitized-shape-1428">
            <a:extLst xmlns:a="http://schemas.openxmlformats.org/drawingml/2006/main">
              <a:ext uri="{FF2B5EF4-FFF2-40B4-BE49-F238E27FC236}">
                <a16:creationId xmlns:a16="http://schemas.microsoft.com/office/drawing/2014/main" id="{482A4462-F8B4-4B30-B789-32E9D6FDDE3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406191" y="6403534"/>
            <a:ext cx="7314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t">
            <a:normAutofit/>
          </a:bodyPr>
          <a:lstStyle xmlns:a="http://schemas.openxmlformats.org/drawingml/2006/main">
            <a:lvl1pPr>
              <a:buNone/>
              <a:defRPr>
                <a:latin typeface="Calibri"/>
                <a:ea typeface="Calibri"/>
                <a:cs typeface="Calibri"/>
              </a:defRPr>
            </a:lvl1pPr>
            <a:lvl2pPr>
              <a:buNone/>
              <a:defRPr>
                <a:latin typeface="Calibri"/>
                <a:ea typeface="Calibri"/>
                <a:cs typeface="Calibri"/>
              </a:defRPr>
            </a:lvl2pPr>
            <a:lvl3pPr>
              <a:buNone/>
              <a:defRPr>
                <a:latin typeface="Calibri"/>
                <a:ea typeface="Calibri"/>
                <a:cs typeface="Calibri"/>
              </a:defRPr>
            </a:lvl3pPr>
            <a:lvl4pPr>
              <a:buNone/>
              <a:defRPr>
                <a:latin typeface="Calibri"/>
                <a:ea typeface="Calibri"/>
                <a:cs typeface="Calibri"/>
              </a:defRPr>
            </a:lvl4pPr>
            <a:lvl5pPr>
              <a:buNone/>
              <a:defRPr>
                <a:latin typeface="Calibri"/>
                <a:ea typeface="Calibri"/>
                <a:cs typeface="Calibri"/>
              </a:defRPr>
            </a:lvl5pPr>
            <a:lvl6pPr>
              <a:buNone/>
              <a:defRPr>
                <a:latin typeface="Calibri"/>
                <a:ea typeface="Calibri"/>
                <a:cs typeface="Calibri"/>
              </a:defRPr>
            </a:lvl6pPr>
            <a:lvl7pPr>
              <a:buNone/>
              <a:defRPr>
                <a:latin typeface="Calibri"/>
                <a:ea typeface="Calibri"/>
                <a:cs typeface="Calibri"/>
              </a:defRPr>
            </a:lvl7pPr>
            <a:lvl8pPr>
              <a:buNone/>
              <a:defRPr>
                <a:latin typeface="Calibri"/>
                <a:ea typeface="Calibri"/>
                <a:cs typeface="Calibri"/>
              </a:defRPr>
            </a:lvl8pPr>
            <a:lvl9pPr>
              <a:buNone/>
              <a:defRPr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cxnSp>
        <p:nvCxnSpPr>
          <p:cNvPr id="1948" name="sanitized-shape-1429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41" name="sanitized-shape-1430">
            <a:extLst xmlns:a="http://schemas.openxmlformats.org/drawingml/2006/main">
              <a:ext uri="{FF2B5EF4-FFF2-40B4-BE49-F238E27FC236}">
                <a16:creationId xmlns:a16="http://schemas.microsoft.com/office/drawing/2014/main" id="{D4DE5EB1-3482-4B3C-8499-607AF41307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4"/>
            <a:ext cx="107673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942" name="sanitized-shape-1431">
            <a:extLst xmlns:a="http://schemas.openxmlformats.org/drawingml/2006/main">
              <a:ext uri="{FF2B5EF4-FFF2-40B4-BE49-F238E27FC236}">
                <a16:creationId xmlns:a16="http://schemas.microsoft.com/office/drawing/2014/main" id="{790CAA5D-39FC-49A6-BA1B-4FFC6A7B6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</p:spTree>
  </p:cSld>
</p:sldLayout>
</file>

<file path=ppt/slideLayouts/slideLayout298.xml><?xml version="1.0" encoding="utf-8"?>
<p:sldLayout xmlns:p="http://schemas.openxmlformats.org/presentationml/2006/main" matchingName="Title and Content 5">
  <p:cSld name="Sanitized Layout 306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44" name="sanitized-shape-1432">
            <a:extLst xmlns:a="http://schemas.openxmlformats.org/drawingml/2006/main">
              <a:ext uri="{FF2B5EF4-FFF2-40B4-BE49-F238E27FC236}">
                <a16:creationId xmlns:a16="http://schemas.microsoft.com/office/drawing/2014/main" id="{FA985900-184A-462B-9705-5A6DD033ED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406191" y="6403534"/>
            <a:ext cx="7314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875" tIns="121875" rIns="121875" bIns="121875" anchor="t">
            <a:normAutofit/>
          </a:bodyPr>
          <a:lstStyle xmlns:a="http://schemas.openxmlformats.org/drawingml/2006/main">
            <a:lvl1pPr>
              <a:buNone/>
              <a:defRPr>
                <a:latin typeface="Calibri"/>
                <a:ea typeface="Calibri"/>
                <a:cs typeface="Calibri"/>
              </a:defRPr>
            </a:lvl1pPr>
            <a:lvl2pPr>
              <a:buNone/>
              <a:defRPr>
                <a:latin typeface="Calibri"/>
                <a:ea typeface="Calibri"/>
                <a:cs typeface="Calibri"/>
              </a:defRPr>
            </a:lvl2pPr>
            <a:lvl3pPr>
              <a:buNone/>
              <a:defRPr>
                <a:latin typeface="Calibri"/>
                <a:ea typeface="Calibri"/>
                <a:cs typeface="Calibri"/>
              </a:defRPr>
            </a:lvl3pPr>
            <a:lvl4pPr>
              <a:buNone/>
              <a:defRPr>
                <a:latin typeface="Calibri"/>
                <a:ea typeface="Calibri"/>
                <a:cs typeface="Calibri"/>
              </a:defRPr>
            </a:lvl4pPr>
            <a:lvl5pPr>
              <a:buNone/>
              <a:defRPr>
                <a:latin typeface="Calibri"/>
                <a:ea typeface="Calibri"/>
                <a:cs typeface="Calibri"/>
              </a:defRPr>
            </a:lvl5pPr>
            <a:lvl6pPr>
              <a:buNone/>
              <a:defRPr>
                <a:latin typeface="Calibri"/>
                <a:ea typeface="Calibri"/>
                <a:cs typeface="Calibri"/>
              </a:defRPr>
            </a:lvl6pPr>
            <a:lvl7pPr>
              <a:buNone/>
              <a:defRPr>
                <a:latin typeface="Calibri"/>
                <a:ea typeface="Calibri"/>
                <a:cs typeface="Calibri"/>
              </a:defRPr>
            </a:lvl7pPr>
            <a:lvl8pPr>
              <a:buNone/>
              <a:defRPr>
                <a:latin typeface="Calibri"/>
                <a:ea typeface="Calibri"/>
                <a:cs typeface="Calibri"/>
              </a:defRPr>
            </a:lvl8pPr>
            <a:lvl9pPr>
              <a:buNone/>
              <a:defRPr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cxnSp>
        <p:nvCxnSpPr>
          <p:cNvPr id="1954" name="sanitized-shape-1433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46" name="sanitized-shape-1434">
            <a:extLst xmlns:a="http://schemas.openxmlformats.org/drawingml/2006/main">
              <a:ext uri="{FF2B5EF4-FFF2-40B4-BE49-F238E27FC236}">
                <a16:creationId xmlns:a16="http://schemas.microsoft.com/office/drawing/2014/main" id="{5CEB84D5-D43D-4ABF-9728-62B1D4FC7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1948" name="sanitized-shape-1435">
            <a:extLst xmlns:a="http://schemas.openxmlformats.org/drawingml/2006/main">
              <a:ext uri="{FF2B5EF4-FFF2-40B4-BE49-F238E27FC236}">
                <a16:creationId xmlns:a16="http://schemas.microsoft.com/office/drawing/2014/main" id="{7BA8E6C3-02B1-4026-ADBB-A5A359A133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3"/>
            <a:ext cx="107673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</p:spTree>
  </p:cSld>
</p:sldLayout>
</file>

<file path=ppt/slideLayouts/slideLayout299.xml><?xml version="1.0" encoding="utf-8"?>
<p:sldLayout xmlns:p="http://schemas.openxmlformats.org/presentationml/2006/main" matchingName="2_Standard header only 1 2">
  <p:cSld name="Sanitized Layout 307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958" name="sanitized-shape-1436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52" name="sanitized-shape-1437">
            <a:extLst xmlns:a="http://schemas.openxmlformats.org/drawingml/2006/main">
              <a:ext uri="{FF2B5EF4-FFF2-40B4-BE49-F238E27FC236}">
                <a16:creationId xmlns:a16="http://schemas.microsoft.com/office/drawing/2014/main" id="{E6A57527-C04E-43A8-8803-91CD498F7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t/>
            </a:r>
          </a:p>
        </p:txBody>
      </p:sp>
      <p:sp>
        <p:nvSpPr>
          <p:cNvPr id="1953" name="sanitized-shape-1438">
            <a:extLst xmlns:a="http://schemas.openxmlformats.org/drawingml/2006/main">
              <a:ext uri="{FF2B5EF4-FFF2-40B4-BE49-F238E27FC236}">
                <a16:creationId xmlns:a16="http://schemas.microsoft.com/office/drawing/2014/main" id="{55C58CC9-ACC0-4795-85CB-1B65FC7477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3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51425" rIns="51425" bIns="51425" anchor="b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954" name="sanitized-shape-1439">
            <a:extLst xmlns:a="http://schemas.openxmlformats.org/drawingml/2006/main">
              <a:ext uri="{FF2B5EF4-FFF2-40B4-BE49-F238E27FC236}">
                <a16:creationId xmlns:a16="http://schemas.microsoft.com/office/drawing/2014/main" id="{0FAA52F9-E522-4763-A162-6880AF158DF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59991" y="635634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sp>
        <p:nvSpPr>
          <p:cNvPr id="1955" name="sanitized-shape-1440">
            <a:extLst xmlns:a="http://schemas.openxmlformats.org/drawingml/2006/main">
              <a:ext uri="{FF2B5EF4-FFF2-40B4-BE49-F238E27FC236}">
                <a16:creationId xmlns:a16="http://schemas.microsoft.com/office/drawing/2014/main" id="{152DAC0E-A7F3-4D95-8703-32ED592DC58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0729" y="1244337"/>
            <a:ext cx="10767600" cy="38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34250" rIns="68550" bIns="34250" anchor="t">
            <a:no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2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743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3200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657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4114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</p:spTree>
  </p:cSld>
</p:sldLayout>
</file>

<file path=ppt/slideLayouts/slideLayout300.xml><?xml version="1.0" encoding="utf-8"?>
<p:sldLayout xmlns:p="http://schemas.openxmlformats.org/presentationml/2006/main" matchingName="结尾">
  <p:cSld name="Sanitized Layout 308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966" name="sanitized-shape-1441"/>
          <p:cNvCxnSpPr/>
          <p:nvPr/>
        </p:nvCxnSpPr>
        <p:spPr>
          <a:xfrm xmlns:a="http://schemas.openxmlformats.org/drawingml/2006/main">
            <a:off x="1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59" name="sanitized-shape-1442">
            <a:extLst xmlns:a="http://schemas.openxmlformats.org/drawingml/2006/main">
              <a:ext uri="{FF2B5EF4-FFF2-40B4-BE49-F238E27FC236}">
                <a16:creationId xmlns:a16="http://schemas.microsoft.com/office/drawing/2014/main" id="{E3DB5795-A720-49EA-91BE-2AB34FBEA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1960" name="sanitized-shape-1443">
            <a:extLst xmlns:a="http://schemas.openxmlformats.org/drawingml/2006/main">
              <a:ext uri="{FF2B5EF4-FFF2-40B4-BE49-F238E27FC236}">
                <a16:creationId xmlns:a16="http://schemas.microsoft.com/office/drawing/2014/main" id="{D90CF6C0-A0C1-48EA-9049-A49B781C71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4"/>
            <a:ext cx="1076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961" name="sanitized-shape-1444">
            <a:extLst xmlns:a="http://schemas.openxmlformats.org/drawingml/2006/main">
              <a:ext uri="{FF2B5EF4-FFF2-40B4-BE49-F238E27FC236}">
                <a16:creationId xmlns:a16="http://schemas.microsoft.com/office/drawing/2014/main" id="{8004766D-529C-452F-9408-9D316E00BC1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59991" y="635634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sp>
        <p:nvSpPr>
          <p:cNvPr id="1962" name="sanitized-shape-1445">
            <a:extLst xmlns:a="http://schemas.openxmlformats.org/drawingml/2006/main">
              <a:ext uri="{FF2B5EF4-FFF2-40B4-BE49-F238E27FC236}">
                <a16:creationId xmlns:a16="http://schemas.microsoft.com/office/drawing/2014/main" id="{17D6CBA2-50FB-466E-8D3F-2D4E983601C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0728" y="1244338"/>
            <a:ext cx="10767600" cy="38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2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743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3200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657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4114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963" name="sanitized-shape-1446">
            <a:extLst xmlns:a="http://schemas.openxmlformats.org/drawingml/2006/main">
              <a:ext uri="{FF2B5EF4-FFF2-40B4-BE49-F238E27FC236}">
                <a16:creationId xmlns:a16="http://schemas.microsoft.com/office/drawing/2014/main" id="{A7607B16-E111-4959-A68A-0D507C0F7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8668" y="6415085"/>
            <a:ext cx="8882700" cy="24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9950" tIns="54700" rIns="89950" bIns="449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100"/>
              <a:buFont typeface="Times New Roman"/>
              <a:buNone/>
            </a:pPr>
            <a:r>
              <a:rPr sz="1100" b="0" i="0" u="none" cap="none">
                <a:solidFill>
                  <a:srgbClr val="80808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</p:cSld>
</p:sldLayout>
</file>

<file path=ppt/slideLayouts/slideLayout301.xml><?xml version="1.0" encoding="utf-8"?>
<p:sldLayout xmlns:p="http://schemas.openxmlformats.org/presentationml/2006/main" matchingName="Title and body 1">
  <p:cSld name="Sanitized Layout 309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65" name="sanitized-shape-1447">
            <a:extLst xmlns:a="http://schemas.openxmlformats.org/drawingml/2006/main">
              <a:ext uri="{FF2B5EF4-FFF2-40B4-BE49-F238E27FC236}">
                <a16:creationId xmlns:a16="http://schemas.microsoft.com/office/drawing/2014/main" id="{A23CB208-5A54-4F98-8D43-CB50FB05FC5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496934" y="6451715"/>
            <a:ext cx="731400" cy="524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121875" rIns="121875" bIns="12187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cap="none">
                <a:solidFill>
                  <a:srgbClr val="B7B7B7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cap="none">
                <a:solidFill>
                  <a:srgbClr val="B7B7B7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cap="none">
                <a:solidFill>
                  <a:srgbClr val="B7B7B7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cap="none">
                <a:solidFill>
                  <a:srgbClr val="B7B7B7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cap="none">
                <a:solidFill>
                  <a:srgbClr val="B7B7B7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cap="none">
                <a:solidFill>
                  <a:srgbClr val="B7B7B7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cap="none">
                <a:solidFill>
                  <a:srgbClr val="B7B7B7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cap="none">
                <a:solidFill>
                  <a:srgbClr val="B7B7B7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cap="none">
                <a:solidFill>
                  <a:srgbClr val="B7B7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sp>
        <p:nvSpPr>
          <p:cNvPr id="1966" name="sanitized-shape-1448">
            <a:extLst xmlns:a="http://schemas.openxmlformats.org/drawingml/2006/main">
              <a:ext uri="{FF2B5EF4-FFF2-40B4-BE49-F238E27FC236}">
                <a16:creationId xmlns:a16="http://schemas.microsoft.com/office/drawing/2014/main" id="{F13DDCE3-7D17-4223-B6CD-749BDE240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096" y="107873"/>
            <a:ext cx="10954800" cy="4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</a:p>
        </p:txBody>
      </p:sp>
      <p:sp>
        <p:nvSpPr>
          <p:cNvPr id="1967" name="sanitized-shape-1449">
            <a:extLst xmlns:a="http://schemas.openxmlformats.org/drawingml/2006/main">
              <a:ext uri="{FF2B5EF4-FFF2-40B4-BE49-F238E27FC236}">
                <a16:creationId xmlns:a16="http://schemas.microsoft.com/office/drawing/2014/main" id="{825EC1F6-D903-4EE6-BD4B-8B688EFC88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7096" y="107873"/>
            <a:ext cx="10954800" cy="4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121875" rIns="121875" bIns="121875" anchor="b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i="0" u="none" cap="none">
                <a:solidFill>
                  <a:srgbClr val="000000"/>
                </a:solidFill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968" name="sanitized-shape-1450">
            <a:extLst xmlns:a="http://schemas.openxmlformats.org/drawingml/2006/main">
              <a:ext uri="{FF2B5EF4-FFF2-40B4-BE49-F238E27FC236}">
                <a16:creationId xmlns:a16="http://schemas.microsoft.com/office/drawing/2014/main" id="{BE08E38A-3C32-45EC-8EF4-71F7F58EA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8668" y="6415085"/>
            <a:ext cx="8882700" cy="24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9950" tIns="54700" rIns="89950" bIns="449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100"/>
              <a:buFont typeface="Times New Roman"/>
              <a:buNone/>
            </a:pPr>
            <a:r>
              <a:rPr sz="1100" b="0" i="0" u="none" cap="none">
                <a:solidFill>
                  <a:srgbClr val="80808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</p:cSld>
</p:sldLayout>
</file>

<file path=ppt/slideLayouts/slideLayout302.xml><?xml version="1.0" encoding="utf-8"?>
<p:sldLayout xmlns:p="http://schemas.openxmlformats.org/presentationml/2006/main" matchingName="Title and Content 51">
  <p:cSld name="Sanitized Layout 310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977" name="sanitized-shape-1451"/>
          <p:cNvCxnSpPr/>
          <p:nvPr/>
        </p:nvCxnSpPr>
        <p:spPr>
          <a:xfrm xmlns:a="http://schemas.openxmlformats.org/drawingml/2006/main">
            <a:off x="3" y="740119"/>
            <a:ext cx="1180830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71" name="sanitized-shape-1452">
            <a:extLst xmlns:a="http://schemas.openxmlformats.org/drawingml/2006/main">
              <a:ext uri="{FF2B5EF4-FFF2-40B4-BE49-F238E27FC236}">
                <a16:creationId xmlns:a16="http://schemas.microsoft.com/office/drawing/2014/main" id="{F5A2B20E-4482-44E0-9D5F-D6934A109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214" y="687583"/>
            <a:ext cx="1017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12700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</a:p>
        </p:txBody>
      </p:sp>
      <p:sp>
        <p:nvSpPr>
          <p:cNvPr id="1973" name="sanitized-shape-1453">
            <a:extLst xmlns:a="http://schemas.openxmlformats.org/drawingml/2006/main">
              <a:ext uri="{FF2B5EF4-FFF2-40B4-BE49-F238E27FC236}">
                <a16:creationId xmlns:a16="http://schemas.microsoft.com/office/drawing/2014/main" id="{43E1FA56-A48D-43D6-A696-A1D0AD45BD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3"/>
            <a:ext cx="107673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974" name="sanitized-shape-1454">
            <a:extLst xmlns:a="http://schemas.openxmlformats.org/drawingml/2006/main">
              <a:ext uri="{FF2B5EF4-FFF2-40B4-BE49-F238E27FC236}">
                <a16:creationId xmlns:a16="http://schemas.microsoft.com/office/drawing/2014/main" id="{312C4331-269E-4E63-B9EE-C6480D6D0C7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456211" y="6571221"/>
            <a:ext cx="659400" cy="3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t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A5A5A5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A5A5A5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A5A5A5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A5A5A5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A5A5A5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A5A5A5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A5A5A5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A5A5A5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A5A5A5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</p:sldLayout>
</file>

<file path=ppt/slideLayouts/slideLayout303.xml><?xml version="1.0" encoding="utf-8"?>
<p:sldLayout xmlns:p="http://schemas.openxmlformats.org/presentationml/2006/main" matchingName="Title Slide" type="title">
  <p:cSld name="Sanitized Layout 312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b8f10f431824daf" /><Relationship Type="http://schemas.openxmlformats.org/officeDocument/2006/relationships/slideLayout" Target="/ppt/slideLayouts/slideLayout1.xml" Id="Ra9f8cc44bb0942ef" /><Relationship Type="http://schemas.openxmlformats.org/officeDocument/2006/relationships/slideLayout" Target="/ppt/slideLayouts/slideLayout2.xml" Id="R3b47b26c052e4e6b" /><Relationship Type="http://schemas.openxmlformats.org/officeDocument/2006/relationships/slideLayout" Target="/ppt/slideLayouts/slideLayout3.xml" Id="R71e70872893b4aba" /><Relationship Type="http://schemas.openxmlformats.org/officeDocument/2006/relationships/slideLayout" Target="/ppt/slideLayouts/slideLayout4.xml" Id="R1469a765cc5c4d96" /><Relationship Type="http://schemas.openxmlformats.org/officeDocument/2006/relationships/slideLayout" Target="/ppt/slideLayouts/slideLayout5.xml" Id="R46b7c4bac17e4ac7" /><Relationship Type="http://schemas.openxmlformats.org/officeDocument/2006/relationships/slideLayout" Target="/ppt/slideLayouts/slideLayout6.xml" Id="R55ef61d18eb34b53" /><Relationship Type="http://schemas.openxmlformats.org/officeDocument/2006/relationships/slideLayout" Target="/ppt/slideLayouts/slideLayout7.xml" Id="R9b1c9e0772cf4733" /><Relationship Type="http://schemas.openxmlformats.org/officeDocument/2006/relationships/slideLayout" Target="/ppt/slideLayouts/slideLayout8.xml" Id="R1f178d22b6ba47a3" /><Relationship Type="http://schemas.openxmlformats.org/officeDocument/2006/relationships/slideLayout" Target="/ppt/slideLayouts/slideLayout9.xml" Id="R9fa2a8fb7cc945ee" /><Relationship Type="http://schemas.openxmlformats.org/officeDocument/2006/relationships/slideLayout" Target="/ppt/slideLayouts/slideLayout10.xml" Id="R9e85f4d3a66c4a7f" /><Relationship Type="http://schemas.openxmlformats.org/officeDocument/2006/relationships/slideLayout" Target="/ppt/slideLayouts/slideLayout11.xml" Id="Rdb0d8c6a5aa54bf2" /><Relationship Type="http://schemas.openxmlformats.org/officeDocument/2006/relationships/slideLayout" Target="/ppt/slideLayouts/slideLayout12.xml" Id="R495381f68e354f37" /><Relationship Type="http://schemas.openxmlformats.org/officeDocument/2006/relationships/slideLayout" Target="/ppt/slideLayouts/slideLayout13.xml" Id="R7171baa54f04434c" /><Relationship Type="http://schemas.openxmlformats.org/officeDocument/2006/relationships/slideLayout" Target="/ppt/slideLayouts/slideLayout14.xml" Id="R24a87c1df1da498a" /><Relationship Type="http://schemas.openxmlformats.org/officeDocument/2006/relationships/slideLayout" Target="/ppt/slideLayouts/slideLayout15.xml" Id="R69d16f51537149fc" /><Relationship Type="http://schemas.openxmlformats.org/officeDocument/2006/relationships/slideLayout" Target="/ppt/slideLayouts/slideLayout16.xml" Id="R6bdc68b2736743df" /><Relationship Type="http://schemas.openxmlformats.org/officeDocument/2006/relationships/slideLayout" Target="/ppt/slideLayouts/slideLayout17.xml" Id="R18fed30088c347c9" /><Relationship Type="http://schemas.openxmlformats.org/officeDocument/2006/relationships/slideLayout" Target="/ppt/slideLayouts/slideLayout18.xml" Id="R2e6ba124764d4b9c" /><Relationship Type="http://schemas.openxmlformats.org/officeDocument/2006/relationships/slideLayout" Target="/ppt/slideLayouts/slideLayout19.xml" Id="Rbc9105c1be914e21" /><Relationship Type="http://schemas.openxmlformats.org/officeDocument/2006/relationships/slideLayout" Target="/ppt/slideLayouts/slideLayout20.xml" Id="Rdba40799b10b448c" /><Relationship Type="http://schemas.openxmlformats.org/officeDocument/2006/relationships/slideLayout" Target="/ppt/slideLayouts/slideLayout21.xml" Id="R816ee6b43d634112" /><Relationship Type="http://schemas.openxmlformats.org/officeDocument/2006/relationships/slideLayout" Target="/ppt/slideLayouts/slideLayout22.xml" Id="R1c93f75698234f03" /><Relationship Type="http://schemas.openxmlformats.org/officeDocument/2006/relationships/slideLayout" Target="/ppt/slideLayouts/slideLayout23.xml" Id="R950a728b8f2c40d5" /><Relationship Type="http://schemas.openxmlformats.org/officeDocument/2006/relationships/slideLayout" Target="/ppt/slideLayouts/slideLayout24.xml" Id="R4728c95876c94f7a" /><Relationship Type="http://schemas.openxmlformats.org/officeDocument/2006/relationships/slideLayout" Target="/ppt/slideLayouts/slideLayout25.xml" Id="R369912af17bd452c" /><Relationship Type="http://schemas.openxmlformats.org/officeDocument/2006/relationships/slideLayout" Target="/ppt/slideLayouts/slideLayout26.xml" Id="Raaaf64d675db4127" /><Relationship Type="http://schemas.openxmlformats.org/officeDocument/2006/relationships/slideLayout" Target="/ppt/slideLayouts/slideLayout27.xml" Id="R5ed64c2f1f854e5d" /><Relationship Type="http://schemas.openxmlformats.org/officeDocument/2006/relationships/slideLayout" Target="/ppt/slideLayouts/slideLayout28.xml" Id="R59f52b49e116466f" /><Relationship Type="http://schemas.openxmlformats.org/officeDocument/2006/relationships/slideLayout" Target="/ppt/slideLayouts/slideLayout29.xml" Id="Ref0c6a19cbd94544" /><Relationship Type="http://schemas.openxmlformats.org/officeDocument/2006/relationships/slideLayout" Target="/ppt/slideLayouts/slideLayout30.xml" Id="R0bb873c0e86c45fd" /><Relationship Type="http://schemas.openxmlformats.org/officeDocument/2006/relationships/slideLayout" Target="/ppt/slideLayouts/slideLayout31.xml" Id="R86ce9427f2424e8e" /><Relationship Type="http://schemas.openxmlformats.org/officeDocument/2006/relationships/slideLayout" Target="/ppt/slideLayouts/slideLayout32.xml" Id="R19cc618472984dfd" /><Relationship Type="http://schemas.openxmlformats.org/officeDocument/2006/relationships/slideLayout" Target="/ppt/slideLayouts/slideLayout33.xml" Id="Re9f784e506494818" /><Relationship Type="http://schemas.openxmlformats.org/officeDocument/2006/relationships/slideLayout" Target="/ppt/slideLayouts/slideLayout34.xml" Id="Rd1bb745c433b4db6" /><Relationship Type="http://schemas.openxmlformats.org/officeDocument/2006/relationships/slideLayout" Target="/ppt/slideLayouts/slideLayout35.xml" Id="R34547ade49c64b76" /><Relationship Type="http://schemas.openxmlformats.org/officeDocument/2006/relationships/slideLayout" Target="/ppt/slideLayouts/slideLayout36.xml" Id="R506b41fcaa3f4685" /><Relationship Type="http://schemas.openxmlformats.org/officeDocument/2006/relationships/slideLayout" Target="/ppt/slideLayouts/slideLayout37.xml" Id="R73cb2aca23c44c17" /><Relationship Type="http://schemas.openxmlformats.org/officeDocument/2006/relationships/slideLayout" Target="/ppt/slideLayouts/slideLayout38.xml" Id="R5e885044a01441b4" /><Relationship Type="http://schemas.openxmlformats.org/officeDocument/2006/relationships/slideLayout" Target="/ppt/slideLayouts/slideLayout39.xml" Id="R4629d81ba7154b42" /><Relationship Type="http://schemas.openxmlformats.org/officeDocument/2006/relationships/slideLayout" Target="/ppt/slideLayouts/slideLayout40.xml" Id="R271a2be1b1df4584" /><Relationship Type="http://schemas.openxmlformats.org/officeDocument/2006/relationships/slideLayout" Target="/ppt/slideLayouts/slideLayout41.xml" Id="R00b3f940802d4402" /><Relationship Type="http://schemas.openxmlformats.org/officeDocument/2006/relationships/slideLayout" Target="/ppt/slideLayouts/slideLayout42.xml" Id="R0595f719f50d4ed4" /><Relationship Type="http://schemas.openxmlformats.org/officeDocument/2006/relationships/slideLayout" Target="/ppt/slideLayouts/slideLayout43.xml" Id="Refc6302f18024fa4" /><Relationship Type="http://schemas.openxmlformats.org/officeDocument/2006/relationships/slideLayout" Target="/ppt/slideLayouts/slideLayout44.xml" Id="R75a84d8a9abb4b41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7c48a18484914571" /><Relationship Type="http://schemas.openxmlformats.org/officeDocument/2006/relationships/slideLayout" Target="/ppt/slideLayouts/slideLayout45.xml" Id="Rdd3542915d414d50" /><Relationship Type="http://schemas.openxmlformats.org/officeDocument/2006/relationships/slideLayout" Target="/ppt/slideLayouts/slideLayout46.xml" Id="Rae83fd88809c4b7b" /><Relationship Type="http://schemas.openxmlformats.org/officeDocument/2006/relationships/slideLayout" Target="/ppt/slideLayouts/slideLayout47.xml" Id="Rb575066c4cb24f40" /><Relationship Type="http://schemas.openxmlformats.org/officeDocument/2006/relationships/slideLayout" Target="/ppt/slideLayouts/slideLayout48.xml" Id="R662fd7aab3b643bf" /><Relationship Type="http://schemas.openxmlformats.org/officeDocument/2006/relationships/slideLayout" Target="/ppt/slideLayouts/slideLayout49.xml" Id="R3bcb64bdab804e16" /><Relationship Type="http://schemas.openxmlformats.org/officeDocument/2006/relationships/slideLayout" Target="/ppt/slideLayouts/slideLayout50.xml" Id="Rac9e578479284f6e" /><Relationship Type="http://schemas.openxmlformats.org/officeDocument/2006/relationships/slideLayout" Target="/ppt/slideLayouts/slideLayout51.xml" Id="R92cdbead23014760" /><Relationship Type="http://schemas.openxmlformats.org/officeDocument/2006/relationships/slideLayout" Target="/ppt/slideLayouts/slideLayout52.xml" Id="R82aef075c32e4b40" /><Relationship Type="http://schemas.openxmlformats.org/officeDocument/2006/relationships/slideLayout" Target="/ppt/slideLayouts/slideLayout53.xml" Id="R9f47cce012bd42a7" /><Relationship Type="http://schemas.openxmlformats.org/officeDocument/2006/relationships/slideLayout" Target="/ppt/slideLayouts/slideLayout54.xml" Id="R90edd0bca0be4ff7" /><Relationship Type="http://schemas.openxmlformats.org/officeDocument/2006/relationships/slideLayout" Target="/ppt/slideLayouts/slideLayout55.xml" Id="R8bdff8abb8b74ce8" /><Relationship Type="http://schemas.openxmlformats.org/officeDocument/2006/relationships/slideLayout" Target="/ppt/slideLayouts/slideLayout56.xml" Id="R371b794071894f89" /><Relationship Type="http://schemas.openxmlformats.org/officeDocument/2006/relationships/slideLayout" Target="/ppt/slideLayouts/slideLayout57.xml" Id="R97eacf7eb64949b8" /><Relationship Type="http://schemas.openxmlformats.org/officeDocument/2006/relationships/slideLayout" Target="/ppt/slideLayouts/slideLayout58.xml" Id="Ra161dee7f24b48d1" /><Relationship Type="http://schemas.openxmlformats.org/officeDocument/2006/relationships/slideLayout" Target="/ppt/slideLayouts/slideLayout59.xml" Id="R4ca440658e7a469d" /><Relationship Type="http://schemas.openxmlformats.org/officeDocument/2006/relationships/slideLayout" Target="/ppt/slideLayouts/slideLayout60.xml" Id="R1b8f1338354f40b3" /><Relationship Type="http://schemas.openxmlformats.org/officeDocument/2006/relationships/slideLayout" Target="/ppt/slideLayouts/slideLayout61.xml" Id="R8d143128c12f48f1" /><Relationship Type="http://schemas.openxmlformats.org/officeDocument/2006/relationships/slideLayout" Target="/ppt/slideLayouts/slideLayout62.xml" Id="Ra94b1f28fe52457e" /><Relationship Type="http://schemas.openxmlformats.org/officeDocument/2006/relationships/slideLayout" Target="/ppt/slideLayouts/slideLayout63.xml" Id="Rc71523c658d6456d" /><Relationship Type="http://schemas.openxmlformats.org/officeDocument/2006/relationships/slideLayout" Target="/ppt/slideLayouts/slideLayout64.xml" Id="R79e506b9d6b74f73" /><Relationship Type="http://schemas.openxmlformats.org/officeDocument/2006/relationships/slideLayout" Target="/ppt/slideLayouts/slideLayout65.xml" Id="R2126cd540677491a" /><Relationship Type="http://schemas.openxmlformats.org/officeDocument/2006/relationships/slideLayout" Target="/ppt/slideLayouts/slideLayout66.xml" Id="Rea856384c62a4768" /><Relationship Type="http://schemas.openxmlformats.org/officeDocument/2006/relationships/slideLayout" Target="/ppt/slideLayouts/slideLayout67.xml" Id="R81f8c4fcdb5144f3" /><Relationship Type="http://schemas.openxmlformats.org/officeDocument/2006/relationships/slideLayout" Target="/ppt/slideLayouts/slideLayout68.xml" Id="Rf8a8b95cee464207" /><Relationship Type="http://schemas.openxmlformats.org/officeDocument/2006/relationships/slideLayout" Target="/ppt/slideLayouts/slideLayout69.xml" Id="Re3eb778039be4c03" /><Relationship Type="http://schemas.openxmlformats.org/officeDocument/2006/relationships/slideLayout" Target="/ppt/slideLayouts/slideLayout70.xml" Id="R2b9a2ad1304b46bf" /><Relationship Type="http://schemas.openxmlformats.org/officeDocument/2006/relationships/slideLayout" Target="/ppt/slideLayouts/slideLayout71.xml" Id="Rf62194db8341464c" /><Relationship Type="http://schemas.openxmlformats.org/officeDocument/2006/relationships/slideLayout" Target="/ppt/slideLayouts/slideLayout72.xml" Id="Re7eba42d02ef401a" /><Relationship Type="http://schemas.openxmlformats.org/officeDocument/2006/relationships/slideLayout" Target="/ppt/slideLayouts/slideLayout73.xml" Id="R60f32cff043e464a" /><Relationship Type="http://schemas.openxmlformats.org/officeDocument/2006/relationships/slideLayout" Target="/ppt/slideLayouts/slideLayout74.xml" Id="Rcd3e96fe0e5e43d9" /><Relationship Type="http://schemas.openxmlformats.org/officeDocument/2006/relationships/slideLayout" Target="/ppt/slideLayouts/slideLayout75.xml" Id="Rc7a59cd7865c42e5" /><Relationship Type="http://schemas.openxmlformats.org/officeDocument/2006/relationships/slideLayout" Target="/ppt/slideLayouts/slideLayout76.xml" Id="Re36203785299462d" /><Relationship Type="http://schemas.openxmlformats.org/officeDocument/2006/relationships/slideLayout" Target="/ppt/slideLayouts/slideLayout77.xml" Id="R9e05a34725124957" /><Relationship Type="http://schemas.openxmlformats.org/officeDocument/2006/relationships/slideLayout" Target="/ppt/slideLayouts/slideLayout78.xml" Id="Rd2c1fa36426c4dfd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a19b84a4085e4e69" /><Relationship Type="http://schemas.openxmlformats.org/officeDocument/2006/relationships/slideLayout" Target="/ppt/slideLayouts/slideLayout79.xml" Id="R1100de0db21d4220" /><Relationship Type="http://schemas.openxmlformats.org/officeDocument/2006/relationships/slideLayout" Target="/ppt/slideLayouts/slideLayout80.xml" Id="R8f0135554ddb4bd5" /><Relationship Type="http://schemas.openxmlformats.org/officeDocument/2006/relationships/slideLayout" Target="/ppt/slideLayouts/slideLayout81.xml" Id="R8c575f28379d4482" /><Relationship Type="http://schemas.openxmlformats.org/officeDocument/2006/relationships/slideLayout" Target="/ppt/slideLayouts/slideLayout82.xml" Id="R283c9ae96f9e4ff0" /><Relationship Type="http://schemas.openxmlformats.org/officeDocument/2006/relationships/slideLayout" Target="/ppt/slideLayouts/slideLayout83.xml" Id="Rdfda542b83664b90" /><Relationship Type="http://schemas.openxmlformats.org/officeDocument/2006/relationships/slideLayout" Target="/ppt/slideLayouts/slideLayout84.xml" Id="R0559cab35ba04a78" /><Relationship Type="http://schemas.openxmlformats.org/officeDocument/2006/relationships/slideLayout" Target="/ppt/slideLayouts/slideLayout85.xml" Id="R700bc104f1ce4cd4" /><Relationship Type="http://schemas.openxmlformats.org/officeDocument/2006/relationships/slideLayout" Target="/ppt/slideLayouts/slideLayout86.xml" Id="Rb4fd7eee85ae4f3c" /><Relationship Type="http://schemas.openxmlformats.org/officeDocument/2006/relationships/slideLayout" Target="/ppt/slideLayouts/slideLayout87.xml" Id="R9c9028cd874b40fb" /><Relationship Type="http://schemas.openxmlformats.org/officeDocument/2006/relationships/slideLayout" Target="/ppt/slideLayouts/slideLayout88.xml" Id="Rc8c9b335d48a4f10" /><Relationship Type="http://schemas.openxmlformats.org/officeDocument/2006/relationships/slideLayout" Target="/ppt/slideLayouts/slideLayout89.xml" Id="R82d4a219e89e4273" /><Relationship Type="http://schemas.openxmlformats.org/officeDocument/2006/relationships/slideLayout" Target="/ppt/slideLayouts/slideLayout90.xml" Id="R78a09f890da248f7" /><Relationship Type="http://schemas.openxmlformats.org/officeDocument/2006/relationships/slideLayout" Target="/ppt/slideLayouts/slideLayout91.xml" Id="Rd2f5f58aafc14639" /><Relationship Type="http://schemas.openxmlformats.org/officeDocument/2006/relationships/slideLayout" Target="/ppt/slideLayouts/slideLayout92.xml" Id="Racb3227cc2c34986" /><Relationship Type="http://schemas.openxmlformats.org/officeDocument/2006/relationships/slideLayout" Target="/ppt/slideLayouts/slideLayout93.xml" Id="R3abe7310a19f45d2" /><Relationship Type="http://schemas.openxmlformats.org/officeDocument/2006/relationships/slideLayout" Target="/ppt/slideLayouts/slideLayout94.xml" Id="R156853d6c791414a" /><Relationship Type="http://schemas.openxmlformats.org/officeDocument/2006/relationships/slideLayout" Target="/ppt/slideLayouts/slideLayout95.xml" Id="R4974a0e79d2e456c" /><Relationship Type="http://schemas.openxmlformats.org/officeDocument/2006/relationships/slideLayout" Target="/ppt/slideLayouts/slideLayout96.xml" Id="R44d825effb2f44a5" /><Relationship Type="http://schemas.openxmlformats.org/officeDocument/2006/relationships/slideLayout" Target="/ppt/slideLayouts/slideLayout97.xml" Id="R1e7d6c89baaf4fae" /><Relationship Type="http://schemas.openxmlformats.org/officeDocument/2006/relationships/slideLayout" Target="/ppt/slideLayouts/slideLayout98.xml" Id="R4c389ce517194b4a" /><Relationship Type="http://schemas.openxmlformats.org/officeDocument/2006/relationships/slideLayout" Target="/ppt/slideLayouts/slideLayout99.xml" Id="R508962dc2a6e4af9" /><Relationship Type="http://schemas.openxmlformats.org/officeDocument/2006/relationships/slideLayout" Target="/ppt/slideLayouts/slideLayout100.xml" Id="R1ff426ff3c46499c" /><Relationship Type="http://schemas.openxmlformats.org/officeDocument/2006/relationships/slideLayout" Target="/ppt/slideLayouts/slideLayout101.xml" Id="R336694d8d4774737" /><Relationship Type="http://schemas.openxmlformats.org/officeDocument/2006/relationships/slideLayout" Target="/ppt/slideLayouts/slideLayout102.xml" Id="R754c6fd0ef434391" /><Relationship Type="http://schemas.openxmlformats.org/officeDocument/2006/relationships/slideLayout" Target="/ppt/slideLayouts/slideLayout103.xml" Id="R6ef97c382c7a46fb" /><Relationship Type="http://schemas.openxmlformats.org/officeDocument/2006/relationships/slideLayout" Target="/ppt/slideLayouts/slideLayout104.xml" Id="R81a178d1e4f04854" /><Relationship Type="http://schemas.openxmlformats.org/officeDocument/2006/relationships/slideLayout" Target="/ppt/slideLayouts/slideLayout105.xml" Id="R676aa2c47bd549bc" /><Relationship Type="http://schemas.openxmlformats.org/officeDocument/2006/relationships/slideLayout" Target="/ppt/slideLayouts/slideLayout106.xml" Id="Ra7f017cbd92e4445" /><Relationship Type="http://schemas.openxmlformats.org/officeDocument/2006/relationships/slideLayout" Target="/ppt/slideLayouts/slideLayout107.xml" Id="R805d924331d242ec" /><Relationship Type="http://schemas.openxmlformats.org/officeDocument/2006/relationships/slideLayout" Target="/ppt/slideLayouts/slideLayout108.xml" Id="R1852f25559c744d4" /><Relationship Type="http://schemas.openxmlformats.org/officeDocument/2006/relationships/slideLayout" Target="/ppt/slideLayouts/slideLayout109.xml" Id="R40724ed3049b49ae" /><Relationship Type="http://schemas.openxmlformats.org/officeDocument/2006/relationships/slideLayout" Target="/ppt/slideLayouts/slideLayout110.xml" Id="R880a5c01ddd4426f" /><Relationship Type="http://schemas.openxmlformats.org/officeDocument/2006/relationships/slideLayout" Target="/ppt/slideLayouts/slideLayout111.xml" Id="Rd012f6d541b64e3f" /><Relationship Type="http://schemas.openxmlformats.org/officeDocument/2006/relationships/slideLayout" Target="/ppt/slideLayouts/slideLayout112.xml" Id="R5260db2b96ad4342" /><Relationship Type="http://schemas.openxmlformats.org/officeDocument/2006/relationships/slideLayout" Target="/ppt/slideLayouts/slideLayout113.xml" Id="Ra7001ea5b7f04faf" /><Relationship Type="http://schemas.openxmlformats.org/officeDocument/2006/relationships/slideLayout" Target="/ppt/slideLayouts/slideLayout114.xml" Id="Rfa2db19f933f4cf4" /><Relationship Type="http://schemas.openxmlformats.org/officeDocument/2006/relationships/slideLayout" Target="/ppt/slideLayouts/slideLayout115.xml" Id="R52a5ee3d358b4746" /><Relationship Type="http://schemas.openxmlformats.org/officeDocument/2006/relationships/slideLayout" Target="/ppt/slideLayouts/slideLayout116.xml" Id="Rd998d0278b3e4e37" /><Relationship Type="http://schemas.openxmlformats.org/officeDocument/2006/relationships/slideLayout" Target="/ppt/slideLayouts/slideLayout117.xml" Id="Rc77ad062d4b2435d" /></Relationships>
</file>

<file path=ppt/slideMasters/_rels/slideMaster4.xml.rels>&#65279;<?xml version="1.0" encoding="utf-8"?><Relationships xmlns="http://schemas.openxmlformats.org/package/2006/relationships"><Relationship Type="http://schemas.openxmlformats.org/officeDocument/2006/relationships/theme" Target="/ppt/slideMasters/theme/theme5.xml" Id="Rac234b692e0c49a7" /><Relationship Type="http://schemas.openxmlformats.org/officeDocument/2006/relationships/slideLayout" Target="/ppt/slideLayouts/slideLayout118.xml" Id="Rf6349419891141ec" /><Relationship Type="http://schemas.openxmlformats.org/officeDocument/2006/relationships/slideLayout" Target="/ppt/slideLayouts/slideLayout119.xml" Id="Ra49551930d354ec2" /><Relationship Type="http://schemas.openxmlformats.org/officeDocument/2006/relationships/slideLayout" Target="/ppt/slideLayouts/slideLayout120.xml" Id="Rdaa40d7db4014995" /><Relationship Type="http://schemas.openxmlformats.org/officeDocument/2006/relationships/slideLayout" Target="/ppt/slideLayouts/slideLayout121.xml" Id="R2268623c315d4e9e" /><Relationship Type="http://schemas.openxmlformats.org/officeDocument/2006/relationships/slideLayout" Target="/ppt/slideLayouts/slideLayout122.xml" Id="R78199e9b0dac47e4" /><Relationship Type="http://schemas.openxmlformats.org/officeDocument/2006/relationships/slideLayout" Target="/ppt/slideLayouts/slideLayout123.xml" Id="R3a5750c93f1c409b" /><Relationship Type="http://schemas.openxmlformats.org/officeDocument/2006/relationships/slideLayout" Target="/ppt/slideLayouts/slideLayout124.xml" Id="R78ad018ca0ff4a86" /><Relationship Type="http://schemas.openxmlformats.org/officeDocument/2006/relationships/slideLayout" Target="/ppt/slideLayouts/slideLayout125.xml" Id="Rd4147e60ec1f4f82" /><Relationship Type="http://schemas.openxmlformats.org/officeDocument/2006/relationships/slideLayout" Target="/ppt/slideLayouts/slideLayout126.xml" Id="Rbdbfe6f9bace43a5" /><Relationship Type="http://schemas.openxmlformats.org/officeDocument/2006/relationships/slideLayout" Target="/ppt/slideLayouts/slideLayout127.xml" Id="Rb19ac316762f4064" /><Relationship Type="http://schemas.openxmlformats.org/officeDocument/2006/relationships/slideLayout" Target="/ppt/slideLayouts/slideLayout128.xml" Id="R21a5d580a4244897" /><Relationship Type="http://schemas.openxmlformats.org/officeDocument/2006/relationships/slideLayout" Target="/ppt/slideLayouts/slideLayout129.xml" Id="Rc085785bf95d4efd" /><Relationship Type="http://schemas.openxmlformats.org/officeDocument/2006/relationships/slideLayout" Target="/ppt/slideLayouts/slideLayout130.xml" Id="R3629ef4ce521486a" /></Relationships>
</file>

<file path=ppt/slideMasters/_rels/slideMaster5.xml.rels>&#65279;<?xml version="1.0" encoding="utf-8"?><Relationships xmlns="http://schemas.openxmlformats.org/package/2006/relationships"><Relationship Type="http://schemas.openxmlformats.org/officeDocument/2006/relationships/theme" Target="/ppt/slideMasters/theme/theme6.xml" Id="R8e1c8abaecb24979" /><Relationship Type="http://schemas.openxmlformats.org/officeDocument/2006/relationships/slideLayout" Target="/ppt/slideLayouts/slideLayout131.xml" Id="Ra507afd4370b4f07" /><Relationship Type="http://schemas.openxmlformats.org/officeDocument/2006/relationships/slideLayout" Target="/ppt/slideLayouts/slideLayout132.xml" Id="R7881a6e0e8bc4c0c" /><Relationship Type="http://schemas.openxmlformats.org/officeDocument/2006/relationships/slideLayout" Target="/ppt/slideLayouts/slideLayout133.xml" Id="Rdb121477fdff40b2" /><Relationship Type="http://schemas.openxmlformats.org/officeDocument/2006/relationships/slideLayout" Target="/ppt/slideLayouts/slideLayout134.xml" Id="Re7ff9f37da46456f" /><Relationship Type="http://schemas.openxmlformats.org/officeDocument/2006/relationships/slideLayout" Target="/ppt/slideLayouts/slideLayout135.xml" Id="R38cd7da2454e4349" /><Relationship Type="http://schemas.openxmlformats.org/officeDocument/2006/relationships/slideLayout" Target="/ppt/slideLayouts/slideLayout136.xml" Id="Rff23f7085b894d08" /><Relationship Type="http://schemas.openxmlformats.org/officeDocument/2006/relationships/slideLayout" Target="/ppt/slideLayouts/slideLayout137.xml" Id="Rae7999c9f2064aef" /><Relationship Type="http://schemas.openxmlformats.org/officeDocument/2006/relationships/slideLayout" Target="/ppt/slideLayouts/slideLayout138.xml" Id="Re3a0d02c2ac34409" /><Relationship Type="http://schemas.openxmlformats.org/officeDocument/2006/relationships/slideLayout" Target="/ppt/slideLayouts/slideLayout139.xml" Id="R2590b2e685ff4129" /><Relationship Type="http://schemas.openxmlformats.org/officeDocument/2006/relationships/slideLayout" Target="/ppt/slideLayouts/slideLayout140.xml" Id="R1141bbe949c743dc" /><Relationship Type="http://schemas.openxmlformats.org/officeDocument/2006/relationships/slideLayout" Target="/ppt/slideLayouts/slideLayout141.xml" Id="Rd0517b09e22644f7" /><Relationship Type="http://schemas.openxmlformats.org/officeDocument/2006/relationships/slideLayout" Target="/ppt/slideLayouts/slideLayout142.xml" Id="Re2f0a0e84d484215" /><Relationship Type="http://schemas.openxmlformats.org/officeDocument/2006/relationships/slideLayout" Target="/ppt/slideLayouts/slideLayout143.xml" Id="R54949577ffbd4977" /><Relationship Type="http://schemas.openxmlformats.org/officeDocument/2006/relationships/slideLayout" Target="/ppt/slideLayouts/slideLayout144.xml" Id="Rc9ff21d58d954cee" /><Relationship Type="http://schemas.openxmlformats.org/officeDocument/2006/relationships/slideLayout" Target="/ppt/slideLayouts/slideLayout145.xml" Id="Re1b64fc1d39c4ad5" /><Relationship Type="http://schemas.openxmlformats.org/officeDocument/2006/relationships/slideLayout" Target="/ppt/slideLayouts/slideLayout146.xml" Id="R791c2db3d5cd4d65" /><Relationship Type="http://schemas.openxmlformats.org/officeDocument/2006/relationships/slideLayout" Target="/ppt/slideLayouts/slideLayout147.xml" Id="R97ad1e92ccd34722" /><Relationship Type="http://schemas.openxmlformats.org/officeDocument/2006/relationships/slideLayout" Target="/ppt/slideLayouts/slideLayout148.xml" Id="R7ba94d041aad409b" /><Relationship Type="http://schemas.openxmlformats.org/officeDocument/2006/relationships/slideLayout" Target="/ppt/slideLayouts/slideLayout149.xml" Id="R155200358d5246e0" /><Relationship Type="http://schemas.openxmlformats.org/officeDocument/2006/relationships/slideLayout" Target="/ppt/slideLayouts/slideLayout150.xml" Id="R95c984b684c540ea" /><Relationship Type="http://schemas.openxmlformats.org/officeDocument/2006/relationships/slideLayout" Target="/ppt/slideLayouts/slideLayout151.xml" Id="R58ca8887a4ea4742" /><Relationship Type="http://schemas.openxmlformats.org/officeDocument/2006/relationships/slideLayout" Target="/ppt/slideLayouts/slideLayout152.xml" Id="R39cb364cb55e4276" /></Relationships>
</file>

<file path=ppt/slideMasters/_rels/slideMaster6.xml.rels>&#65279;<?xml version="1.0" encoding="utf-8"?><Relationships xmlns="http://schemas.openxmlformats.org/package/2006/relationships"><Relationship Type="http://schemas.openxmlformats.org/officeDocument/2006/relationships/theme" Target="/ppt/slideMasters/theme/theme7.xml" Id="R5c691861e1124ca2" /><Relationship Type="http://schemas.openxmlformats.org/officeDocument/2006/relationships/slideLayout" Target="/ppt/slideLayouts/slideLayout153.xml" Id="Rba088b7fcd34475b" /><Relationship Type="http://schemas.openxmlformats.org/officeDocument/2006/relationships/slideLayout" Target="/ppt/slideLayouts/slideLayout154.xml" Id="R8012ec0bdf3d4b25" /><Relationship Type="http://schemas.openxmlformats.org/officeDocument/2006/relationships/slideLayout" Target="/ppt/slideLayouts/slideLayout155.xml" Id="Re7fa023504be468e" /><Relationship Type="http://schemas.openxmlformats.org/officeDocument/2006/relationships/slideLayout" Target="/ppt/slideLayouts/slideLayout156.xml" Id="Rd1bf3df3950b418f" /><Relationship Type="http://schemas.openxmlformats.org/officeDocument/2006/relationships/slideLayout" Target="/ppt/slideLayouts/slideLayout157.xml" Id="R4b7d7fd8ed30441a" /></Relationships>
</file>

<file path=ppt/slideMasters/_rels/slideMaster7.xml.rels>&#65279;<?xml version="1.0" encoding="utf-8"?><Relationships xmlns="http://schemas.openxmlformats.org/package/2006/relationships"><Relationship Type="http://schemas.openxmlformats.org/officeDocument/2006/relationships/theme" Target="/ppt/slideMasters/theme/theme8.xml" Id="R926334cb09ef469d" /><Relationship Type="http://schemas.openxmlformats.org/officeDocument/2006/relationships/slideLayout" Target="/ppt/slideLayouts/slideLayout158.xml" Id="Rf36a6946a65a483c" /><Relationship Type="http://schemas.openxmlformats.org/officeDocument/2006/relationships/slideLayout" Target="/ppt/slideLayouts/slideLayout159.xml" Id="Rc82f133020864a14" /><Relationship Type="http://schemas.openxmlformats.org/officeDocument/2006/relationships/slideLayout" Target="/ppt/slideLayouts/slideLayout160.xml" Id="R9c82e67e04c746f6" /><Relationship Type="http://schemas.openxmlformats.org/officeDocument/2006/relationships/slideLayout" Target="/ppt/slideLayouts/slideLayout161.xml" Id="R262677369bb34716" /><Relationship Type="http://schemas.openxmlformats.org/officeDocument/2006/relationships/slideLayout" Target="/ppt/slideLayouts/slideLayout162.xml" Id="R65ab34d9b39c49ed" /><Relationship Type="http://schemas.openxmlformats.org/officeDocument/2006/relationships/slideLayout" Target="/ppt/slideLayouts/slideLayout163.xml" Id="Rba569edf3da04ddf" /><Relationship Type="http://schemas.openxmlformats.org/officeDocument/2006/relationships/slideLayout" Target="/ppt/slideLayouts/slideLayout164.xml" Id="R1f096308e2584fd8" /><Relationship Type="http://schemas.openxmlformats.org/officeDocument/2006/relationships/slideLayout" Target="/ppt/slideLayouts/slideLayout165.xml" Id="R953ede712e884cf3" /><Relationship Type="http://schemas.openxmlformats.org/officeDocument/2006/relationships/slideLayout" Target="/ppt/slideLayouts/slideLayout166.xml" Id="Rf8c6e3f21a7d419c" /><Relationship Type="http://schemas.openxmlformats.org/officeDocument/2006/relationships/slideLayout" Target="/ppt/slideLayouts/slideLayout167.xml" Id="Rc866708d45a748c3" /><Relationship Type="http://schemas.openxmlformats.org/officeDocument/2006/relationships/slideLayout" Target="/ppt/slideLayouts/slideLayout168.xml" Id="R774b4b1685734cd8" /><Relationship Type="http://schemas.openxmlformats.org/officeDocument/2006/relationships/slideLayout" Target="/ppt/slideLayouts/slideLayout169.xml" Id="Re401a4a4de844c03" /><Relationship Type="http://schemas.openxmlformats.org/officeDocument/2006/relationships/slideLayout" Target="/ppt/slideLayouts/slideLayout170.xml" Id="R5328406b0b8746d7" /><Relationship Type="http://schemas.openxmlformats.org/officeDocument/2006/relationships/slideLayout" Target="/ppt/slideLayouts/slideLayout171.xml" Id="Raea5c0003421440e" /><Relationship Type="http://schemas.openxmlformats.org/officeDocument/2006/relationships/slideLayout" Target="/ppt/slideLayouts/slideLayout172.xml" Id="R3e56171de3ff4d36" /><Relationship Type="http://schemas.openxmlformats.org/officeDocument/2006/relationships/slideLayout" Target="/ppt/slideLayouts/slideLayout173.xml" Id="Reb4e343efe934e80" /><Relationship Type="http://schemas.openxmlformats.org/officeDocument/2006/relationships/slideLayout" Target="/ppt/slideLayouts/slideLayout174.xml" Id="R0310894b42734ef7" /><Relationship Type="http://schemas.openxmlformats.org/officeDocument/2006/relationships/slideLayout" Target="/ppt/slideLayouts/slideLayout175.xml" Id="R4b3d476043ab4831" /><Relationship Type="http://schemas.openxmlformats.org/officeDocument/2006/relationships/slideLayout" Target="/ppt/slideLayouts/slideLayout176.xml" Id="Raec1d9c8a0334e88" /><Relationship Type="http://schemas.openxmlformats.org/officeDocument/2006/relationships/slideLayout" Target="/ppt/slideLayouts/slideLayout177.xml" Id="Rf1af80d1b981497c" /><Relationship Type="http://schemas.openxmlformats.org/officeDocument/2006/relationships/slideLayout" Target="/ppt/slideLayouts/slideLayout178.xml" Id="R983b63613dcf43e5" /><Relationship Type="http://schemas.openxmlformats.org/officeDocument/2006/relationships/slideLayout" Target="/ppt/slideLayouts/slideLayout179.xml" Id="R9b3903d010b24086" /><Relationship Type="http://schemas.openxmlformats.org/officeDocument/2006/relationships/slideLayout" Target="/ppt/slideLayouts/slideLayout180.xml" Id="Rf584bb14f2f24f5a" /><Relationship Type="http://schemas.openxmlformats.org/officeDocument/2006/relationships/slideLayout" Target="/ppt/slideLayouts/slideLayout181.xml" Id="R748a5d1c42804273" /><Relationship Type="http://schemas.openxmlformats.org/officeDocument/2006/relationships/slideLayout" Target="/ppt/slideLayouts/slideLayout182.xml" Id="R733318382e54434e" /><Relationship Type="http://schemas.openxmlformats.org/officeDocument/2006/relationships/slideLayout" Target="/ppt/slideLayouts/slideLayout183.xml" Id="R4e3501b03da04508" /><Relationship Type="http://schemas.openxmlformats.org/officeDocument/2006/relationships/slideLayout" Target="/ppt/slideLayouts/slideLayout184.xml" Id="Ra648c05c0b1c4962" /><Relationship Type="http://schemas.openxmlformats.org/officeDocument/2006/relationships/slideLayout" Target="/ppt/slideLayouts/slideLayout185.xml" Id="Rb26f0f037e8449f5" /><Relationship Type="http://schemas.openxmlformats.org/officeDocument/2006/relationships/slideLayout" Target="/ppt/slideLayouts/slideLayout186.xml" Id="R852e049d2e0f4071" /><Relationship Type="http://schemas.openxmlformats.org/officeDocument/2006/relationships/slideLayout" Target="/ppt/slideLayouts/slideLayout187.xml" Id="Rf99e1d3234a247df" /><Relationship Type="http://schemas.openxmlformats.org/officeDocument/2006/relationships/slideLayout" Target="/ppt/slideLayouts/slideLayout188.xml" Id="Recf55fb160e943fb" /><Relationship Type="http://schemas.openxmlformats.org/officeDocument/2006/relationships/slideLayout" Target="/ppt/slideLayouts/slideLayout189.xml" Id="R9f8a9f46c2404e51" /><Relationship Type="http://schemas.openxmlformats.org/officeDocument/2006/relationships/slideLayout" Target="/ppt/slideLayouts/slideLayout190.xml" Id="R5ef088089d9247f0" /><Relationship Type="http://schemas.openxmlformats.org/officeDocument/2006/relationships/slideLayout" Target="/ppt/slideLayouts/slideLayout191.xml" Id="R08cd5db6def94435" /><Relationship Type="http://schemas.openxmlformats.org/officeDocument/2006/relationships/slideLayout" Target="/ppt/slideLayouts/slideLayout192.xml" Id="Raf64664e63fd4688" /><Relationship Type="http://schemas.openxmlformats.org/officeDocument/2006/relationships/slideLayout" Target="/ppt/slideLayouts/slideLayout193.xml" Id="R020445315a4d4034" /><Relationship Type="http://schemas.openxmlformats.org/officeDocument/2006/relationships/slideLayout" Target="/ppt/slideLayouts/slideLayout194.xml" Id="R2f22f5c50a4c49a6" /><Relationship Type="http://schemas.openxmlformats.org/officeDocument/2006/relationships/slideLayout" Target="/ppt/slideLayouts/slideLayout195.xml" Id="Rb3d83b7b755d45f0" /><Relationship Type="http://schemas.openxmlformats.org/officeDocument/2006/relationships/slideLayout" Target="/ppt/slideLayouts/slideLayout196.xml" Id="R94a3cc65f4b04071" /><Relationship Type="http://schemas.openxmlformats.org/officeDocument/2006/relationships/slideLayout" Target="/ppt/slideLayouts/slideLayout197.xml" Id="R7e6e8f39ecdd46dd" /><Relationship Type="http://schemas.openxmlformats.org/officeDocument/2006/relationships/slideLayout" Target="/ppt/slideLayouts/slideLayout198.xml" Id="R70a527c546af4b32" /><Relationship Type="http://schemas.openxmlformats.org/officeDocument/2006/relationships/slideLayout" Target="/ppt/slideLayouts/slideLayout199.xml" Id="R58231667a45f401c" /><Relationship Type="http://schemas.openxmlformats.org/officeDocument/2006/relationships/slideLayout" Target="/ppt/slideLayouts/slideLayout200.xml" Id="R138506a0b3c543a7" /><Relationship Type="http://schemas.openxmlformats.org/officeDocument/2006/relationships/slideLayout" Target="/ppt/slideLayouts/slideLayout201.xml" Id="Ra71c0926dae34178" /><Relationship Type="http://schemas.openxmlformats.org/officeDocument/2006/relationships/slideLayout" Target="/ppt/slideLayouts/slideLayout202.xml" Id="Ra2c7f74cb8c74641" /><Relationship Type="http://schemas.openxmlformats.org/officeDocument/2006/relationships/slideLayout" Target="/ppt/slideLayouts/slideLayout203.xml" Id="Rc7d3d793e9924d77" /><Relationship Type="http://schemas.openxmlformats.org/officeDocument/2006/relationships/slideLayout" Target="/ppt/slideLayouts/slideLayout204.xml" Id="R71a02445e76242ee" /><Relationship Type="http://schemas.openxmlformats.org/officeDocument/2006/relationships/slideLayout" Target="/ppt/slideLayouts/slideLayout205.xml" Id="R50f7db8f0dc44c10" /><Relationship Type="http://schemas.openxmlformats.org/officeDocument/2006/relationships/slideLayout" Target="/ppt/slideLayouts/slideLayout206.xml" Id="R6feaf752e23c4132" /><Relationship Type="http://schemas.openxmlformats.org/officeDocument/2006/relationships/slideLayout" Target="/ppt/slideLayouts/slideLayout207.xml" Id="Rcdb436d0d62e4701" /><Relationship Type="http://schemas.openxmlformats.org/officeDocument/2006/relationships/slideLayout" Target="/ppt/slideLayouts/slideLayout208.xml" Id="R0fa95abb00ea4d15" /><Relationship Type="http://schemas.openxmlformats.org/officeDocument/2006/relationships/slideLayout" Target="/ppt/slideLayouts/slideLayout209.xml" Id="R05fff6eeee544827" /><Relationship Type="http://schemas.openxmlformats.org/officeDocument/2006/relationships/slideLayout" Target="/ppt/slideLayouts/slideLayout210.xml" Id="R03ec804741d64b3d" /><Relationship Type="http://schemas.openxmlformats.org/officeDocument/2006/relationships/slideLayout" Target="/ppt/slideLayouts/slideLayout211.xml" Id="R74696031bf774ac5" /><Relationship Type="http://schemas.openxmlformats.org/officeDocument/2006/relationships/slideLayout" Target="/ppt/slideLayouts/slideLayout212.xml" Id="R4551ee66cdbf4a64" /><Relationship Type="http://schemas.openxmlformats.org/officeDocument/2006/relationships/slideLayout" Target="/ppt/slideLayouts/slideLayout213.xml" Id="Rc37c62254ea2493f" /><Relationship Type="http://schemas.openxmlformats.org/officeDocument/2006/relationships/slideLayout" Target="/ppt/slideLayouts/slideLayout214.xml" Id="Re8486b2e8d504637" /><Relationship Type="http://schemas.openxmlformats.org/officeDocument/2006/relationships/slideLayout" Target="/ppt/slideLayouts/slideLayout215.xml" Id="R391158ee653e423c" /><Relationship Type="http://schemas.openxmlformats.org/officeDocument/2006/relationships/slideLayout" Target="/ppt/slideLayouts/slideLayout216.xml" Id="R99f23b138ea043d8" /><Relationship Type="http://schemas.openxmlformats.org/officeDocument/2006/relationships/slideLayout" Target="/ppt/slideLayouts/slideLayout217.xml" Id="R87dd9fae80584c44" /><Relationship Type="http://schemas.openxmlformats.org/officeDocument/2006/relationships/slideLayout" Target="/ppt/slideLayouts/slideLayout218.xml" Id="Rf7f1e2037ae84f9f" /><Relationship Type="http://schemas.openxmlformats.org/officeDocument/2006/relationships/slideLayout" Target="/ppt/slideLayouts/slideLayout219.xml" Id="R992778948ff24687" /><Relationship Type="http://schemas.openxmlformats.org/officeDocument/2006/relationships/slideLayout" Target="/ppt/slideLayouts/slideLayout220.xml" Id="Rb2c81391a9154fb9" /><Relationship Type="http://schemas.openxmlformats.org/officeDocument/2006/relationships/slideLayout" Target="/ppt/slideLayouts/slideLayout221.xml" Id="R7142442fe6af465d" /><Relationship Type="http://schemas.openxmlformats.org/officeDocument/2006/relationships/slideLayout" Target="/ppt/slideLayouts/slideLayout222.xml" Id="Rc4e96e5a37ab431d" /><Relationship Type="http://schemas.openxmlformats.org/officeDocument/2006/relationships/slideLayout" Target="/ppt/slideLayouts/slideLayout223.xml" Id="R2e2abe95ba5b4db8" /><Relationship Type="http://schemas.openxmlformats.org/officeDocument/2006/relationships/slideLayout" Target="/ppt/slideLayouts/slideLayout224.xml" Id="R24af65f0302d4e51" /><Relationship Type="http://schemas.openxmlformats.org/officeDocument/2006/relationships/slideLayout" Target="/ppt/slideLayouts/slideLayout225.xml" Id="Rc3570d23854e41cd" /><Relationship Type="http://schemas.openxmlformats.org/officeDocument/2006/relationships/slideLayout" Target="/ppt/slideLayouts/slideLayout226.xml" Id="Rb4ef8f4085e14c1f" /><Relationship Type="http://schemas.openxmlformats.org/officeDocument/2006/relationships/slideLayout" Target="/ppt/slideLayouts/slideLayout227.xml" Id="R5645c3bc50fd48fc" /><Relationship Type="http://schemas.openxmlformats.org/officeDocument/2006/relationships/slideLayout" Target="/ppt/slideLayouts/slideLayout228.xml" Id="R055b8ef36ee44301" /><Relationship Type="http://schemas.openxmlformats.org/officeDocument/2006/relationships/slideLayout" Target="/ppt/slideLayouts/slideLayout229.xml" Id="Rc7da65b25d2b41af" /><Relationship Type="http://schemas.openxmlformats.org/officeDocument/2006/relationships/slideLayout" Target="/ppt/slideLayouts/slideLayout230.xml" Id="Rd2eaa9bab8454f18" /><Relationship Type="http://schemas.openxmlformats.org/officeDocument/2006/relationships/slideLayout" Target="/ppt/slideLayouts/slideLayout231.xml" Id="R866b36ef66664976" /><Relationship Type="http://schemas.openxmlformats.org/officeDocument/2006/relationships/slideLayout" Target="/ppt/slideLayouts/slideLayout232.xml" Id="R4d85b6eb2fd34863" /><Relationship Type="http://schemas.openxmlformats.org/officeDocument/2006/relationships/slideLayout" Target="/ppt/slideLayouts/slideLayout233.xml" Id="R2acbd12cc39a4fac" /><Relationship Type="http://schemas.openxmlformats.org/officeDocument/2006/relationships/slideLayout" Target="/ppt/slideLayouts/slideLayout234.xml" Id="R4dd55147c0264862" /><Relationship Type="http://schemas.openxmlformats.org/officeDocument/2006/relationships/slideLayout" Target="/ppt/slideLayouts/slideLayout235.xml" Id="Re62a32962de44138" /><Relationship Type="http://schemas.openxmlformats.org/officeDocument/2006/relationships/slideLayout" Target="/ppt/slideLayouts/slideLayout236.xml" Id="Rd5f63f80025049aa" /><Relationship Type="http://schemas.openxmlformats.org/officeDocument/2006/relationships/slideLayout" Target="/ppt/slideLayouts/slideLayout237.xml" Id="Rf6c5a028755c483f" /><Relationship Type="http://schemas.openxmlformats.org/officeDocument/2006/relationships/slideLayout" Target="/ppt/slideLayouts/slideLayout238.xml" Id="Rb62f6a0302754015" /><Relationship Type="http://schemas.openxmlformats.org/officeDocument/2006/relationships/slideLayout" Target="/ppt/slideLayouts/slideLayout239.xml" Id="R693e092178494c10" /><Relationship Type="http://schemas.openxmlformats.org/officeDocument/2006/relationships/slideLayout" Target="/ppt/slideLayouts/slideLayout240.xml" Id="R6c80f58334504cb5" /><Relationship Type="http://schemas.openxmlformats.org/officeDocument/2006/relationships/slideLayout" Target="/ppt/slideLayouts/slideLayout241.xml" Id="Re7914d0bc35f41d9" /><Relationship Type="http://schemas.openxmlformats.org/officeDocument/2006/relationships/slideLayout" Target="/ppt/slideLayouts/slideLayout242.xml" Id="R0423ed663b3d4f0e" /><Relationship Type="http://schemas.openxmlformats.org/officeDocument/2006/relationships/slideLayout" Target="/ppt/slideLayouts/slideLayout243.xml" Id="R15fe788ca62e4fc6" /><Relationship Type="http://schemas.openxmlformats.org/officeDocument/2006/relationships/slideLayout" Target="/ppt/slideLayouts/slideLayout244.xml" Id="R7d92ee5f3f0b4bad" /><Relationship Type="http://schemas.openxmlformats.org/officeDocument/2006/relationships/slideLayout" Target="/ppt/slideLayouts/slideLayout245.xml" Id="Recfce5cecb954f5a" /><Relationship Type="http://schemas.openxmlformats.org/officeDocument/2006/relationships/slideLayout" Target="/ppt/slideLayouts/slideLayout246.xml" Id="R9aad29a197b24f10" /><Relationship Type="http://schemas.openxmlformats.org/officeDocument/2006/relationships/slideLayout" Target="/ppt/slideLayouts/slideLayout247.xml" Id="R9962f0374b834504" /><Relationship Type="http://schemas.openxmlformats.org/officeDocument/2006/relationships/slideLayout" Target="/ppt/slideLayouts/slideLayout248.xml" Id="R74c85a549eaf464a" /><Relationship Type="http://schemas.openxmlformats.org/officeDocument/2006/relationships/slideLayout" Target="/ppt/slideLayouts/slideLayout249.xml" Id="Rbc9deeae3dd14507" /><Relationship Type="http://schemas.openxmlformats.org/officeDocument/2006/relationships/slideLayout" Target="/ppt/slideLayouts/slideLayout250.xml" Id="R8703865fe82f4734" /><Relationship Type="http://schemas.openxmlformats.org/officeDocument/2006/relationships/slideLayout" Target="/ppt/slideLayouts/slideLayout251.xml" Id="R3fe4db99d0764cac" /><Relationship Type="http://schemas.openxmlformats.org/officeDocument/2006/relationships/slideLayout" Target="/ppt/slideLayouts/slideLayout252.xml" Id="Ra8a97d323ea244fe" /><Relationship Type="http://schemas.openxmlformats.org/officeDocument/2006/relationships/slideLayout" Target="/ppt/slideLayouts/slideLayout253.xml" Id="Rdd9101d2a26e414a" /><Relationship Type="http://schemas.openxmlformats.org/officeDocument/2006/relationships/slideLayout" Target="/ppt/slideLayouts/slideLayout254.xml" Id="Rcc18984fa81944f1" /><Relationship Type="http://schemas.openxmlformats.org/officeDocument/2006/relationships/slideLayout" Target="/ppt/slideLayouts/slideLayout255.xml" Id="Rd01c1f05a236441e" /><Relationship Type="http://schemas.openxmlformats.org/officeDocument/2006/relationships/slideLayout" Target="/ppt/slideLayouts/slideLayout256.xml" Id="Rc9afc410e4764919" /><Relationship Type="http://schemas.openxmlformats.org/officeDocument/2006/relationships/slideLayout" Target="/ppt/slideLayouts/slideLayout257.xml" Id="Ra39661b95c284940" /><Relationship Type="http://schemas.openxmlformats.org/officeDocument/2006/relationships/slideLayout" Target="/ppt/slideLayouts/slideLayout258.xml" Id="R8c2062f6cc334ee0" /><Relationship Type="http://schemas.openxmlformats.org/officeDocument/2006/relationships/slideLayout" Target="/ppt/slideLayouts/slideLayout259.xml" Id="R03cae5aa6c9f4e7d" /><Relationship Type="http://schemas.openxmlformats.org/officeDocument/2006/relationships/slideLayout" Target="/ppt/slideLayouts/slideLayout260.xml" Id="R4af9bffa5aff49f3" /><Relationship Type="http://schemas.openxmlformats.org/officeDocument/2006/relationships/slideLayout" Target="/ppt/slideLayouts/slideLayout261.xml" Id="R19959027c3fd4c34" /><Relationship Type="http://schemas.openxmlformats.org/officeDocument/2006/relationships/slideLayout" Target="/ppt/slideLayouts/slideLayout262.xml" Id="R384a61bbe6df4aa2" /><Relationship Type="http://schemas.openxmlformats.org/officeDocument/2006/relationships/slideLayout" Target="/ppt/slideLayouts/slideLayout263.xml" Id="R7a7d4d187bbc4ae4" /><Relationship Type="http://schemas.openxmlformats.org/officeDocument/2006/relationships/slideLayout" Target="/ppt/slideLayouts/slideLayout264.xml" Id="R172d0f7a8a824569" /><Relationship Type="http://schemas.openxmlformats.org/officeDocument/2006/relationships/slideLayout" Target="/ppt/slideLayouts/slideLayout265.xml" Id="Rce66d0bf55864600" /><Relationship Type="http://schemas.openxmlformats.org/officeDocument/2006/relationships/slideLayout" Target="/ppt/slideLayouts/slideLayout266.xml" Id="R757fcd857b2b42a1" /></Relationships>
</file>

<file path=ppt/slideMasters/_rels/slideMaster8.xml.rels>&#65279;<?xml version="1.0" encoding="utf-8"?><Relationships xmlns="http://schemas.openxmlformats.org/package/2006/relationships"><Relationship Type="http://schemas.openxmlformats.org/officeDocument/2006/relationships/theme" Target="/ppt/slideMasters/theme/theme9.xml" Id="R0231a5147eab4e30" /><Relationship Type="http://schemas.openxmlformats.org/officeDocument/2006/relationships/slideLayout" Target="/ppt/slideLayouts/slideLayout267.xml" Id="Rafaadeee630d4e50" /><Relationship Type="http://schemas.openxmlformats.org/officeDocument/2006/relationships/slideLayout" Target="/ppt/slideLayouts/slideLayout268.xml" Id="R1cc792fbf7ec4c3c" /><Relationship Type="http://schemas.openxmlformats.org/officeDocument/2006/relationships/slideLayout" Target="/ppt/slideLayouts/slideLayout269.xml" Id="R31a52fafd3c7447a" /><Relationship Type="http://schemas.openxmlformats.org/officeDocument/2006/relationships/slideLayout" Target="/ppt/slideLayouts/slideLayout270.xml" Id="R5ff437d552534032" /><Relationship Type="http://schemas.openxmlformats.org/officeDocument/2006/relationships/slideLayout" Target="/ppt/slideLayouts/slideLayout271.xml" Id="R0daaa530c15a4096" /><Relationship Type="http://schemas.openxmlformats.org/officeDocument/2006/relationships/slideLayout" Target="/ppt/slideLayouts/slideLayout272.xml" Id="R46e88a8b4f2343e3" /><Relationship Type="http://schemas.openxmlformats.org/officeDocument/2006/relationships/slideLayout" Target="/ppt/slideLayouts/slideLayout273.xml" Id="R5b9447509ebd42af" /><Relationship Type="http://schemas.openxmlformats.org/officeDocument/2006/relationships/slideLayout" Target="/ppt/slideLayouts/slideLayout274.xml" Id="Re6db50ad9aa54b50" /><Relationship Type="http://schemas.openxmlformats.org/officeDocument/2006/relationships/slideLayout" Target="/ppt/slideLayouts/slideLayout275.xml" Id="R4782e825607f4f8c" /><Relationship Type="http://schemas.openxmlformats.org/officeDocument/2006/relationships/slideLayout" Target="/ppt/slideLayouts/slideLayout276.xml" Id="R849ebdced00f490f" /><Relationship Type="http://schemas.openxmlformats.org/officeDocument/2006/relationships/slideLayout" Target="/ppt/slideLayouts/slideLayout277.xml" Id="R87ed7ee680f74fda" /><Relationship Type="http://schemas.openxmlformats.org/officeDocument/2006/relationships/slideLayout" Target="/ppt/slideLayouts/slideLayout278.xml" Id="R14b4e14377464b92" /><Relationship Type="http://schemas.openxmlformats.org/officeDocument/2006/relationships/slideLayout" Target="/ppt/slideLayouts/slideLayout279.xml" Id="Rd8de2b3edd6d41b6" /><Relationship Type="http://schemas.openxmlformats.org/officeDocument/2006/relationships/slideLayout" Target="/ppt/slideLayouts/slideLayout280.xml" Id="R3208db49e6744ce2" /><Relationship Type="http://schemas.openxmlformats.org/officeDocument/2006/relationships/slideLayout" Target="/ppt/slideLayouts/slideLayout281.xml" Id="R032c8f1ac8d140ce" /><Relationship Type="http://schemas.openxmlformats.org/officeDocument/2006/relationships/slideLayout" Target="/ppt/slideLayouts/slideLayout282.xml" Id="Rb3dc75c765264de5" /><Relationship Type="http://schemas.openxmlformats.org/officeDocument/2006/relationships/slideLayout" Target="/ppt/slideLayouts/slideLayout283.xml" Id="R26a9ed30ed3845f5" /><Relationship Type="http://schemas.openxmlformats.org/officeDocument/2006/relationships/slideLayout" Target="/ppt/slideLayouts/slideLayout284.xml" Id="R342ec60c5dc94e52" /><Relationship Type="http://schemas.openxmlformats.org/officeDocument/2006/relationships/slideLayout" Target="/ppt/slideLayouts/slideLayout285.xml" Id="R134e1bc2f1844f94" /><Relationship Type="http://schemas.openxmlformats.org/officeDocument/2006/relationships/slideLayout" Target="/ppt/slideLayouts/slideLayout286.xml" Id="R0eebdb14c5d54a48" /><Relationship Type="http://schemas.openxmlformats.org/officeDocument/2006/relationships/slideLayout" Target="/ppt/slideLayouts/slideLayout287.xml" Id="R95dea1c12ddb49e2" /><Relationship Type="http://schemas.openxmlformats.org/officeDocument/2006/relationships/slideLayout" Target="/ppt/slideLayouts/slideLayout288.xml" Id="Rb189241f89d0455c" /><Relationship Type="http://schemas.openxmlformats.org/officeDocument/2006/relationships/slideLayout" Target="/ppt/slideLayouts/slideLayout289.xml" Id="R9d2af4868874481a" /><Relationship Type="http://schemas.openxmlformats.org/officeDocument/2006/relationships/slideLayout" Target="/ppt/slideLayouts/slideLayout290.xml" Id="R8e47bb54512547c8" /><Relationship Type="http://schemas.openxmlformats.org/officeDocument/2006/relationships/slideLayout" Target="/ppt/slideLayouts/slideLayout291.xml" Id="Raba9de75ad674ca6" /><Relationship Type="http://schemas.openxmlformats.org/officeDocument/2006/relationships/slideLayout" Target="/ppt/slideLayouts/slideLayout292.xml" Id="R92da29961531412b" /><Relationship Type="http://schemas.openxmlformats.org/officeDocument/2006/relationships/slideLayout" Target="/ppt/slideLayouts/slideLayout293.xml" Id="R43fcfd80d4ce4c25" /><Relationship Type="http://schemas.openxmlformats.org/officeDocument/2006/relationships/slideLayout" Target="/ppt/slideLayouts/slideLayout294.xml" Id="Rfd07a19eaaa24d7f" /><Relationship Type="http://schemas.openxmlformats.org/officeDocument/2006/relationships/slideLayout" Target="/ppt/slideLayouts/slideLayout295.xml" Id="R42b02200c9814a0a" /><Relationship Type="http://schemas.openxmlformats.org/officeDocument/2006/relationships/slideLayout" Target="/ppt/slideLayouts/slideLayout296.xml" Id="Re291ed4d9790441e" /><Relationship Type="http://schemas.openxmlformats.org/officeDocument/2006/relationships/slideLayout" Target="/ppt/slideLayouts/slideLayout297.xml" Id="R49e2519fcb534f08" /><Relationship Type="http://schemas.openxmlformats.org/officeDocument/2006/relationships/slideLayout" Target="/ppt/slideLayouts/slideLayout298.xml" Id="Rb16aaa74f54545d9" /><Relationship Type="http://schemas.openxmlformats.org/officeDocument/2006/relationships/slideLayout" Target="/ppt/slideLayouts/slideLayout299.xml" Id="R5a61ef8f3012435e" /><Relationship Type="http://schemas.openxmlformats.org/officeDocument/2006/relationships/slideLayout" Target="/ppt/slideLayouts/slideLayout300.xml" Id="R31a065b7671b488c" /><Relationship Type="http://schemas.openxmlformats.org/officeDocument/2006/relationships/slideLayout" Target="/ppt/slideLayouts/slideLayout301.xml" Id="R601203df17054b40" /><Relationship Type="http://schemas.openxmlformats.org/officeDocument/2006/relationships/slideLayout" Target="/ppt/slideLayouts/slideLayout302.xml" Id="R8009c4c4ad804a89" /></Relationships>
</file>

<file path=ppt/slideMasters/_rels/slideMaster9.xml.rels>&#65279;<?xml version="1.0" encoding="utf-8"?><Relationships xmlns="http://schemas.openxmlformats.org/package/2006/relationships"><Relationship Type="http://schemas.openxmlformats.org/officeDocument/2006/relationships/theme" Target="/ppt/slideMasters/theme/theme10.xml" Id="Ra2a44b0e19694fb8" /><Relationship Type="http://schemas.openxmlformats.org/officeDocument/2006/relationships/slideLayout" Target="/ppt/slideLayouts/slideLayout303.xml" Id="R2720881d940c428d" /></Relationships>
</file>

<file path=ppt/slideMasters/slideMaster1.xml><?xml version="1.0" encoding="utf-8"?>
<p:sldMaster xmlns:p="http://schemas.openxmlformats.org/presentationml/2006/main">
  <p:cSld name="Sanitized Layout 001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anitized-shape-21">
            <a:extLst xmlns:a="http://schemas.openxmlformats.org/drawingml/2006/main">
              <a:ext uri="{FF2B5EF4-FFF2-40B4-BE49-F238E27FC236}">
                <a16:creationId xmlns:a16="http://schemas.microsoft.com/office/drawing/2014/main" id="{03E556DE-8B69-4FB9-BBDE-731BDAB5A58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59991" y="635634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9f8cc44bb0942ef"/>
    <p:sldLayoutId xmlns:r="http://schemas.openxmlformats.org/officeDocument/2006/relationships" id="2147483650" r:id="R3b47b26c052e4e6b"/>
    <p:sldLayoutId xmlns:r="http://schemas.openxmlformats.org/officeDocument/2006/relationships" id="2147483651" r:id="R71e70872893b4aba"/>
    <p:sldLayoutId xmlns:r="http://schemas.openxmlformats.org/officeDocument/2006/relationships" id="2147483652" r:id="R1469a765cc5c4d96"/>
    <p:sldLayoutId xmlns:r="http://schemas.openxmlformats.org/officeDocument/2006/relationships" id="2147483653" r:id="R46b7c4bac17e4ac7"/>
    <p:sldLayoutId xmlns:r="http://schemas.openxmlformats.org/officeDocument/2006/relationships" id="2147483654" r:id="R55ef61d18eb34b53"/>
    <p:sldLayoutId xmlns:r="http://schemas.openxmlformats.org/officeDocument/2006/relationships" id="2147483655" r:id="R9b1c9e0772cf4733"/>
    <p:sldLayoutId xmlns:r="http://schemas.openxmlformats.org/officeDocument/2006/relationships" id="2147483656" r:id="R1f178d22b6ba47a3"/>
    <p:sldLayoutId xmlns:r="http://schemas.openxmlformats.org/officeDocument/2006/relationships" id="2147483657" r:id="R9fa2a8fb7cc945ee"/>
    <p:sldLayoutId xmlns:r="http://schemas.openxmlformats.org/officeDocument/2006/relationships" id="2147483658" r:id="R9e85f4d3a66c4a7f"/>
    <p:sldLayoutId xmlns:r="http://schemas.openxmlformats.org/officeDocument/2006/relationships" id="2147483659" r:id="Rdb0d8c6a5aa54bf2"/>
    <p:sldLayoutId xmlns:r="http://schemas.openxmlformats.org/officeDocument/2006/relationships" id="2147483660" r:id="R495381f68e354f37"/>
    <p:sldLayoutId xmlns:r="http://schemas.openxmlformats.org/officeDocument/2006/relationships" id="2147483661" r:id="R7171baa54f04434c"/>
    <p:sldLayoutId xmlns:r="http://schemas.openxmlformats.org/officeDocument/2006/relationships" id="2147483662" r:id="R24a87c1df1da498a"/>
    <p:sldLayoutId xmlns:r="http://schemas.openxmlformats.org/officeDocument/2006/relationships" id="2147483663" r:id="R69d16f51537149fc"/>
    <p:sldLayoutId xmlns:r="http://schemas.openxmlformats.org/officeDocument/2006/relationships" id="2147483664" r:id="R6bdc68b2736743df"/>
    <p:sldLayoutId xmlns:r="http://schemas.openxmlformats.org/officeDocument/2006/relationships" id="2147483665" r:id="R18fed30088c347c9"/>
    <p:sldLayoutId xmlns:r="http://schemas.openxmlformats.org/officeDocument/2006/relationships" id="2147483666" r:id="R2e6ba124764d4b9c"/>
    <p:sldLayoutId xmlns:r="http://schemas.openxmlformats.org/officeDocument/2006/relationships" id="2147483667" r:id="Rbc9105c1be914e21"/>
    <p:sldLayoutId xmlns:r="http://schemas.openxmlformats.org/officeDocument/2006/relationships" id="2147483668" r:id="Rdba40799b10b448c"/>
    <p:sldLayoutId xmlns:r="http://schemas.openxmlformats.org/officeDocument/2006/relationships" id="2147483669" r:id="R816ee6b43d634112"/>
    <p:sldLayoutId xmlns:r="http://schemas.openxmlformats.org/officeDocument/2006/relationships" id="2147483670" r:id="R1c93f75698234f03"/>
    <p:sldLayoutId xmlns:r="http://schemas.openxmlformats.org/officeDocument/2006/relationships" id="2147483671" r:id="R950a728b8f2c40d5"/>
    <p:sldLayoutId xmlns:r="http://schemas.openxmlformats.org/officeDocument/2006/relationships" id="2147483672" r:id="R4728c95876c94f7a"/>
    <p:sldLayoutId xmlns:r="http://schemas.openxmlformats.org/officeDocument/2006/relationships" id="2147483673" r:id="R369912af17bd452c"/>
    <p:sldLayoutId xmlns:r="http://schemas.openxmlformats.org/officeDocument/2006/relationships" id="2147483674" r:id="Raaaf64d675db4127"/>
    <p:sldLayoutId xmlns:r="http://schemas.openxmlformats.org/officeDocument/2006/relationships" id="2147483675" r:id="R5ed64c2f1f854e5d"/>
    <p:sldLayoutId xmlns:r="http://schemas.openxmlformats.org/officeDocument/2006/relationships" id="2147483676" r:id="R59f52b49e116466f"/>
    <p:sldLayoutId xmlns:r="http://schemas.openxmlformats.org/officeDocument/2006/relationships" id="2147483677" r:id="Ref0c6a19cbd94544"/>
    <p:sldLayoutId xmlns:r="http://schemas.openxmlformats.org/officeDocument/2006/relationships" id="2147483678" r:id="R0bb873c0e86c45fd"/>
    <p:sldLayoutId xmlns:r="http://schemas.openxmlformats.org/officeDocument/2006/relationships" id="2147483679" r:id="R86ce9427f2424e8e"/>
    <p:sldLayoutId xmlns:r="http://schemas.openxmlformats.org/officeDocument/2006/relationships" id="2147483680" r:id="R19cc618472984dfd"/>
    <p:sldLayoutId xmlns:r="http://schemas.openxmlformats.org/officeDocument/2006/relationships" id="2147483681" r:id="Re9f784e506494818"/>
    <p:sldLayoutId xmlns:r="http://schemas.openxmlformats.org/officeDocument/2006/relationships" id="2147483682" r:id="Rd1bb745c433b4db6"/>
    <p:sldLayoutId xmlns:r="http://schemas.openxmlformats.org/officeDocument/2006/relationships" id="2147483683" r:id="R34547ade49c64b76"/>
    <p:sldLayoutId xmlns:r="http://schemas.openxmlformats.org/officeDocument/2006/relationships" id="2147483684" r:id="R506b41fcaa3f4685"/>
    <p:sldLayoutId xmlns:r="http://schemas.openxmlformats.org/officeDocument/2006/relationships" id="2147483685" r:id="R73cb2aca23c44c17"/>
    <p:sldLayoutId xmlns:r="http://schemas.openxmlformats.org/officeDocument/2006/relationships" id="2147483686" r:id="R5e885044a01441b4"/>
    <p:sldLayoutId xmlns:r="http://schemas.openxmlformats.org/officeDocument/2006/relationships" id="2147483687" r:id="R4629d81ba7154b42"/>
    <p:sldLayoutId xmlns:r="http://schemas.openxmlformats.org/officeDocument/2006/relationships" id="2147483688" r:id="R271a2be1b1df4584"/>
    <p:sldLayoutId xmlns:r="http://schemas.openxmlformats.org/officeDocument/2006/relationships" id="2147483689" r:id="R00b3f940802d4402"/>
    <p:sldLayoutId xmlns:r="http://schemas.openxmlformats.org/officeDocument/2006/relationships" id="2147483690" r:id="R0595f719f50d4ed4"/>
    <p:sldLayoutId xmlns:r="http://schemas.openxmlformats.org/officeDocument/2006/relationships" id="2147483691" r:id="Refc6302f18024fa4"/>
    <p:sldLayoutId xmlns:r="http://schemas.openxmlformats.org/officeDocument/2006/relationships" id="2147483692" r:id="R75a84d8a9abb4b41"/>
  </p:sldLayoutIdLst>
  <p:hf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Sanitized Layout 046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5" name="sanitized-shape-273">
            <a:extLst xmlns:a="http://schemas.openxmlformats.org/drawingml/2006/main">
              <a:ext uri="{FF2B5EF4-FFF2-40B4-BE49-F238E27FC236}">
                <a16:creationId xmlns:a16="http://schemas.microsoft.com/office/drawing/2014/main" id="{BD03A3A5-816C-4F5F-8B2F-D4BFFBC729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15496" y="593367"/>
            <a:ext cx="11358000" cy="76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121875" rIns="121875" bIns="12187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46" name="sanitized-shape-274">
            <a:extLst xmlns:a="http://schemas.openxmlformats.org/drawingml/2006/main">
              <a:ext uri="{FF2B5EF4-FFF2-40B4-BE49-F238E27FC236}">
                <a16:creationId xmlns:a16="http://schemas.microsoft.com/office/drawing/2014/main" id="{4B6C5402-8D1A-4A0A-8A0D-CECFF2B5F40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15496" y="1536633"/>
            <a:ext cx="11358000" cy="455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121875" rIns="121875" bIns="121875" anchor="t">
            <a:normAutofit/>
          </a:bodyPr>
          <a:lstStyle xmlns:a="http://schemas.openxmlformats.org/drawingml/2006/main">
            <a:lvl1pPr marL="457200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marL="914400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2pPr>
            <a:lvl3pPr marL="1371600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3pPr>
            <a:lvl4pPr marL="1828800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4pPr>
            <a:lvl5pPr marL="2286000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5pPr>
            <a:lvl6pPr marL="2743200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6pPr>
            <a:lvl7pPr marL="3200400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7pPr>
            <a:lvl8pPr marL="3657600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8pPr>
            <a:lvl9pPr marL="4114800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47" name="sanitized-shape-275">
            <a:extLst xmlns:a="http://schemas.openxmlformats.org/drawingml/2006/main">
              <a:ext uri="{FF2B5EF4-FFF2-40B4-BE49-F238E27FC236}">
                <a16:creationId xmlns:a16="http://schemas.microsoft.com/office/drawing/2014/main" id="{E8150BFB-222E-4C02-AB03-7FB82DAD24E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3784" y="6217622"/>
            <a:ext cx="731400" cy="524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121875" rIns="121875" bIns="121875" anchor="ctr">
            <a:normAutofit/>
          </a:bodyPr>
          <a:lstStyle xmlns:a="http://schemas.openxmlformats.org/drawingml/2006/main">
            <a:lvl1pPr algn="r">
              <a:buNone/>
              <a:defRPr sz="1300">
                <a:solidFill>
                  <a:schemeClr val="dk2"/>
                </a:solidFill>
              </a:defRPr>
            </a:lvl1pPr>
            <a:lvl2pPr algn="r">
              <a:buNone/>
              <a:defRPr sz="1300">
                <a:solidFill>
                  <a:schemeClr val="dk2"/>
                </a:solidFill>
              </a:defRPr>
            </a:lvl2pPr>
            <a:lvl3pPr algn="r">
              <a:buNone/>
              <a:defRPr sz="1300">
                <a:solidFill>
                  <a:schemeClr val="dk2"/>
                </a:solidFill>
              </a:defRPr>
            </a:lvl3pPr>
            <a:lvl4pPr algn="r">
              <a:buNone/>
              <a:defRPr sz="1300">
                <a:solidFill>
                  <a:schemeClr val="dk2"/>
                </a:solidFill>
              </a:defRPr>
            </a:lvl4pPr>
            <a:lvl5pPr algn="r">
              <a:buNone/>
              <a:defRPr sz="1300">
                <a:solidFill>
                  <a:schemeClr val="dk2"/>
                </a:solidFill>
              </a:defRPr>
            </a:lvl5pPr>
            <a:lvl6pPr algn="r">
              <a:buNone/>
              <a:defRPr sz="1300">
                <a:solidFill>
                  <a:schemeClr val="dk2"/>
                </a:solidFill>
              </a:defRPr>
            </a:lvl6pPr>
            <a:lvl7pPr algn="r">
              <a:buNone/>
              <a:defRPr sz="1300">
                <a:solidFill>
                  <a:schemeClr val="dk2"/>
                </a:solidFill>
              </a:defRPr>
            </a:lvl7pPr>
            <a:lvl8pPr algn="r">
              <a:buNone/>
              <a:defRPr sz="1300">
                <a:solidFill>
                  <a:schemeClr val="dk2"/>
                </a:solidFill>
              </a:defRPr>
            </a:lvl8pPr>
            <a:lvl9pPr algn="r">
              <a:buNone/>
              <a:defRPr sz="1300">
                <a:solidFill>
                  <a:schemeClr val="dk2"/>
                </a:solidFill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94" r:id="Rdd3542915d414d50"/>
    <p:sldLayoutId xmlns:r="http://schemas.openxmlformats.org/officeDocument/2006/relationships" id="2147483695" r:id="Rae83fd88809c4b7b"/>
    <p:sldLayoutId xmlns:r="http://schemas.openxmlformats.org/officeDocument/2006/relationships" id="2147483696" r:id="Rb575066c4cb24f40"/>
    <p:sldLayoutId xmlns:r="http://schemas.openxmlformats.org/officeDocument/2006/relationships" id="2147483697" r:id="R662fd7aab3b643bf"/>
    <p:sldLayoutId xmlns:r="http://schemas.openxmlformats.org/officeDocument/2006/relationships" id="2147483698" r:id="R3bcb64bdab804e16"/>
    <p:sldLayoutId xmlns:r="http://schemas.openxmlformats.org/officeDocument/2006/relationships" id="2147483699" r:id="Rac9e578479284f6e"/>
    <p:sldLayoutId xmlns:r="http://schemas.openxmlformats.org/officeDocument/2006/relationships" id="2147483700" r:id="R92cdbead23014760"/>
    <p:sldLayoutId xmlns:r="http://schemas.openxmlformats.org/officeDocument/2006/relationships" id="2147483701" r:id="R82aef075c32e4b40"/>
    <p:sldLayoutId xmlns:r="http://schemas.openxmlformats.org/officeDocument/2006/relationships" id="2147483702" r:id="R9f47cce012bd42a7"/>
    <p:sldLayoutId xmlns:r="http://schemas.openxmlformats.org/officeDocument/2006/relationships" id="2147483703" r:id="R90edd0bca0be4ff7"/>
    <p:sldLayoutId xmlns:r="http://schemas.openxmlformats.org/officeDocument/2006/relationships" id="2147483704" r:id="R8bdff8abb8b74ce8"/>
    <p:sldLayoutId xmlns:r="http://schemas.openxmlformats.org/officeDocument/2006/relationships" id="2147483705" r:id="R371b794071894f89"/>
    <p:sldLayoutId xmlns:r="http://schemas.openxmlformats.org/officeDocument/2006/relationships" id="2147483706" r:id="R97eacf7eb64949b8"/>
    <p:sldLayoutId xmlns:r="http://schemas.openxmlformats.org/officeDocument/2006/relationships" id="2147483707" r:id="Ra161dee7f24b48d1"/>
    <p:sldLayoutId xmlns:r="http://schemas.openxmlformats.org/officeDocument/2006/relationships" id="2147483708" r:id="R4ca440658e7a469d"/>
    <p:sldLayoutId xmlns:r="http://schemas.openxmlformats.org/officeDocument/2006/relationships" id="2147483709" r:id="R1b8f1338354f40b3"/>
    <p:sldLayoutId xmlns:r="http://schemas.openxmlformats.org/officeDocument/2006/relationships" id="2147483710" r:id="R8d143128c12f48f1"/>
    <p:sldLayoutId xmlns:r="http://schemas.openxmlformats.org/officeDocument/2006/relationships" id="2147483711" r:id="Ra94b1f28fe52457e"/>
    <p:sldLayoutId xmlns:r="http://schemas.openxmlformats.org/officeDocument/2006/relationships" id="2147483712" r:id="Rc71523c658d6456d"/>
    <p:sldLayoutId xmlns:r="http://schemas.openxmlformats.org/officeDocument/2006/relationships" id="2147483713" r:id="R79e506b9d6b74f73"/>
    <p:sldLayoutId xmlns:r="http://schemas.openxmlformats.org/officeDocument/2006/relationships" id="2147483714" r:id="R2126cd540677491a"/>
    <p:sldLayoutId xmlns:r="http://schemas.openxmlformats.org/officeDocument/2006/relationships" id="2147483715" r:id="Rea856384c62a4768"/>
    <p:sldLayoutId xmlns:r="http://schemas.openxmlformats.org/officeDocument/2006/relationships" id="2147483716" r:id="R81f8c4fcdb5144f3"/>
    <p:sldLayoutId xmlns:r="http://schemas.openxmlformats.org/officeDocument/2006/relationships" id="2147483717" r:id="Rf8a8b95cee464207"/>
    <p:sldLayoutId xmlns:r="http://schemas.openxmlformats.org/officeDocument/2006/relationships" id="2147483718" r:id="Re3eb778039be4c03"/>
    <p:sldLayoutId xmlns:r="http://schemas.openxmlformats.org/officeDocument/2006/relationships" id="2147483719" r:id="R2b9a2ad1304b46bf"/>
    <p:sldLayoutId xmlns:r="http://schemas.openxmlformats.org/officeDocument/2006/relationships" id="2147483720" r:id="Rf62194db8341464c"/>
    <p:sldLayoutId xmlns:r="http://schemas.openxmlformats.org/officeDocument/2006/relationships" id="2147483721" r:id="Re7eba42d02ef401a"/>
    <p:sldLayoutId xmlns:r="http://schemas.openxmlformats.org/officeDocument/2006/relationships" id="2147483722" r:id="R60f32cff043e464a"/>
    <p:sldLayoutId xmlns:r="http://schemas.openxmlformats.org/officeDocument/2006/relationships" id="2147483723" r:id="Rcd3e96fe0e5e43d9"/>
    <p:sldLayoutId xmlns:r="http://schemas.openxmlformats.org/officeDocument/2006/relationships" id="2147483724" r:id="Rc7a59cd7865c42e5"/>
    <p:sldLayoutId xmlns:r="http://schemas.openxmlformats.org/officeDocument/2006/relationships" id="2147483725" r:id="Re36203785299462d"/>
    <p:sldLayoutId xmlns:r="http://schemas.openxmlformats.org/officeDocument/2006/relationships" id="2147483726" r:id="R9e05a34725124957"/>
    <p:sldLayoutId xmlns:r="http://schemas.openxmlformats.org/officeDocument/2006/relationships" id="2147483727" r:id="Rd2c1fa36426c4dfd"/>
  </p:sldLayoutIdLst>
  <p:hf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3.xml><?xml version="1.0" encoding="utf-8"?>
<p:sldMaster xmlns:p="http://schemas.openxmlformats.org/presentationml/2006/main">
  <p:cSld name="Sanitized Layout 081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7" name="sanitized-shape-448">
            <a:extLst xmlns:a="http://schemas.openxmlformats.org/drawingml/2006/main">
              <a:ext uri="{FF2B5EF4-FFF2-40B4-BE49-F238E27FC236}">
                <a16:creationId xmlns:a16="http://schemas.microsoft.com/office/drawing/2014/main" id="{96B2F6AD-F1D9-4661-A493-26E1F3642F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15496" y="593367"/>
            <a:ext cx="11358000" cy="76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121875" rIns="121875" bIns="12187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78" name="sanitized-shape-449">
            <a:extLst xmlns:a="http://schemas.openxmlformats.org/drawingml/2006/main">
              <a:ext uri="{FF2B5EF4-FFF2-40B4-BE49-F238E27FC236}">
                <a16:creationId xmlns:a16="http://schemas.microsoft.com/office/drawing/2014/main" id="{4C70BA98-EFA9-42DC-98C8-481BF206DBF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15496" y="1536633"/>
            <a:ext cx="11358000" cy="455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121875" rIns="121875" bIns="121875" anchor="t">
            <a:normAutofit/>
          </a:bodyPr>
          <a:lstStyle xmlns:a="http://schemas.openxmlformats.org/drawingml/2006/main">
            <a:lvl1pPr marL="457200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marL="914400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2pPr>
            <a:lvl3pPr marL="1371600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3pPr>
            <a:lvl4pPr marL="1828800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4pPr>
            <a:lvl5pPr marL="2286000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5pPr>
            <a:lvl6pPr marL="2743200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6pPr>
            <a:lvl7pPr marL="3200400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7pPr>
            <a:lvl8pPr marL="3657600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8pPr>
            <a:lvl9pPr marL="4114800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79" name="sanitized-shape-450">
            <a:extLst xmlns:a="http://schemas.openxmlformats.org/drawingml/2006/main">
              <a:ext uri="{FF2B5EF4-FFF2-40B4-BE49-F238E27FC236}">
                <a16:creationId xmlns:a16="http://schemas.microsoft.com/office/drawing/2014/main" id="{2E4D80B3-76A1-48B7-A304-6566790B256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3784" y="6217622"/>
            <a:ext cx="731400" cy="524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121875" rIns="121875" bIns="121875" anchor="ctr">
            <a:normAutofit/>
          </a:bodyPr>
          <a:lstStyle xmlns:a="http://schemas.openxmlformats.org/drawingml/2006/main">
            <a:lvl1pPr algn="r">
              <a:buNone/>
              <a:defRPr sz="1300">
                <a:solidFill>
                  <a:schemeClr val="dk2"/>
                </a:solidFill>
              </a:defRPr>
            </a:lvl1pPr>
            <a:lvl2pPr algn="r">
              <a:buNone/>
              <a:defRPr sz="1300">
                <a:solidFill>
                  <a:schemeClr val="dk2"/>
                </a:solidFill>
              </a:defRPr>
            </a:lvl2pPr>
            <a:lvl3pPr algn="r">
              <a:buNone/>
              <a:defRPr sz="1300">
                <a:solidFill>
                  <a:schemeClr val="dk2"/>
                </a:solidFill>
              </a:defRPr>
            </a:lvl3pPr>
            <a:lvl4pPr algn="r">
              <a:buNone/>
              <a:defRPr sz="1300">
                <a:solidFill>
                  <a:schemeClr val="dk2"/>
                </a:solidFill>
              </a:defRPr>
            </a:lvl4pPr>
            <a:lvl5pPr algn="r">
              <a:buNone/>
              <a:defRPr sz="1300">
                <a:solidFill>
                  <a:schemeClr val="dk2"/>
                </a:solidFill>
              </a:defRPr>
            </a:lvl5pPr>
            <a:lvl6pPr algn="r">
              <a:buNone/>
              <a:defRPr sz="1300">
                <a:solidFill>
                  <a:schemeClr val="dk2"/>
                </a:solidFill>
              </a:defRPr>
            </a:lvl6pPr>
            <a:lvl7pPr algn="r">
              <a:buNone/>
              <a:defRPr sz="1300">
                <a:solidFill>
                  <a:schemeClr val="dk2"/>
                </a:solidFill>
              </a:defRPr>
            </a:lvl7pPr>
            <a:lvl8pPr algn="r">
              <a:buNone/>
              <a:defRPr sz="1300">
                <a:solidFill>
                  <a:schemeClr val="dk2"/>
                </a:solidFill>
              </a:defRPr>
            </a:lvl8pPr>
            <a:lvl9pPr algn="r">
              <a:buNone/>
              <a:defRPr sz="1300">
                <a:solidFill>
                  <a:schemeClr val="dk2"/>
                </a:solidFill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729" r:id="R1100de0db21d4220"/>
    <p:sldLayoutId xmlns:r="http://schemas.openxmlformats.org/officeDocument/2006/relationships" id="2147483730" r:id="R8f0135554ddb4bd5"/>
    <p:sldLayoutId xmlns:r="http://schemas.openxmlformats.org/officeDocument/2006/relationships" id="2147483731" r:id="R8c575f28379d4482"/>
    <p:sldLayoutId xmlns:r="http://schemas.openxmlformats.org/officeDocument/2006/relationships" id="2147483732" r:id="R283c9ae96f9e4ff0"/>
    <p:sldLayoutId xmlns:r="http://schemas.openxmlformats.org/officeDocument/2006/relationships" id="2147483733" r:id="Rdfda542b83664b90"/>
    <p:sldLayoutId xmlns:r="http://schemas.openxmlformats.org/officeDocument/2006/relationships" id="2147483734" r:id="R0559cab35ba04a78"/>
    <p:sldLayoutId xmlns:r="http://schemas.openxmlformats.org/officeDocument/2006/relationships" id="2147483735" r:id="R700bc104f1ce4cd4"/>
    <p:sldLayoutId xmlns:r="http://schemas.openxmlformats.org/officeDocument/2006/relationships" id="2147483736" r:id="Rb4fd7eee85ae4f3c"/>
    <p:sldLayoutId xmlns:r="http://schemas.openxmlformats.org/officeDocument/2006/relationships" id="2147483737" r:id="R9c9028cd874b40fb"/>
    <p:sldLayoutId xmlns:r="http://schemas.openxmlformats.org/officeDocument/2006/relationships" id="2147483738" r:id="Rc8c9b335d48a4f10"/>
    <p:sldLayoutId xmlns:r="http://schemas.openxmlformats.org/officeDocument/2006/relationships" id="2147483739" r:id="R82d4a219e89e4273"/>
    <p:sldLayoutId xmlns:r="http://schemas.openxmlformats.org/officeDocument/2006/relationships" id="2147483740" r:id="R78a09f890da248f7"/>
    <p:sldLayoutId xmlns:r="http://schemas.openxmlformats.org/officeDocument/2006/relationships" id="2147483741" r:id="Rd2f5f58aafc14639"/>
    <p:sldLayoutId xmlns:r="http://schemas.openxmlformats.org/officeDocument/2006/relationships" id="2147483742" r:id="Racb3227cc2c34986"/>
    <p:sldLayoutId xmlns:r="http://schemas.openxmlformats.org/officeDocument/2006/relationships" id="2147483743" r:id="R3abe7310a19f45d2"/>
    <p:sldLayoutId xmlns:r="http://schemas.openxmlformats.org/officeDocument/2006/relationships" id="2147483744" r:id="R156853d6c791414a"/>
    <p:sldLayoutId xmlns:r="http://schemas.openxmlformats.org/officeDocument/2006/relationships" id="2147483745" r:id="R4974a0e79d2e456c"/>
    <p:sldLayoutId xmlns:r="http://schemas.openxmlformats.org/officeDocument/2006/relationships" id="2147483746" r:id="R44d825effb2f44a5"/>
    <p:sldLayoutId xmlns:r="http://schemas.openxmlformats.org/officeDocument/2006/relationships" id="2147483747" r:id="R1e7d6c89baaf4fae"/>
    <p:sldLayoutId xmlns:r="http://schemas.openxmlformats.org/officeDocument/2006/relationships" id="2147483748" r:id="R4c389ce517194b4a"/>
    <p:sldLayoutId xmlns:r="http://schemas.openxmlformats.org/officeDocument/2006/relationships" id="2147483749" r:id="R508962dc2a6e4af9"/>
    <p:sldLayoutId xmlns:r="http://schemas.openxmlformats.org/officeDocument/2006/relationships" id="2147483750" r:id="R1ff426ff3c46499c"/>
    <p:sldLayoutId xmlns:r="http://schemas.openxmlformats.org/officeDocument/2006/relationships" id="2147483751" r:id="R336694d8d4774737"/>
    <p:sldLayoutId xmlns:r="http://schemas.openxmlformats.org/officeDocument/2006/relationships" id="2147483752" r:id="R754c6fd0ef434391"/>
    <p:sldLayoutId xmlns:r="http://schemas.openxmlformats.org/officeDocument/2006/relationships" id="2147483753" r:id="R6ef97c382c7a46fb"/>
    <p:sldLayoutId xmlns:r="http://schemas.openxmlformats.org/officeDocument/2006/relationships" id="2147483754" r:id="R81a178d1e4f04854"/>
    <p:sldLayoutId xmlns:r="http://schemas.openxmlformats.org/officeDocument/2006/relationships" id="2147483755" r:id="R676aa2c47bd549bc"/>
    <p:sldLayoutId xmlns:r="http://schemas.openxmlformats.org/officeDocument/2006/relationships" id="2147483756" r:id="Ra7f017cbd92e4445"/>
    <p:sldLayoutId xmlns:r="http://schemas.openxmlformats.org/officeDocument/2006/relationships" id="2147483757" r:id="R805d924331d242ec"/>
    <p:sldLayoutId xmlns:r="http://schemas.openxmlformats.org/officeDocument/2006/relationships" id="2147483758" r:id="R1852f25559c744d4"/>
    <p:sldLayoutId xmlns:r="http://schemas.openxmlformats.org/officeDocument/2006/relationships" id="2147483759" r:id="R40724ed3049b49ae"/>
    <p:sldLayoutId xmlns:r="http://schemas.openxmlformats.org/officeDocument/2006/relationships" id="2147483760" r:id="R880a5c01ddd4426f"/>
    <p:sldLayoutId xmlns:r="http://schemas.openxmlformats.org/officeDocument/2006/relationships" id="2147483761" r:id="Rd012f6d541b64e3f"/>
    <p:sldLayoutId xmlns:r="http://schemas.openxmlformats.org/officeDocument/2006/relationships" id="2147483762" r:id="R5260db2b96ad4342"/>
    <p:sldLayoutId xmlns:r="http://schemas.openxmlformats.org/officeDocument/2006/relationships" id="2147483763" r:id="Ra7001ea5b7f04faf"/>
    <p:sldLayoutId xmlns:r="http://schemas.openxmlformats.org/officeDocument/2006/relationships" id="2147483764" r:id="Rfa2db19f933f4cf4"/>
    <p:sldLayoutId xmlns:r="http://schemas.openxmlformats.org/officeDocument/2006/relationships" id="2147483765" r:id="R52a5ee3d358b4746"/>
    <p:sldLayoutId xmlns:r="http://schemas.openxmlformats.org/officeDocument/2006/relationships" id="2147483766" r:id="Rd998d0278b3e4e37"/>
    <p:sldLayoutId xmlns:r="http://schemas.openxmlformats.org/officeDocument/2006/relationships" id="2147483767" r:id="Rc77ad062d4b2435d"/>
  </p:sldLayoutIdLst>
  <p:hf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4.xml><?xml version="1.0" encoding="utf-8"?>
<p:sldMaster xmlns:p="http://schemas.openxmlformats.org/presentationml/2006/main">
  <p:cSld name="Sanitized Layout 121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23" name="sanitized-shape-627">
            <a:extLst xmlns:a="http://schemas.openxmlformats.org/drawingml/2006/main">
              <a:ext uri="{FF2B5EF4-FFF2-40B4-BE49-F238E27FC236}">
                <a16:creationId xmlns:a16="http://schemas.microsoft.com/office/drawing/2014/main" id="{EFD4508D-0D2D-4564-AC96-BF13B68398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15496" y="593367"/>
            <a:ext cx="11358000" cy="76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121875" rIns="121875" bIns="12187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24" name="sanitized-shape-628">
            <a:extLst xmlns:a="http://schemas.openxmlformats.org/drawingml/2006/main">
              <a:ext uri="{FF2B5EF4-FFF2-40B4-BE49-F238E27FC236}">
                <a16:creationId xmlns:a16="http://schemas.microsoft.com/office/drawing/2014/main" id="{0BDFB690-D46B-428E-83CD-78269CC166D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15496" y="1536633"/>
            <a:ext cx="11358000" cy="455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121875" rIns="121875" bIns="121875" anchor="t">
            <a:normAutofit/>
          </a:bodyPr>
          <a:lstStyle xmlns:a="http://schemas.openxmlformats.org/drawingml/2006/main">
            <a:lvl1pPr marL="457200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marL="914400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2pPr>
            <a:lvl3pPr marL="1371600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3pPr>
            <a:lvl4pPr marL="1828800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4pPr>
            <a:lvl5pPr marL="2286000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5pPr>
            <a:lvl6pPr marL="2743200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6pPr>
            <a:lvl7pPr marL="3200400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7pPr>
            <a:lvl8pPr marL="3657600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8pPr>
            <a:lvl9pPr marL="4114800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25" name="sanitized-shape-629">
            <a:extLst xmlns:a="http://schemas.openxmlformats.org/drawingml/2006/main">
              <a:ext uri="{FF2B5EF4-FFF2-40B4-BE49-F238E27FC236}">
                <a16:creationId xmlns:a16="http://schemas.microsoft.com/office/drawing/2014/main" id="{A4F812DF-A964-428A-8129-647D0EB865B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3784" y="6217622"/>
            <a:ext cx="731400" cy="524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121875" rIns="121875" bIns="121875" anchor="ctr">
            <a:normAutofit/>
          </a:bodyPr>
          <a:lstStyle xmlns:a="http://schemas.openxmlformats.org/drawingml/2006/main">
            <a:lvl1pPr algn="r">
              <a:buNone/>
              <a:defRPr sz="1300">
                <a:solidFill>
                  <a:schemeClr val="dk2"/>
                </a:solidFill>
              </a:defRPr>
            </a:lvl1pPr>
            <a:lvl2pPr algn="r">
              <a:buNone/>
              <a:defRPr sz="1300">
                <a:solidFill>
                  <a:schemeClr val="dk2"/>
                </a:solidFill>
              </a:defRPr>
            </a:lvl2pPr>
            <a:lvl3pPr algn="r">
              <a:buNone/>
              <a:defRPr sz="1300">
                <a:solidFill>
                  <a:schemeClr val="dk2"/>
                </a:solidFill>
              </a:defRPr>
            </a:lvl3pPr>
            <a:lvl4pPr algn="r">
              <a:buNone/>
              <a:defRPr sz="1300">
                <a:solidFill>
                  <a:schemeClr val="dk2"/>
                </a:solidFill>
              </a:defRPr>
            </a:lvl4pPr>
            <a:lvl5pPr algn="r">
              <a:buNone/>
              <a:defRPr sz="1300">
                <a:solidFill>
                  <a:schemeClr val="dk2"/>
                </a:solidFill>
              </a:defRPr>
            </a:lvl5pPr>
            <a:lvl6pPr algn="r">
              <a:buNone/>
              <a:defRPr sz="1300">
                <a:solidFill>
                  <a:schemeClr val="dk2"/>
                </a:solidFill>
              </a:defRPr>
            </a:lvl6pPr>
            <a:lvl7pPr algn="r">
              <a:buNone/>
              <a:defRPr sz="1300">
                <a:solidFill>
                  <a:schemeClr val="dk2"/>
                </a:solidFill>
              </a:defRPr>
            </a:lvl7pPr>
            <a:lvl8pPr algn="r">
              <a:buNone/>
              <a:defRPr sz="1300">
                <a:solidFill>
                  <a:schemeClr val="dk2"/>
                </a:solidFill>
              </a:defRPr>
            </a:lvl8pPr>
            <a:lvl9pPr algn="r">
              <a:buNone/>
              <a:defRPr sz="1300">
                <a:solidFill>
                  <a:schemeClr val="dk2"/>
                </a:solidFill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769" r:id="Rf6349419891141ec"/>
    <p:sldLayoutId xmlns:r="http://schemas.openxmlformats.org/officeDocument/2006/relationships" id="2147483770" r:id="Ra49551930d354ec2"/>
    <p:sldLayoutId xmlns:r="http://schemas.openxmlformats.org/officeDocument/2006/relationships" id="2147483771" r:id="Rdaa40d7db4014995"/>
    <p:sldLayoutId xmlns:r="http://schemas.openxmlformats.org/officeDocument/2006/relationships" id="2147483772" r:id="R2268623c315d4e9e"/>
    <p:sldLayoutId xmlns:r="http://schemas.openxmlformats.org/officeDocument/2006/relationships" id="2147483773" r:id="R78199e9b0dac47e4"/>
    <p:sldLayoutId xmlns:r="http://schemas.openxmlformats.org/officeDocument/2006/relationships" id="2147483774" r:id="R3a5750c93f1c409b"/>
    <p:sldLayoutId xmlns:r="http://schemas.openxmlformats.org/officeDocument/2006/relationships" id="2147483775" r:id="R78ad018ca0ff4a86"/>
    <p:sldLayoutId xmlns:r="http://schemas.openxmlformats.org/officeDocument/2006/relationships" id="2147483776" r:id="Rd4147e60ec1f4f82"/>
    <p:sldLayoutId xmlns:r="http://schemas.openxmlformats.org/officeDocument/2006/relationships" id="2147483777" r:id="Rbdbfe6f9bace43a5"/>
    <p:sldLayoutId xmlns:r="http://schemas.openxmlformats.org/officeDocument/2006/relationships" id="2147483778" r:id="Rb19ac316762f4064"/>
    <p:sldLayoutId xmlns:r="http://schemas.openxmlformats.org/officeDocument/2006/relationships" id="2147483779" r:id="R21a5d580a4244897"/>
    <p:sldLayoutId xmlns:r="http://schemas.openxmlformats.org/officeDocument/2006/relationships" id="2147483780" r:id="Rc085785bf95d4efd"/>
    <p:sldLayoutId xmlns:r="http://schemas.openxmlformats.org/officeDocument/2006/relationships" id="2147483781" r:id="R3629ef4ce521486a"/>
  </p:sldLayoutIdLst>
  <p:hf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5.xml><?xml version="1.0" encoding="utf-8"?>
<p:sldMaster xmlns:p="http://schemas.openxmlformats.org/presentationml/2006/main">
  <p:cSld name="Sanitized Layout 135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81" name="sanitized-shape-669">
            <a:extLst xmlns:a="http://schemas.openxmlformats.org/drawingml/2006/main">
              <a:ext uri="{FF2B5EF4-FFF2-40B4-BE49-F238E27FC236}">
                <a16:creationId xmlns:a16="http://schemas.microsoft.com/office/drawing/2014/main" id="{5DE7D7F8-81B5-45CC-95C4-16FBBC2D9B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15496" y="593367"/>
            <a:ext cx="11358000" cy="76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121875" rIns="121875" bIns="12187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82" name="sanitized-shape-670">
            <a:extLst xmlns:a="http://schemas.openxmlformats.org/drawingml/2006/main">
              <a:ext uri="{FF2B5EF4-FFF2-40B4-BE49-F238E27FC236}">
                <a16:creationId xmlns:a16="http://schemas.microsoft.com/office/drawing/2014/main" id="{7320F3B9-05B6-494A-9D5D-D6C1C5C1CEF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15496" y="1536633"/>
            <a:ext cx="11358000" cy="455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121875" rIns="121875" bIns="121875" anchor="t">
            <a:normAutofit/>
          </a:bodyPr>
          <a:lstStyle xmlns:a="http://schemas.openxmlformats.org/drawingml/2006/main">
            <a:lvl1pPr marL="457200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marL="914400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2pPr>
            <a:lvl3pPr marL="1371600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3pPr>
            <a:lvl4pPr marL="1828800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4pPr>
            <a:lvl5pPr marL="2286000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5pPr>
            <a:lvl6pPr marL="2743200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6pPr>
            <a:lvl7pPr marL="3200400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7pPr>
            <a:lvl8pPr marL="3657600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8pPr>
            <a:lvl9pPr marL="4114800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83" name="sanitized-shape-671">
            <a:extLst xmlns:a="http://schemas.openxmlformats.org/drawingml/2006/main">
              <a:ext uri="{FF2B5EF4-FFF2-40B4-BE49-F238E27FC236}">
                <a16:creationId xmlns:a16="http://schemas.microsoft.com/office/drawing/2014/main" id="{07961875-3CE1-4B0A-AAD6-5BACC1754D6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3784" y="6217622"/>
            <a:ext cx="731400" cy="524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121875" rIns="121875" bIns="121875" anchor="ctr">
            <a:normAutofit/>
          </a:bodyPr>
          <a:lstStyle xmlns:a="http://schemas.openxmlformats.org/drawingml/2006/main">
            <a:lvl1pPr algn="r">
              <a:buNone/>
              <a:defRPr sz="1300">
                <a:solidFill>
                  <a:schemeClr val="dk2"/>
                </a:solidFill>
              </a:defRPr>
            </a:lvl1pPr>
            <a:lvl2pPr algn="r">
              <a:buNone/>
              <a:defRPr sz="1300">
                <a:solidFill>
                  <a:schemeClr val="dk2"/>
                </a:solidFill>
              </a:defRPr>
            </a:lvl2pPr>
            <a:lvl3pPr algn="r">
              <a:buNone/>
              <a:defRPr sz="1300">
                <a:solidFill>
                  <a:schemeClr val="dk2"/>
                </a:solidFill>
              </a:defRPr>
            </a:lvl3pPr>
            <a:lvl4pPr algn="r">
              <a:buNone/>
              <a:defRPr sz="1300">
                <a:solidFill>
                  <a:schemeClr val="dk2"/>
                </a:solidFill>
              </a:defRPr>
            </a:lvl4pPr>
            <a:lvl5pPr algn="r">
              <a:buNone/>
              <a:defRPr sz="1300">
                <a:solidFill>
                  <a:schemeClr val="dk2"/>
                </a:solidFill>
              </a:defRPr>
            </a:lvl5pPr>
            <a:lvl6pPr algn="r">
              <a:buNone/>
              <a:defRPr sz="1300">
                <a:solidFill>
                  <a:schemeClr val="dk2"/>
                </a:solidFill>
              </a:defRPr>
            </a:lvl6pPr>
            <a:lvl7pPr algn="r">
              <a:buNone/>
              <a:defRPr sz="1300">
                <a:solidFill>
                  <a:schemeClr val="dk2"/>
                </a:solidFill>
              </a:defRPr>
            </a:lvl7pPr>
            <a:lvl8pPr algn="r">
              <a:buNone/>
              <a:defRPr sz="1300">
                <a:solidFill>
                  <a:schemeClr val="dk2"/>
                </a:solidFill>
              </a:defRPr>
            </a:lvl8pPr>
            <a:lvl9pPr algn="r">
              <a:buNone/>
              <a:defRPr sz="1300">
                <a:solidFill>
                  <a:schemeClr val="dk2"/>
                </a:solidFill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783" r:id="Ra507afd4370b4f07"/>
    <p:sldLayoutId xmlns:r="http://schemas.openxmlformats.org/officeDocument/2006/relationships" id="2147483784" r:id="R7881a6e0e8bc4c0c"/>
    <p:sldLayoutId xmlns:r="http://schemas.openxmlformats.org/officeDocument/2006/relationships" id="2147483785" r:id="Rdb121477fdff40b2"/>
    <p:sldLayoutId xmlns:r="http://schemas.openxmlformats.org/officeDocument/2006/relationships" id="2147483786" r:id="Re7ff9f37da46456f"/>
    <p:sldLayoutId xmlns:r="http://schemas.openxmlformats.org/officeDocument/2006/relationships" id="2147483787" r:id="R38cd7da2454e4349"/>
    <p:sldLayoutId xmlns:r="http://schemas.openxmlformats.org/officeDocument/2006/relationships" id="2147483788" r:id="Rff23f7085b894d08"/>
    <p:sldLayoutId xmlns:r="http://schemas.openxmlformats.org/officeDocument/2006/relationships" id="2147483789" r:id="Rae7999c9f2064aef"/>
    <p:sldLayoutId xmlns:r="http://schemas.openxmlformats.org/officeDocument/2006/relationships" id="2147483790" r:id="Re3a0d02c2ac34409"/>
    <p:sldLayoutId xmlns:r="http://schemas.openxmlformats.org/officeDocument/2006/relationships" id="2147483791" r:id="R2590b2e685ff4129"/>
    <p:sldLayoutId xmlns:r="http://schemas.openxmlformats.org/officeDocument/2006/relationships" id="2147483792" r:id="R1141bbe949c743dc"/>
    <p:sldLayoutId xmlns:r="http://schemas.openxmlformats.org/officeDocument/2006/relationships" id="2147483793" r:id="Rd0517b09e22644f7"/>
    <p:sldLayoutId xmlns:r="http://schemas.openxmlformats.org/officeDocument/2006/relationships" id="2147483794" r:id="Re2f0a0e84d484215"/>
    <p:sldLayoutId xmlns:r="http://schemas.openxmlformats.org/officeDocument/2006/relationships" id="2147483795" r:id="R54949577ffbd4977"/>
    <p:sldLayoutId xmlns:r="http://schemas.openxmlformats.org/officeDocument/2006/relationships" id="2147483796" r:id="Rc9ff21d58d954cee"/>
    <p:sldLayoutId xmlns:r="http://schemas.openxmlformats.org/officeDocument/2006/relationships" id="2147483797" r:id="Re1b64fc1d39c4ad5"/>
    <p:sldLayoutId xmlns:r="http://schemas.openxmlformats.org/officeDocument/2006/relationships" id="2147483798" r:id="R791c2db3d5cd4d65"/>
    <p:sldLayoutId xmlns:r="http://schemas.openxmlformats.org/officeDocument/2006/relationships" id="2147483799" r:id="R97ad1e92ccd34722"/>
    <p:sldLayoutId xmlns:r="http://schemas.openxmlformats.org/officeDocument/2006/relationships" id="2147483800" r:id="R7ba94d041aad409b"/>
    <p:sldLayoutId xmlns:r="http://schemas.openxmlformats.org/officeDocument/2006/relationships" id="2147483801" r:id="R155200358d5246e0"/>
    <p:sldLayoutId xmlns:r="http://schemas.openxmlformats.org/officeDocument/2006/relationships" id="2147483802" r:id="R95c984b684c540ea"/>
    <p:sldLayoutId xmlns:r="http://schemas.openxmlformats.org/officeDocument/2006/relationships" id="2147483803" r:id="R58ca8887a4ea4742"/>
    <p:sldLayoutId xmlns:r="http://schemas.openxmlformats.org/officeDocument/2006/relationships" id="2147483804" r:id="R39cb364cb55e4276"/>
  </p:sldLayoutIdLst>
  <p:hf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6.xml><?xml version="1.0" encoding="utf-8"?>
<p:sldMaster xmlns:p="http://schemas.openxmlformats.org/presentationml/2006/main">
  <p:cSld name="Sanitized Layout 158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0" name="sanitized-shape-755">
            <a:extLst xmlns:a="http://schemas.openxmlformats.org/drawingml/2006/main">
              <a:ext uri="{FF2B5EF4-FFF2-40B4-BE49-F238E27FC236}">
                <a16:creationId xmlns:a16="http://schemas.microsoft.com/office/drawing/2014/main" id="{50F3A29E-40B0-40A4-8FBF-4E0253F8F9F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60086" y="635634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806" r:id="Rba088b7fcd34475b"/>
    <p:sldLayoutId xmlns:r="http://schemas.openxmlformats.org/officeDocument/2006/relationships" id="2147483807" r:id="R8012ec0bdf3d4b25"/>
    <p:sldLayoutId xmlns:r="http://schemas.openxmlformats.org/officeDocument/2006/relationships" id="2147483808" r:id="Re7fa023504be468e"/>
    <p:sldLayoutId xmlns:r="http://schemas.openxmlformats.org/officeDocument/2006/relationships" id="2147483809" r:id="Rd1bf3df3950b418f"/>
    <p:sldLayoutId xmlns:r="http://schemas.openxmlformats.org/officeDocument/2006/relationships" id="2147483810" r:id="R4b7d7fd8ed30441a"/>
  </p:sldLayoutIdLst>
  <p:hf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7.xml><?xml version="1.0" encoding="utf-8"?>
<p:sldMaster xmlns:p="http://schemas.openxmlformats.org/presentationml/2006/main">
  <p:cSld name="Sanitized Layout 164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43" name="sanitized-shape-787">
            <a:extLst xmlns:a="http://schemas.openxmlformats.org/drawingml/2006/main">
              <a:ext uri="{FF2B5EF4-FFF2-40B4-BE49-F238E27FC236}">
                <a16:creationId xmlns:a16="http://schemas.microsoft.com/office/drawing/2014/main" id="{0E41393D-AF76-42E9-BD59-30B262D690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15496" y="593367"/>
            <a:ext cx="11358000" cy="76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121875" rIns="121875" bIns="12187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44" name="sanitized-shape-788">
            <a:extLst xmlns:a="http://schemas.openxmlformats.org/drawingml/2006/main">
              <a:ext uri="{FF2B5EF4-FFF2-40B4-BE49-F238E27FC236}">
                <a16:creationId xmlns:a16="http://schemas.microsoft.com/office/drawing/2014/main" id="{A67AB27A-796F-417B-B229-C4C32007010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15496" y="1536633"/>
            <a:ext cx="11358000" cy="455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121875" rIns="121875" bIns="121875" anchor="t">
            <a:normAutofit/>
          </a:bodyPr>
          <a:lstStyle xmlns:a="http://schemas.openxmlformats.org/drawingml/2006/main">
            <a:lvl1pPr marL="457200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marL="914400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2pPr>
            <a:lvl3pPr marL="1371600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3pPr>
            <a:lvl4pPr marL="1828800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4pPr>
            <a:lvl5pPr marL="2286000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5pPr>
            <a:lvl6pPr marL="2743200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6pPr>
            <a:lvl7pPr marL="3200400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7pPr>
            <a:lvl8pPr marL="3657600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8pPr>
            <a:lvl9pPr marL="4114800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45" name="sanitized-shape-789">
            <a:extLst xmlns:a="http://schemas.openxmlformats.org/drawingml/2006/main">
              <a:ext uri="{FF2B5EF4-FFF2-40B4-BE49-F238E27FC236}">
                <a16:creationId xmlns:a16="http://schemas.microsoft.com/office/drawing/2014/main" id="{AADE0864-5F4C-4C82-8E42-E794D11080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3784" y="6217622"/>
            <a:ext cx="731400" cy="524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121875" rIns="121875" bIns="121875" anchor="ctr">
            <a:normAutofit/>
          </a:bodyPr>
          <a:lstStyle xmlns:a="http://schemas.openxmlformats.org/drawingml/2006/main">
            <a:lvl1pPr algn="r">
              <a:buNone/>
              <a:defRPr sz="1300">
                <a:solidFill>
                  <a:schemeClr val="dk2"/>
                </a:solidFill>
              </a:defRPr>
            </a:lvl1pPr>
            <a:lvl2pPr algn="r">
              <a:buNone/>
              <a:defRPr sz="1300">
                <a:solidFill>
                  <a:schemeClr val="dk2"/>
                </a:solidFill>
              </a:defRPr>
            </a:lvl2pPr>
            <a:lvl3pPr algn="r">
              <a:buNone/>
              <a:defRPr sz="1300">
                <a:solidFill>
                  <a:schemeClr val="dk2"/>
                </a:solidFill>
              </a:defRPr>
            </a:lvl3pPr>
            <a:lvl4pPr algn="r">
              <a:buNone/>
              <a:defRPr sz="1300">
                <a:solidFill>
                  <a:schemeClr val="dk2"/>
                </a:solidFill>
              </a:defRPr>
            </a:lvl4pPr>
            <a:lvl5pPr algn="r">
              <a:buNone/>
              <a:defRPr sz="1300">
                <a:solidFill>
                  <a:schemeClr val="dk2"/>
                </a:solidFill>
              </a:defRPr>
            </a:lvl5pPr>
            <a:lvl6pPr algn="r">
              <a:buNone/>
              <a:defRPr sz="1300">
                <a:solidFill>
                  <a:schemeClr val="dk2"/>
                </a:solidFill>
              </a:defRPr>
            </a:lvl6pPr>
            <a:lvl7pPr algn="r">
              <a:buNone/>
              <a:defRPr sz="1300">
                <a:solidFill>
                  <a:schemeClr val="dk2"/>
                </a:solidFill>
              </a:defRPr>
            </a:lvl7pPr>
            <a:lvl8pPr algn="r">
              <a:buNone/>
              <a:defRPr sz="1300">
                <a:solidFill>
                  <a:schemeClr val="dk2"/>
                </a:solidFill>
              </a:defRPr>
            </a:lvl8pPr>
            <a:lvl9pPr algn="r">
              <a:buNone/>
              <a:defRPr sz="1300">
                <a:solidFill>
                  <a:schemeClr val="dk2"/>
                </a:solidFill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812" r:id="Rf36a6946a65a483c"/>
    <p:sldLayoutId xmlns:r="http://schemas.openxmlformats.org/officeDocument/2006/relationships" id="2147483813" r:id="Rc82f133020864a14"/>
    <p:sldLayoutId xmlns:r="http://schemas.openxmlformats.org/officeDocument/2006/relationships" id="2147483814" r:id="R9c82e67e04c746f6"/>
    <p:sldLayoutId xmlns:r="http://schemas.openxmlformats.org/officeDocument/2006/relationships" id="2147483815" r:id="R262677369bb34716"/>
    <p:sldLayoutId xmlns:r="http://schemas.openxmlformats.org/officeDocument/2006/relationships" id="2147483816" r:id="R65ab34d9b39c49ed"/>
    <p:sldLayoutId xmlns:r="http://schemas.openxmlformats.org/officeDocument/2006/relationships" id="2147483817" r:id="Rba569edf3da04ddf"/>
    <p:sldLayoutId xmlns:r="http://schemas.openxmlformats.org/officeDocument/2006/relationships" id="2147483818" r:id="R1f096308e2584fd8"/>
    <p:sldLayoutId xmlns:r="http://schemas.openxmlformats.org/officeDocument/2006/relationships" id="2147483819" r:id="R953ede712e884cf3"/>
    <p:sldLayoutId xmlns:r="http://schemas.openxmlformats.org/officeDocument/2006/relationships" id="2147483820" r:id="Rf8c6e3f21a7d419c"/>
    <p:sldLayoutId xmlns:r="http://schemas.openxmlformats.org/officeDocument/2006/relationships" id="2147483821" r:id="Rc866708d45a748c3"/>
    <p:sldLayoutId xmlns:r="http://schemas.openxmlformats.org/officeDocument/2006/relationships" id="2147483822" r:id="R774b4b1685734cd8"/>
    <p:sldLayoutId xmlns:r="http://schemas.openxmlformats.org/officeDocument/2006/relationships" id="2147483823" r:id="Re401a4a4de844c03"/>
    <p:sldLayoutId xmlns:r="http://schemas.openxmlformats.org/officeDocument/2006/relationships" id="2147483824" r:id="R5328406b0b8746d7"/>
    <p:sldLayoutId xmlns:r="http://schemas.openxmlformats.org/officeDocument/2006/relationships" id="2147483825" r:id="Raea5c0003421440e"/>
    <p:sldLayoutId xmlns:r="http://schemas.openxmlformats.org/officeDocument/2006/relationships" id="2147483826" r:id="R3e56171de3ff4d36"/>
    <p:sldLayoutId xmlns:r="http://schemas.openxmlformats.org/officeDocument/2006/relationships" id="2147483827" r:id="Reb4e343efe934e80"/>
    <p:sldLayoutId xmlns:r="http://schemas.openxmlformats.org/officeDocument/2006/relationships" id="2147483828" r:id="R0310894b42734ef7"/>
    <p:sldLayoutId xmlns:r="http://schemas.openxmlformats.org/officeDocument/2006/relationships" id="2147483829" r:id="R4b3d476043ab4831"/>
    <p:sldLayoutId xmlns:r="http://schemas.openxmlformats.org/officeDocument/2006/relationships" id="2147483830" r:id="Raec1d9c8a0334e88"/>
    <p:sldLayoutId xmlns:r="http://schemas.openxmlformats.org/officeDocument/2006/relationships" id="2147483831" r:id="Rf1af80d1b981497c"/>
    <p:sldLayoutId xmlns:r="http://schemas.openxmlformats.org/officeDocument/2006/relationships" id="2147483832" r:id="R983b63613dcf43e5"/>
    <p:sldLayoutId xmlns:r="http://schemas.openxmlformats.org/officeDocument/2006/relationships" id="2147483833" r:id="R9b3903d010b24086"/>
    <p:sldLayoutId xmlns:r="http://schemas.openxmlformats.org/officeDocument/2006/relationships" id="2147483834" r:id="Rf584bb14f2f24f5a"/>
    <p:sldLayoutId xmlns:r="http://schemas.openxmlformats.org/officeDocument/2006/relationships" id="2147483835" r:id="R748a5d1c42804273"/>
    <p:sldLayoutId xmlns:r="http://schemas.openxmlformats.org/officeDocument/2006/relationships" id="2147483836" r:id="R733318382e54434e"/>
    <p:sldLayoutId xmlns:r="http://schemas.openxmlformats.org/officeDocument/2006/relationships" id="2147483837" r:id="R4e3501b03da04508"/>
    <p:sldLayoutId xmlns:r="http://schemas.openxmlformats.org/officeDocument/2006/relationships" id="2147483838" r:id="Ra648c05c0b1c4962"/>
    <p:sldLayoutId xmlns:r="http://schemas.openxmlformats.org/officeDocument/2006/relationships" id="2147483839" r:id="Rb26f0f037e8449f5"/>
    <p:sldLayoutId xmlns:r="http://schemas.openxmlformats.org/officeDocument/2006/relationships" id="2147483840" r:id="R852e049d2e0f4071"/>
    <p:sldLayoutId xmlns:r="http://schemas.openxmlformats.org/officeDocument/2006/relationships" id="2147483841" r:id="Rf99e1d3234a247df"/>
    <p:sldLayoutId xmlns:r="http://schemas.openxmlformats.org/officeDocument/2006/relationships" id="2147483842" r:id="Recf55fb160e943fb"/>
    <p:sldLayoutId xmlns:r="http://schemas.openxmlformats.org/officeDocument/2006/relationships" id="2147483843" r:id="R9f8a9f46c2404e51"/>
    <p:sldLayoutId xmlns:r="http://schemas.openxmlformats.org/officeDocument/2006/relationships" id="2147483844" r:id="R5ef088089d9247f0"/>
    <p:sldLayoutId xmlns:r="http://schemas.openxmlformats.org/officeDocument/2006/relationships" id="2147483845" r:id="R08cd5db6def94435"/>
    <p:sldLayoutId xmlns:r="http://schemas.openxmlformats.org/officeDocument/2006/relationships" id="2147483846" r:id="Raf64664e63fd4688"/>
    <p:sldLayoutId xmlns:r="http://schemas.openxmlformats.org/officeDocument/2006/relationships" id="2147483847" r:id="R020445315a4d4034"/>
    <p:sldLayoutId xmlns:r="http://schemas.openxmlformats.org/officeDocument/2006/relationships" id="2147483848" r:id="R2f22f5c50a4c49a6"/>
    <p:sldLayoutId xmlns:r="http://schemas.openxmlformats.org/officeDocument/2006/relationships" id="2147483849" r:id="Rb3d83b7b755d45f0"/>
    <p:sldLayoutId xmlns:r="http://schemas.openxmlformats.org/officeDocument/2006/relationships" id="2147483850" r:id="R94a3cc65f4b04071"/>
    <p:sldLayoutId xmlns:r="http://schemas.openxmlformats.org/officeDocument/2006/relationships" id="2147483851" r:id="R7e6e8f39ecdd46dd"/>
    <p:sldLayoutId xmlns:r="http://schemas.openxmlformats.org/officeDocument/2006/relationships" id="2147483852" r:id="R70a527c546af4b32"/>
    <p:sldLayoutId xmlns:r="http://schemas.openxmlformats.org/officeDocument/2006/relationships" id="2147483853" r:id="R58231667a45f401c"/>
    <p:sldLayoutId xmlns:r="http://schemas.openxmlformats.org/officeDocument/2006/relationships" id="2147483854" r:id="R138506a0b3c543a7"/>
    <p:sldLayoutId xmlns:r="http://schemas.openxmlformats.org/officeDocument/2006/relationships" id="2147483855" r:id="Ra71c0926dae34178"/>
    <p:sldLayoutId xmlns:r="http://schemas.openxmlformats.org/officeDocument/2006/relationships" id="2147483856" r:id="Ra2c7f74cb8c74641"/>
    <p:sldLayoutId xmlns:r="http://schemas.openxmlformats.org/officeDocument/2006/relationships" id="2147483857" r:id="Rc7d3d793e9924d77"/>
    <p:sldLayoutId xmlns:r="http://schemas.openxmlformats.org/officeDocument/2006/relationships" id="2147483858" r:id="R71a02445e76242ee"/>
    <p:sldLayoutId xmlns:r="http://schemas.openxmlformats.org/officeDocument/2006/relationships" id="2147483859" r:id="R50f7db8f0dc44c10"/>
    <p:sldLayoutId xmlns:r="http://schemas.openxmlformats.org/officeDocument/2006/relationships" id="2147483860" r:id="R6feaf752e23c4132"/>
    <p:sldLayoutId xmlns:r="http://schemas.openxmlformats.org/officeDocument/2006/relationships" id="2147483861" r:id="Rcdb436d0d62e4701"/>
    <p:sldLayoutId xmlns:r="http://schemas.openxmlformats.org/officeDocument/2006/relationships" id="2147483862" r:id="R0fa95abb00ea4d15"/>
    <p:sldLayoutId xmlns:r="http://schemas.openxmlformats.org/officeDocument/2006/relationships" id="2147483863" r:id="R05fff6eeee544827"/>
    <p:sldLayoutId xmlns:r="http://schemas.openxmlformats.org/officeDocument/2006/relationships" id="2147483864" r:id="R03ec804741d64b3d"/>
    <p:sldLayoutId xmlns:r="http://schemas.openxmlformats.org/officeDocument/2006/relationships" id="2147483865" r:id="R74696031bf774ac5"/>
    <p:sldLayoutId xmlns:r="http://schemas.openxmlformats.org/officeDocument/2006/relationships" id="2147483866" r:id="R4551ee66cdbf4a64"/>
    <p:sldLayoutId xmlns:r="http://schemas.openxmlformats.org/officeDocument/2006/relationships" id="2147483867" r:id="Rc37c62254ea2493f"/>
    <p:sldLayoutId xmlns:r="http://schemas.openxmlformats.org/officeDocument/2006/relationships" id="2147483868" r:id="Re8486b2e8d504637"/>
    <p:sldLayoutId xmlns:r="http://schemas.openxmlformats.org/officeDocument/2006/relationships" id="2147483869" r:id="R391158ee653e423c"/>
    <p:sldLayoutId xmlns:r="http://schemas.openxmlformats.org/officeDocument/2006/relationships" id="2147483870" r:id="R99f23b138ea043d8"/>
    <p:sldLayoutId xmlns:r="http://schemas.openxmlformats.org/officeDocument/2006/relationships" id="2147483871" r:id="R87dd9fae80584c44"/>
    <p:sldLayoutId xmlns:r="http://schemas.openxmlformats.org/officeDocument/2006/relationships" id="2147483872" r:id="Rf7f1e2037ae84f9f"/>
    <p:sldLayoutId xmlns:r="http://schemas.openxmlformats.org/officeDocument/2006/relationships" id="2147483873" r:id="R992778948ff24687"/>
    <p:sldLayoutId xmlns:r="http://schemas.openxmlformats.org/officeDocument/2006/relationships" id="2147483874" r:id="Rb2c81391a9154fb9"/>
    <p:sldLayoutId xmlns:r="http://schemas.openxmlformats.org/officeDocument/2006/relationships" id="2147483875" r:id="R7142442fe6af465d"/>
    <p:sldLayoutId xmlns:r="http://schemas.openxmlformats.org/officeDocument/2006/relationships" id="2147483876" r:id="Rc4e96e5a37ab431d"/>
    <p:sldLayoutId xmlns:r="http://schemas.openxmlformats.org/officeDocument/2006/relationships" id="2147483877" r:id="R2e2abe95ba5b4db8"/>
    <p:sldLayoutId xmlns:r="http://schemas.openxmlformats.org/officeDocument/2006/relationships" id="2147483878" r:id="R24af65f0302d4e51"/>
    <p:sldLayoutId xmlns:r="http://schemas.openxmlformats.org/officeDocument/2006/relationships" id="2147483879" r:id="Rc3570d23854e41cd"/>
    <p:sldLayoutId xmlns:r="http://schemas.openxmlformats.org/officeDocument/2006/relationships" id="2147483880" r:id="Rb4ef8f4085e14c1f"/>
    <p:sldLayoutId xmlns:r="http://schemas.openxmlformats.org/officeDocument/2006/relationships" id="2147483881" r:id="R5645c3bc50fd48fc"/>
    <p:sldLayoutId xmlns:r="http://schemas.openxmlformats.org/officeDocument/2006/relationships" id="2147483882" r:id="R055b8ef36ee44301"/>
    <p:sldLayoutId xmlns:r="http://schemas.openxmlformats.org/officeDocument/2006/relationships" id="2147483883" r:id="Rc7da65b25d2b41af"/>
    <p:sldLayoutId xmlns:r="http://schemas.openxmlformats.org/officeDocument/2006/relationships" id="2147483884" r:id="Rd2eaa9bab8454f18"/>
    <p:sldLayoutId xmlns:r="http://schemas.openxmlformats.org/officeDocument/2006/relationships" id="2147483885" r:id="R866b36ef66664976"/>
    <p:sldLayoutId xmlns:r="http://schemas.openxmlformats.org/officeDocument/2006/relationships" id="2147483886" r:id="R4d85b6eb2fd34863"/>
    <p:sldLayoutId xmlns:r="http://schemas.openxmlformats.org/officeDocument/2006/relationships" id="2147483887" r:id="R2acbd12cc39a4fac"/>
    <p:sldLayoutId xmlns:r="http://schemas.openxmlformats.org/officeDocument/2006/relationships" id="2147483888" r:id="R4dd55147c0264862"/>
    <p:sldLayoutId xmlns:r="http://schemas.openxmlformats.org/officeDocument/2006/relationships" id="2147483889" r:id="Re62a32962de44138"/>
    <p:sldLayoutId xmlns:r="http://schemas.openxmlformats.org/officeDocument/2006/relationships" id="2147483890" r:id="Rd5f63f80025049aa"/>
    <p:sldLayoutId xmlns:r="http://schemas.openxmlformats.org/officeDocument/2006/relationships" id="2147483891" r:id="Rf6c5a028755c483f"/>
    <p:sldLayoutId xmlns:r="http://schemas.openxmlformats.org/officeDocument/2006/relationships" id="2147483892" r:id="Rb62f6a0302754015"/>
    <p:sldLayoutId xmlns:r="http://schemas.openxmlformats.org/officeDocument/2006/relationships" id="2147483893" r:id="R693e092178494c10"/>
    <p:sldLayoutId xmlns:r="http://schemas.openxmlformats.org/officeDocument/2006/relationships" id="2147483894" r:id="R6c80f58334504cb5"/>
    <p:sldLayoutId xmlns:r="http://schemas.openxmlformats.org/officeDocument/2006/relationships" id="2147483895" r:id="Re7914d0bc35f41d9"/>
    <p:sldLayoutId xmlns:r="http://schemas.openxmlformats.org/officeDocument/2006/relationships" id="2147483896" r:id="R0423ed663b3d4f0e"/>
    <p:sldLayoutId xmlns:r="http://schemas.openxmlformats.org/officeDocument/2006/relationships" id="2147483897" r:id="R15fe788ca62e4fc6"/>
    <p:sldLayoutId xmlns:r="http://schemas.openxmlformats.org/officeDocument/2006/relationships" id="2147483898" r:id="R7d92ee5f3f0b4bad"/>
    <p:sldLayoutId xmlns:r="http://schemas.openxmlformats.org/officeDocument/2006/relationships" id="2147483899" r:id="Recfce5cecb954f5a"/>
    <p:sldLayoutId xmlns:r="http://schemas.openxmlformats.org/officeDocument/2006/relationships" id="2147483900" r:id="R9aad29a197b24f10"/>
    <p:sldLayoutId xmlns:r="http://schemas.openxmlformats.org/officeDocument/2006/relationships" id="2147483901" r:id="R9962f0374b834504"/>
    <p:sldLayoutId xmlns:r="http://schemas.openxmlformats.org/officeDocument/2006/relationships" id="2147483902" r:id="R74c85a549eaf464a"/>
    <p:sldLayoutId xmlns:r="http://schemas.openxmlformats.org/officeDocument/2006/relationships" id="2147483903" r:id="Rbc9deeae3dd14507"/>
    <p:sldLayoutId xmlns:r="http://schemas.openxmlformats.org/officeDocument/2006/relationships" id="2147483904" r:id="R8703865fe82f4734"/>
    <p:sldLayoutId xmlns:r="http://schemas.openxmlformats.org/officeDocument/2006/relationships" id="2147483905" r:id="R3fe4db99d0764cac"/>
    <p:sldLayoutId xmlns:r="http://schemas.openxmlformats.org/officeDocument/2006/relationships" id="2147483906" r:id="Ra8a97d323ea244fe"/>
    <p:sldLayoutId xmlns:r="http://schemas.openxmlformats.org/officeDocument/2006/relationships" id="2147483907" r:id="Rdd9101d2a26e414a"/>
    <p:sldLayoutId xmlns:r="http://schemas.openxmlformats.org/officeDocument/2006/relationships" id="2147483908" r:id="Rcc18984fa81944f1"/>
    <p:sldLayoutId xmlns:r="http://schemas.openxmlformats.org/officeDocument/2006/relationships" id="2147483909" r:id="Rd01c1f05a236441e"/>
    <p:sldLayoutId xmlns:r="http://schemas.openxmlformats.org/officeDocument/2006/relationships" id="2147483910" r:id="Rc9afc410e4764919"/>
    <p:sldLayoutId xmlns:r="http://schemas.openxmlformats.org/officeDocument/2006/relationships" id="2147483911" r:id="Ra39661b95c284940"/>
    <p:sldLayoutId xmlns:r="http://schemas.openxmlformats.org/officeDocument/2006/relationships" id="2147483912" r:id="R8c2062f6cc334ee0"/>
    <p:sldLayoutId xmlns:r="http://schemas.openxmlformats.org/officeDocument/2006/relationships" id="2147483913" r:id="R03cae5aa6c9f4e7d"/>
    <p:sldLayoutId xmlns:r="http://schemas.openxmlformats.org/officeDocument/2006/relationships" id="2147483914" r:id="R4af9bffa5aff49f3"/>
    <p:sldLayoutId xmlns:r="http://schemas.openxmlformats.org/officeDocument/2006/relationships" id="2147483915" r:id="R19959027c3fd4c34"/>
    <p:sldLayoutId xmlns:r="http://schemas.openxmlformats.org/officeDocument/2006/relationships" id="2147483916" r:id="R384a61bbe6df4aa2"/>
    <p:sldLayoutId xmlns:r="http://schemas.openxmlformats.org/officeDocument/2006/relationships" id="2147483917" r:id="R7a7d4d187bbc4ae4"/>
    <p:sldLayoutId xmlns:r="http://schemas.openxmlformats.org/officeDocument/2006/relationships" id="2147483918" r:id="R172d0f7a8a824569"/>
    <p:sldLayoutId xmlns:r="http://schemas.openxmlformats.org/officeDocument/2006/relationships" id="2147483919" r:id="Rce66d0bf55864600"/>
    <p:sldLayoutId xmlns:r="http://schemas.openxmlformats.org/officeDocument/2006/relationships" id="2147483920" r:id="R757fcd857b2b42a1"/>
  </p:sldLayoutIdLst>
  <p:hf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8.xml><?xml version="1.0" encoding="utf-8"?>
<p:sldMaster xmlns:p="http://schemas.openxmlformats.org/presentationml/2006/main">
  <p:cSld name="Sanitized Layout 274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62" name="sanitized-shape-1299">
            <a:extLst xmlns:a="http://schemas.openxmlformats.org/drawingml/2006/main">
              <a:ext uri="{FF2B5EF4-FFF2-40B4-BE49-F238E27FC236}">
                <a16:creationId xmlns:a16="http://schemas.microsoft.com/office/drawing/2014/main" id="{27A0D3C6-A515-4A47-A578-7C14F697AE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15496" y="593367"/>
            <a:ext cx="11358000" cy="76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121875" rIns="121875" bIns="12187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763" name="sanitized-shape-1300">
            <a:extLst xmlns:a="http://schemas.openxmlformats.org/drawingml/2006/main">
              <a:ext uri="{FF2B5EF4-FFF2-40B4-BE49-F238E27FC236}">
                <a16:creationId xmlns:a16="http://schemas.microsoft.com/office/drawing/2014/main" id="{ADAAE9AD-B3E1-44DB-8AF0-910718DC08C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15496" y="1536633"/>
            <a:ext cx="11358000" cy="455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121875" rIns="121875" bIns="121875" anchor="t">
            <a:normAutofit/>
          </a:bodyPr>
          <a:lstStyle xmlns:a="http://schemas.openxmlformats.org/drawingml/2006/main">
            <a:lvl1pPr marL="457200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marL="914400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2pPr>
            <a:lvl3pPr marL="1371600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3pPr>
            <a:lvl4pPr marL="1828800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4pPr>
            <a:lvl5pPr marL="2286000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5pPr>
            <a:lvl6pPr marL="2743200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6pPr>
            <a:lvl7pPr marL="3200400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7pPr>
            <a:lvl8pPr marL="3657600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8pPr>
            <a:lvl9pPr marL="4114800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764" name="sanitized-shape-1301">
            <a:extLst xmlns:a="http://schemas.openxmlformats.org/drawingml/2006/main">
              <a:ext uri="{FF2B5EF4-FFF2-40B4-BE49-F238E27FC236}">
                <a16:creationId xmlns:a16="http://schemas.microsoft.com/office/drawing/2014/main" id="{093DCD9B-DA0A-4250-99B5-FDDE8682ED2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3784" y="6217622"/>
            <a:ext cx="731400" cy="524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121875" rIns="121875" bIns="121875" anchor="ctr">
            <a:normAutofit/>
          </a:bodyPr>
          <a:lstStyle xmlns:a="http://schemas.openxmlformats.org/drawingml/2006/main">
            <a:lvl1pPr algn="r">
              <a:buNone/>
              <a:defRPr sz="1300">
                <a:solidFill>
                  <a:schemeClr val="dk2"/>
                </a:solidFill>
              </a:defRPr>
            </a:lvl1pPr>
            <a:lvl2pPr algn="r">
              <a:buNone/>
              <a:defRPr sz="1300">
                <a:solidFill>
                  <a:schemeClr val="dk2"/>
                </a:solidFill>
              </a:defRPr>
            </a:lvl2pPr>
            <a:lvl3pPr algn="r">
              <a:buNone/>
              <a:defRPr sz="1300">
                <a:solidFill>
                  <a:schemeClr val="dk2"/>
                </a:solidFill>
              </a:defRPr>
            </a:lvl3pPr>
            <a:lvl4pPr algn="r">
              <a:buNone/>
              <a:defRPr sz="1300">
                <a:solidFill>
                  <a:schemeClr val="dk2"/>
                </a:solidFill>
              </a:defRPr>
            </a:lvl4pPr>
            <a:lvl5pPr algn="r">
              <a:buNone/>
              <a:defRPr sz="1300">
                <a:solidFill>
                  <a:schemeClr val="dk2"/>
                </a:solidFill>
              </a:defRPr>
            </a:lvl5pPr>
            <a:lvl6pPr algn="r">
              <a:buNone/>
              <a:defRPr sz="1300">
                <a:solidFill>
                  <a:schemeClr val="dk2"/>
                </a:solidFill>
              </a:defRPr>
            </a:lvl6pPr>
            <a:lvl7pPr algn="r">
              <a:buNone/>
              <a:defRPr sz="1300">
                <a:solidFill>
                  <a:schemeClr val="dk2"/>
                </a:solidFill>
              </a:defRPr>
            </a:lvl7pPr>
            <a:lvl8pPr algn="r">
              <a:buNone/>
              <a:defRPr sz="1300">
                <a:solidFill>
                  <a:schemeClr val="dk2"/>
                </a:solidFill>
              </a:defRPr>
            </a:lvl8pPr>
            <a:lvl9pPr algn="r">
              <a:buNone/>
              <a:defRPr sz="1300">
                <a:solidFill>
                  <a:schemeClr val="dk2"/>
                </a:solidFill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922" r:id="Rafaadeee630d4e50"/>
    <p:sldLayoutId xmlns:r="http://schemas.openxmlformats.org/officeDocument/2006/relationships" id="2147483923" r:id="R1cc792fbf7ec4c3c"/>
    <p:sldLayoutId xmlns:r="http://schemas.openxmlformats.org/officeDocument/2006/relationships" id="2147483924" r:id="R31a52fafd3c7447a"/>
    <p:sldLayoutId xmlns:r="http://schemas.openxmlformats.org/officeDocument/2006/relationships" id="2147483925" r:id="R5ff437d552534032"/>
    <p:sldLayoutId xmlns:r="http://schemas.openxmlformats.org/officeDocument/2006/relationships" id="2147483926" r:id="R0daaa530c15a4096"/>
    <p:sldLayoutId xmlns:r="http://schemas.openxmlformats.org/officeDocument/2006/relationships" id="2147483927" r:id="R46e88a8b4f2343e3"/>
    <p:sldLayoutId xmlns:r="http://schemas.openxmlformats.org/officeDocument/2006/relationships" id="2147483928" r:id="R5b9447509ebd42af"/>
    <p:sldLayoutId xmlns:r="http://schemas.openxmlformats.org/officeDocument/2006/relationships" id="2147483929" r:id="Re6db50ad9aa54b50"/>
    <p:sldLayoutId xmlns:r="http://schemas.openxmlformats.org/officeDocument/2006/relationships" id="2147483930" r:id="R4782e825607f4f8c"/>
    <p:sldLayoutId xmlns:r="http://schemas.openxmlformats.org/officeDocument/2006/relationships" id="2147483931" r:id="R849ebdced00f490f"/>
    <p:sldLayoutId xmlns:r="http://schemas.openxmlformats.org/officeDocument/2006/relationships" id="2147483932" r:id="R87ed7ee680f74fda"/>
    <p:sldLayoutId xmlns:r="http://schemas.openxmlformats.org/officeDocument/2006/relationships" id="2147483933" r:id="R14b4e14377464b92"/>
    <p:sldLayoutId xmlns:r="http://schemas.openxmlformats.org/officeDocument/2006/relationships" id="2147483934" r:id="Rd8de2b3edd6d41b6"/>
    <p:sldLayoutId xmlns:r="http://schemas.openxmlformats.org/officeDocument/2006/relationships" id="2147483935" r:id="R3208db49e6744ce2"/>
    <p:sldLayoutId xmlns:r="http://schemas.openxmlformats.org/officeDocument/2006/relationships" id="2147483936" r:id="R032c8f1ac8d140ce"/>
    <p:sldLayoutId xmlns:r="http://schemas.openxmlformats.org/officeDocument/2006/relationships" id="2147483937" r:id="Rb3dc75c765264de5"/>
    <p:sldLayoutId xmlns:r="http://schemas.openxmlformats.org/officeDocument/2006/relationships" id="2147483938" r:id="R26a9ed30ed3845f5"/>
    <p:sldLayoutId xmlns:r="http://schemas.openxmlformats.org/officeDocument/2006/relationships" id="2147483939" r:id="R342ec60c5dc94e52"/>
    <p:sldLayoutId xmlns:r="http://schemas.openxmlformats.org/officeDocument/2006/relationships" id="2147483940" r:id="R134e1bc2f1844f94"/>
    <p:sldLayoutId xmlns:r="http://schemas.openxmlformats.org/officeDocument/2006/relationships" id="2147483941" r:id="R0eebdb14c5d54a48"/>
    <p:sldLayoutId xmlns:r="http://schemas.openxmlformats.org/officeDocument/2006/relationships" id="2147483942" r:id="R95dea1c12ddb49e2"/>
    <p:sldLayoutId xmlns:r="http://schemas.openxmlformats.org/officeDocument/2006/relationships" id="2147483943" r:id="Rb189241f89d0455c"/>
    <p:sldLayoutId xmlns:r="http://schemas.openxmlformats.org/officeDocument/2006/relationships" id="2147483944" r:id="R9d2af4868874481a"/>
    <p:sldLayoutId xmlns:r="http://schemas.openxmlformats.org/officeDocument/2006/relationships" id="2147483945" r:id="R8e47bb54512547c8"/>
    <p:sldLayoutId xmlns:r="http://schemas.openxmlformats.org/officeDocument/2006/relationships" id="2147483946" r:id="Raba9de75ad674ca6"/>
    <p:sldLayoutId xmlns:r="http://schemas.openxmlformats.org/officeDocument/2006/relationships" id="2147483947" r:id="R92da29961531412b"/>
    <p:sldLayoutId xmlns:r="http://schemas.openxmlformats.org/officeDocument/2006/relationships" id="2147483948" r:id="R43fcfd80d4ce4c25"/>
    <p:sldLayoutId xmlns:r="http://schemas.openxmlformats.org/officeDocument/2006/relationships" id="2147483949" r:id="Rfd07a19eaaa24d7f"/>
    <p:sldLayoutId xmlns:r="http://schemas.openxmlformats.org/officeDocument/2006/relationships" id="2147483950" r:id="R42b02200c9814a0a"/>
    <p:sldLayoutId xmlns:r="http://schemas.openxmlformats.org/officeDocument/2006/relationships" id="2147483951" r:id="Re291ed4d9790441e"/>
    <p:sldLayoutId xmlns:r="http://schemas.openxmlformats.org/officeDocument/2006/relationships" id="2147483952" r:id="R49e2519fcb534f08"/>
    <p:sldLayoutId xmlns:r="http://schemas.openxmlformats.org/officeDocument/2006/relationships" id="2147483953" r:id="Rb16aaa74f54545d9"/>
    <p:sldLayoutId xmlns:r="http://schemas.openxmlformats.org/officeDocument/2006/relationships" id="2147483954" r:id="R5a61ef8f3012435e"/>
    <p:sldLayoutId xmlns:r="http://schemas.openxmlformats.org/officeDocument/2006/relationships" id="2147483955" r:id="R31a065b7671b488c"/>
    <p:sldLayoutId xmlns:r="http://schemas.openxmlformats.org/officeDocument/2006/relationships" id="2147483956" r:id="R601203df17054b40"/>
    <p:sldLayoutId xmlns:r="http://schemas.openxmlformats.org/officeDocument/2006/relationships" id="2147483957" r:id="R8009c4c4ad804a89"/>
  </p:sldLayoutIdLst>
  <p:hf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9.xml><?xml version="1.0" encoding="utf-8"?>
<p:sldMaster xmlns:p="http://schemas.openxmlformats.org/presentationml/2006/main">
  <p:cSld name="Sanitized Layout 311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959" r:id="R2720881d940c428d"/>
  </p:sldLayoutIdLst>
  <p:hf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CM Report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4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5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6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ED5F38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7.xml><?xml version="1.0" encoding="utf-8"?>
<a:theme xmlns:a="http://schemas.openxmlformats.org/drawingml/2006/main" name="CM Report Theme">
  <a:themeElements>
    <a:clrScheme name="SHP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EE4D2D"/>
      </a:accent1>
      <a:accent2>
        <a:srgbClr val="0000FF"/>
      </a:accent2>
      <a:accent3>
        <a:srgbClr val="666666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HP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8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9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10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5.xml" Id="R49e52ce2020f44d2" /><Relationship Type="http://schemas.openxmlformats.org/officeDocument/2006/relationships/notesSlide" Target="/ppt/notesSlides/notesSlide1.xml" Id="R3e6e17e2114e47b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fdfee98207e4005" /><Relationship Type="http://schemas.openxmlformats.org/officeDocument/2006/relationships/notesSlide" Target="/ppt/notesSlides/notesSlide2.xml" Id="R25209f28f61e4b8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9.xml" Id="R93d2373a732141ab" /><Relationship Type="http://schemas.openxmlformats.org/officeDocument/2006/relationships/notesSlide" Target="/ppt/notesSlides/notesSlide3.xml" Id="R78d40989860f41e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9.xml" Id="R8f173bb02f704bc5" /><Relationship Type="http://schemas.openxmlformats.org/officeDocument/2006/relationships/notesSlide" Target="/ppt/notesSlides/notesSlide4.xml" Id="R72e4696182974bd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9.xml" Id="Rde3e129aa6a24464" /><Relationship Type="http://schemas.openxmlformats.org/officeDocument/2006/relationships/notesSlide" Target="/ppt/notesSlides/notesSlide5.xml" Id="R6afc0982b1e9476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9.xml" Id="R9132d2131391445d" /><Relationship Type="http://schemas.openxmlformats.org/officeDocument/2006/relationships/notesSlide" Target="/ppt/notesSlides/notesSlide6.xml" Id="Rabf38c088cc047a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9.xml" Id="R14f25d017f164e0e" /><Relationship Type="http://schemas.openxmlformats.org/officeDocument/2006/relationships/notesSlide" Target="/ppt/notesSlides/notesSlide7.xml" Id="R7b92ceddda784c0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9.xml" Id="R554f65a8f83342e6" /><Relationship Type="http://schemas.openxmlformats.org/officeDocument/2006/relationships/notesSlide" Target="/ppt/notesSlides/notesSlide8.xml" Id="Rb733bc875466495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4f8b2d2ebc2406f" /><Relationship Type="http://schemas.openxmlformats.org/officeDocument/2006/relationships/notesSlide" Target="/ppt/notesSlides/notesSlide9.xml" Id="Ree5faaf32af44cc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0.xml" Id="R41cf0cdea08e495e" /><Relationship Type="http://schemas.openxmlformats.org/officeDocument/2006/relationships/notesSlide" Target="/ppt/notesSlides/notesSlide10.xml" Id="R02129e042080489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0.xml" Id="Rb731e6ebf76644a5" /><Relationship Type="http://schemas.openxmlformats.org/officeDocument/2006/relationships/notesSlide" Target="/ppt/notesSlides/notesSlide11.xml" Id="R22fd24ed4661417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21.xml" Id="Rd72f674796a94943" /><Relationship Type="http://schemas.openxmlformats.org/officeDocument/2006/relationships/notesSlide" Target="/ppt/notesSlides/notesSlide12.xml" Id="Re2e38368cded4cb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21.xml" Id="R572cd6b5a5de46f5" /><Relationship Type="http://schemas.openxmlformats.org/officeDocument/2006/relationships/notesSlide" Target="/ppt/notesSlides/notesSlide13.xml" Id="R5ab8ccc0b4d04ba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84.xml" Id="R5a89383b09f44c6d" /><Relationship Type="http://schemas.openxmlformats.org/officeDocument/2006/relationships/notesSlide" Target="/ppt/notesSlides/notesSlide14.xml" Id="Rbcc3b3b691c2407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0.xml" Id="R2624bc9934c542c8" /><Relationship Type="http://schemas.openxmlformats.org/officeDocument/2006/relationships/notesSlide" Target="/ppt/notesSlides/notesSlide15.xml" Id="R599b8673cf85406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03.xml" Id="Rf865436964d347df" /><Relationship Type="http://schemas.openxmlformats.org/officeDocument/2006/relationships/notesSlide" Target="/ppt/notesSlides/notesSlide16.xml" Id="R752c4e321434482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21.xml" Id="Rf2fd708f1ac144c0" /><Relationship Type="http://schemas.openxmlformats.org/officeDocument/2006/relationships/notesSlide" Target="/ppt/notesSlides/notesSlide17.xml" Id="R3d678d6e75ed4db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21.xml" Id="Rcae9c1d400654573" /><Relationship Type="http://schemas.openxmlformats.org/officeDocument/2006/relationships/notesSlide" Target="/ppt/notesSlides/notesSlide18.xml" Id="R56f7382e11c244b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0.xml" Id="R8d113ad6e98341e7" /><Relationship Type="http://schemas.openxmlformats.org/officeDocument/2006/relationships/notesSlide" Target="/ppt/notesSlides/notesSlide19.xml" Id="R2574bc046595430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2e94c74e360494c" /><Relationship Type="http://schemas.openxmlformats.org/officeDocument/2006/relationships/notesSlide" Target="/ppt/notesSlides/notesSlide20.xml" Id="Rf1c7d8328326435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7.xml" Id="R37e0bd5e65964cbf" /><Relationship Type="http://schemas.openxmlformats.org/officeDocument/2006/relationships/notesSlide" Target="/ppt/notesSlides/notesSlide21.xml" Id="Raa9535aa3e80414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3.xml" Id="R1f754b6b71a842cd" /><Relationship Type="http://schemas.openxmlformats.org/officeDocument/2006/relationships/notesSlide" Target="/ppt/notesSlides/notesSlide22.xml" Id="Ra5b18bdeee8543c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5.xml" Id="R871896f4d4ca4442" /><Relationship Type="http://schemas.openxmlformats.org/officeDocument/2006/relationships/notesSlide" Target="/ppt/notesSlides/notesSlide23.xml" Id="R689c9043728c43a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5.xml" Id="R147ca36d5b834041" /><Relationship Type="http://schemas.openxmlformats.org/officeDocument/2006/relationships/notesSlide" Target="/ppt/notesSlides/notesSlide24.xml" Id="Rd2c59efcc3c24e7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5.xml" Id="R621d1570a67b43b6" /><Relationship Type="http://schemas.openxmlformats.org/officeDocument/2006/relationships/notesSlide" Target="/ppt/notesSlides/notesSlide25.xml" Id="R09173146e49e410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351f8c1d9164805" /><Relationship Type="http://schemas.openxmlformats.org/officeDocument/2006/relationships/notesSlide" Target="/ppt/notesSlides/notesSlide26.xml" Id="R78a14bebbd2a443b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6.xml" Id="R77222e2292d3409f" /><Relationship Type="http://schemas.openxmlformats.org/officeDocument/2006/relationships/notesSlide" Target="/ppt/notesSlides/notesSlide27.xml" Id="Rba5ca7d7fec647cb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9.xml" Id="R06e72a213ed1436a" /><Relationship Type="http://schemas.openxmlformats.org/officeDocument/2006/relationships/notesSlide" Target="/ppt/notesSlides/notesSlide28.xml" Id="R8e44b67cf230423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9.xml" Id="R6c2f807facf24653" /><Relationship Type="http://schemas.openxmlformats.org/officeDocument/2006/relationships/notesSlide" Target="/ppt/notesSlides/notesSlide29.xml" Id="R6b290a35f0c24710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f0043926c31469e" /><Relationship Type="http://schemas.openxmlformats.org/officeDocument/2006/relationships/notesSlide" Target="/ppt/notesSlides/notesSlide30.xml" Id="Rcca8329b3fa84815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9.xml" Id="Rc02b4a16115c4fd1" /><Relationship Type="http://schemas.openxmlformats.org/officeDocument/2006/relationships/notesSlide" Target="/ppt/notesSlides/notesSlide31.xml" Id="Rd3795b1294e94884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46a48e5dc544cc3" /><Relationship Type="http://schemas.openxmlformats.org/officeDocument/2006/relationships/notesSlide" Target="/ppt/notesSlides/notesSlide32.xml" Id="R8e5d2366d1e746b6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61f782a329f9425d" /><Relationship Type="http://schemas.openxmlformats.org/officeDocument/2006/relationships/notesSlide" Target="/ppt/notesSlides/notesSlide33.xml" Id="Rfe42404bbb504516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a641d57d1f554716" /><Relationship Type="http://schemas.openxmlformats.org/officeDocument/2006/relationships/notesSlide" Target="/ppt/notesSlides/notesSlide34.xml" Id="R883ee42b80064575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6.xml" Id="Rcd187f8dbf494fa9" /><Relationship Type="http://schemas.openxmlformats.org/officeDocument/2006/relationships/notesSlide" Target="/ppt/notesSlides/notesSlide35.xml" Id="Rd31da823ec3543a6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6.xml" Id="Rb31f406a25874a5f" /><Relationship Type="http://schemas.openxmlformats.org/officeDocument/2006/relationships/notesSlide" Target="/ppt/notesSlides/notesSlide36.xml" Id="Rd61c526fd18f4b7c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6.xml" Id="Reb6fc4fb59f74d7a" /><Relationship Type="http://schemas.openxmlformats.org/officeDocument/2006/relationships/notesSlide" Target="/ppt/notesSlides/notesSlide37.xml" Id="Rebe0ad4e54d045b0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6.xml" Id="R16c41293e8d14d15" /><Relationship Type="http://schemas.openxmlformats.org/officeDocument/2006/relationships/notesSlide" Target="/ppt/notesSlides/notesSlide38.xml" Id="Ra180d9afbc924922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f32a3e69f6a14fad" /><Relationship Type="http://schemas.openxmlformats.org/officeDocument/2006/relationships/notesSlide" Target="/ppt/notesSlides/notesSlide39.xml" Id="R0d96673e17ae4da8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27a835e653944a62" /><Relationship Type="http://schemas.openxmlformats.org/officeDocument/2006/relationships/notesSlide" Target="/ppt/notesSlides/notesSlide40.xml" Id="R8ea76a766d264870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2e29825cba82490a" /><Relationship Type="http://schemas.openxmlformats.org/officeDocument/2006/relationships/notesSlide" Target="/ppt/notesSlides/notesSlide41.xml" Id="R6d493365556f4956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a1038ea92bfb4b55" /><Relationship Type="http://schemas.openxmlformats.org/officeDocument/2006/relationships/notesSlide" Target="/ppt/notesSlides/notesSlide42.xml" Id="Rbe6617f1ab714890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72d79b2407c14071" /><Relationship Type="http://schemas.openxmlformats.org/officeDocument/2006/relationships/notesSlide" Target="/ppt/notesSlides/notesSlide43.xml" Id="Re9c1cbd44ea44410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6ac0dba82ad40de" /><Relationship Type="http://schemas.openxmlformats.org/officeDocument/2006/relationships/notesSlide" Target="/ppt/notesSlides/notesSlide44.xml" Id="R7f55207e53bb4976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9.xml" Id="Raaa0c94e71414c7f" /><Relationship Type="http://schemas.openxmlformats.org/officeDocument/2006/relationships/notesSlide" Target="/ppt/notesSlides/notesSlide45.xml" Id="R3ec8dac3b48b4144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9.xml" Id="Rbb4e0f2c858f4f62" /><Relationship Type="http://schemas.openxmlformats.org/officeDocument/2006/relationships/notesSlide" Target="/ppt/notesSlides/notesSlide46.xml" Id="R044875efbee24622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13ba99981eb74792" /><Relationship Type="http://schemas.openxmlformats.org/officeDocument/2006/relationships/notesSlide" Target="/ppt/notesSlides/notesSlide47.xml" Id="R4a10c5513ce94a13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d60820be4694b6e" /><Relationship Type="http://schemas.openxmlformats.org/officeDocument/2006/relationships/notesSlide" Target="/ppt/notesSlides/notesSlide48.xml" Id="Rf95f41618b79488c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246eea56b19243f7" /><Relationship Type="http://schemas.openxmlformats.org/officeDocument/2006/relationships/notesSlide" Target="/ppt/notesSlides/notesSlide49.xml" Id="R2fa9f5d3fe8f4ea6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5e249fc183b34669" /><Relationship Type="http://schemas.openxmlformats.org/officeDocument/2006/relationships/notesSlide" Target="/ppt/notesSlides/notesSlide50.xml" Id="R322c54c5e9b44051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dff23e1fbe10496c" /><Relationship Type="http://schemas.openxmlformats.org/officeDocument/2006/relationships/notesSlide" Target="/ppt/notesSlides/notesSlide51.xml" Id="R572d972b13f3417b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db9d1eb90d34b61" /><Relationship Type="http://schemas.openxmlformats.org/officeDocument/2006/relationships/notesSlide" Target="/ppt/notesSlides/notesSlide52.xml" Id="R9740d131bbc947ec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2ac980d19f884b82" /><Relationship Type="http://schemas.openxmlformats.org/officeDocument/2006/relationships/notesSlide" Target="/ppt/notesSlides/notesSlide53.xml" Id="R917c17850dfe4566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362ba80bc8124188" /><Relationship Type="http://schemas.openxmlformats.org/officeDocument/2006/relationships/notesSlide" Target="/ppt/notesSlides/notesSlide54.xml" Id="R9d341c1e7ee840f7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5.xml" Id="R16be229969164092" /><Relationship Type="http://schemas.openxmlformats.org/officeDocument/2006/relationships/notesSlide" Target="/ppt/notesSlides/notesSlide55.xml" Id="Rf26f5815ee83476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81" name="sanitized-shape-1455">
            <a:extLst xmlns:a="http://schemas.openxmlformats.org/drawingml/2006/main">
              <a:ext uri="{FF2B5EF4-FFF2-40B4-BE49-F238E27FC236}">
                <a16:creationId xmlns:a16="http://schemas.microsoft.com/office/drawing/2014/main" id="{64975329-5B75-4875-9CB0-BA70790E9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643" y="2981125"/>
            <a:ext cx="9269400" cy="16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375" tIns="91375" rIns="91375" bIns="913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sz="3200" b="1"/>
              <a:t/>
            </a:r>
          </a:p>
        </p:txBody>
      </p:sp>
      <p:sp>
        <p:nvSpPr>
          <p:cNvPr id="1982" name="sanitized-shape-1456">
            <a:extLst xmlns:a="http://schemas.openxmlformats.org/drawingml/2006/main">
              <a:ext uri="{FF2B5EF4-FFF2-40B4-BE49-F238E27FC236}">
                <a16:creationId xmlns:a16="http://schemas.microsoft.com/office/drawing/2014/main" id="{2A4339DB-F459-4A0E-A10E-71273EA08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3620" y="4586436"/>
            <a:ext cx="9488400" cy="92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375" tIns="91375" rIns="91375" bIns="913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90000"/>
              </a:lnSpc>
              <a:spcBef>
                <a:spcPts val="400"/>
              </a:spcBef>
              <a:spcAft>
                <a:spcPts val="16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>
                <a:solidFill>
                  <a:srgbClr val="A5A5A5"/>
                </a:solidFill>
              </a:rPr>
              <a:t/>
            </a:r>
          </a:p>
        </p:txBody>
      </p:sp>
      <p:sp>
        <p:nvSpPr>
          <p:cNvPr id="1983" name="sanitized-shape-1457">
            <a:extLst xmlns:a="http://schemas.openxmlformats.org/drawingml/2006/main">
              <a:ext uri="{FF2B5EF4-FFF2-40B4-BE49-F238E27FC236}">
                <a16:creationId xmlns:a16="http://schemas.microsoft.com/office/drawing/2014/main" id="{8D17CFEC-2C59-4402-A409-F707B8D4F5C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5891326" y="6217871"/>
            <a:ext cx="2844000" cy="276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45700" tIns="45700" rIns="45700" bIns="45700" anchor="ctr">
            <a:sp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fld id="{69ADA83D-DF77-AA76-6DA0-7A70CD7A4D20}" type="slidenum">
              <a:t/>
            </a:fld>
          </a:p>
        </p:txBody>
      </p:sp>
    </p:spTree>
    <p:extLst>
      <p:ext uri="{BB962C8B-B14F-4D97-AF65-F5344CB8AC3E}">
        <p14:creationId xmlns:p14="http://schemas.microsoft.com/office/powerpoint/2010/main" val="169053459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88" name="sanitized-shape-1458">
            <a:extLst xmlns:a="http://schemas.openxmlformats.org/drawingml/2006/main">
              <a:ext uri="{FF2B5EF4-FFF2-40B4-BE49-F238E27FC236}">
                <a16:creationId xmlns:a16="http://schemas.microsoft.com/office/drawing/2014/main" id="{A53D17DB-63EC-4B01-93A0-0F8204CEA1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3625" y="133800"/>
            <a:ext cx="11082600" cy="486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68550" tIns="68550" rIns="68550" bIns="6855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989" name="sanitized-shape-1459">
            <a:extLst xmlns:a="http://schemas.openxmlformats.org/drawingml/2006/main">
              <a:ext uri="{FF2B5EF4-FFF2-40B4-BE49-F238E27FC236}">
                <a16:creationId xmlns:a16="http://schemas.microsoft.com/office/drawing/2014/main" id="{A7D284EA-89D6-4659-9239-E228FC05D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9991" y="6372775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rPr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/>
            </a:fld>
          </a:p>
        </p:txBody>
      </p:sp>
      <p:graphicFrame>
        <p:nvGraphicFramePr>
          <p:cNvPr id="1993" name="sanitized-table-1"/>
          <p:cNvGraphicFramePr/>
          <p:nvPr/>
        </p:nvGraphicFramePr>
        <p:xfrm>
          <a:off xmlns:a="http://schemas.openxmlformats.org/drawingml/2006/main" x="344147" y="909348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{80D8D8A9-949E-4B8C-BB15-63F78EA36203}</a:tableStyleId>
              </a:tblPr>
              <a:tblGrid>
                <a:gridCol w="739925"/>
                <a:gridCol w="1701800"/>
                <a:gridCol w="8934400"/>
              </a:tblGrid>
              <a:tr h="526225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/>
                        <a:t/>
                      </a:r>
                    </a:p>
                  </a:txBody>
                  <a:tcPr marL="121875" marR="121875" marT="121900" marB="121900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/>
                        <a:t/>
                      </a:r>
                    </a:p>
                  </a:txBody>
                  <a:tcPr marL="121875" marR="121875" marT="121900" marB="121900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/>
                        <a:t/>
                      </a:r>
                    </a:p>
                  </a:txBody>
                  <a:tcPr marL="121875" marR="121875" marT="121900" marB="121900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33325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/>
                        <a:t/>
                      </a:r>
                    </a:p>
                  </a:txBody>
                  <a:tcPr marL="121875" marR="121875" marT="121900" marB="121900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sz="1500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121875" marR="121875" marT="121900" marB="121900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32385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E0F0F"/>
                        </a:buClr>
                        <a:buSzPts val="1500"/>
                        <a:buAutoNum type="arabicPeriod"/>
                      </a:pPr>
                      <a:r>
                        <a:rPr sz="1500" b="1">
                          <a:solidFill>
                            <a:srgbClr val="EE0F0F"/>
                          </a:solidFill>
                        </a:rPr>
                        <a:t/>
                      </a:r>
                    </a:p>
                  </a:txBody>
                  <a:tcPr marL="121875" marR="121875" marT="121900" marB="121900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49775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/>
                        <a:t/>
                      </a:r>
                    </a:p>
                  </a:txBody>
                  <a:tcPr marL="121875" marR="121875" marT="121900" marB="121900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sz="1500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121875" marR="121875" marT="121900" marB="121900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sz="1500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121875" marR="121875" marT="121900" marB="121900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943250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/>
                        <a:t/>
                      </a:r>
                    </a:p>
                  </a:txBody>
                  <a:tcPr marL="121875" marR="121875" marT="121900" marB="121900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121875" marR="121875" marT="121900" marB="121900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32385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AutoNum type="arabicPeriod"/>
                      </a:pPr>
                      <a:r>
                        <a:rPr sz="1500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121875" marR="121875" marT="121900" marB="121900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817723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96" name="sanitized-shape-1460">
            <a:extLst xmlns:a="http://schemas.openxmlformats.org/drawingml/2006/main">
              <a:ext uri="{FF2B5EF4-FFF2-40B4-BE49-F238E27FC236}">
                <a16:creationId xmlns:a16="http://schemas.microsoft.com/office/drawing/2014/main" id="{20A58FCF-D01B-4764-8502-66E5615BE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526" y="1104475"/>
            <a:ext cx="3396300" cy="47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rgbClr val="ED4D2D"/>
            </a:solidFill>
            <a:prstDash val="dash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</a:p>
        </p:txBody>
      </p:sp>
      <p:sp>
        <p:nvSpPr>
          <p:cNvPr id="1997" name="sanitized-shape-1461">
            <a:extLst xmlns:a="http://schemas.openxmlformats.org/drawingml/2006/main">
              <a:ext uri="{FF2B5EF4-FFF2-40B4-BE49-F238E27FC236}">
                <a16:creationId xmlns:a16="http://schemas.microsoft.com/office/drawing/2014/main" id="{22235D98-39EB-4D7B-B843-EE5D1430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502" y="1104475"/>
            <a:ext cx="3510900" cy="47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solidFill>
              <a:srgbClr val="999999"/>
            </a:solidFill>
            <a:prstDash val="dash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</a:p>
        </p:txBody>
      </p:sp>
      <p:sp>
        <p:nvSpPr>
          <p:cNvPr id="1998" name="sanitized-shape-1462">
            <a:extLst xmlns:a="http://schemas.openxmlformats.org/drawingml/2006/main">
              <a:ext uri="{FF2B5EF4-FFF2-40B4-BE49-F238E27FC236}">
                <a16:creationId xmlns:a16="http://schemas.microsoft.com/office/drawing/2014/main" id="{EF3AAC65-99E7-46A0-9E77-6B8D553D8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473" y="1104475"/>
            <a:ext cx="3933900" cy="47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4"/>
          </a:solidFill>
          <a:ln xmlns:a="http://schemas.openxmlformats.org/drawingml/2006/main" w="19050" cmpd="sng">
            <a:solidFill>
              <a:srgbClr val="ED4D2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</a:p>
        </p:txBody>
      </p:sp>
      <p:sp>
        <p:nvSpPr>
          <p:cNvPr id="1999" name="sanitized-shape-1463">
            <a:extLst xmlns:a="http://schemas.openxmlformats.org/drawingml/2006/main">
              <a:ext uri="{FF2B5EF4-FFF2-40B4-BE49-F238E27FC236}">
                <a16:creationId xmlns:a16="http://schemas.microsoft.com/office/drawing/2014/main" id="{7ED349F6-8178-41E9-B43F-42E97D38AE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822" y="151900"/>
            <a:ext cx="11080500" cy="563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68550" tIns="68550" rIns="68550" bIns="6855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rgbClr val="EE4D2D"/>
                </a:solidFill>
              </a:rPr>
              <a:t/>
            </a:r>
          </a:p>
        </p:txBody>
      </p:sp>
      <p:sp>
        <p:nvSpPr>
          <p:cNvPr id="2000" name="sanitized-shape-1464">
            <a:extLst xmlns:a="http://schemas.openxmlformats.org/drawingml/2006/main">
              <a:ext uri="{FF2B5EF4-FFF2-40B4-BE49-F238E27FC236}">
                <a16:creationId xmlns:a16="http://schemas.microsoft.com/office/drawing/2014/main" id="{DA31F368-2A11-407F-AEA2-951AF56FD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7383" y="957125"/>
            <a:ext cx="1519200" cy="28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4D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12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2001" name="sanitized-shape-1465">
            <a:extLst xmlns:a="http://schemas.openxmlformats.org/drawingml/2006/main">
              <a:ext uri="{FF2B5EF4-FFF2-40B4-BE49-F238E27FC236}">
                <a16:creationId xmlns:a16="http://schemas.microsoft.com/office/drawing/2014/main" id="{F281AF6A-7D9F-4C17-87FA-386CE9A74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2576" y="957125"/>
            <a:ext cx="1731300" cy="28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4D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12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2002" name="sanitized-shape-1466">
            <a:extLst xmlns:a="http://schemas.openxmlformats.org/drawingml/2006/main">
              <a:ext uri="{FF2B5EF4-FFF2-40B4-BE49-F238E27FC236}">
                <a16:creationId xmlns:a16="http://schemas.microsoft.com/office/drawing/2014/main" id="{BD231470-9CCE-4E6C-93D0-3296565E2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8162" y="957128"/>
            <a:ext cx="1559700" cy="28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9E9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12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2003" name="sanitized-shape-1467">
            <a:extLst xmlns:a="http://schemas.openxmlformats.org/drawingml/2006/main">
              <a:ext uri="{FF2B5EF4-FFF2-40B4-BE49-F238E27FC236}">
                <a16:creationId xmlns:a16="http://schemas.microsoft.com/office/drawing/2014/main" id="{EB803E9A-024B-43EA-AA9B-F86031DA0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228" y="1652425"/>
            <a:ext cx="3062700" cy="284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F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200" b="1">
                <a:solidFill>
                  <a:schemeClr val="dk1"/>
                </a:solidFill>
              </a:rPr>
              <a:t/>
            </a:r>
          </a:p>
        </p:txBody>
      </p:sp>
      <p:sp>
        <p:nvSpPr>
          <p:cNvPr id="2004" name="sanitized-shape-1468">
            <a:extLst xmlns:a="http://schemas.openxmlformats.org/drawingml/2006/main">
              <a:ext uri="{FF2B5EF4-FFF2-40B4-BE49-F238E27FC236}">
                <a16:creationId xmlns:a16="http://schemas.microsoft.com/office/drawing/2014/main" id="{2733DC48-455A-4E90-B4D3-3098DBBD1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719110" y="3254347"/>
            <a:ext cx="359100" cy="135000"/>
          </a:xfrm>
          <a:prstGeom xmlns:a="http://schemas.openxmlformats.org/drawingml/2006/main" prst="triangle">
            <a:avLst>
              <a:gd name="adj" fmla="val 50000"/>
            </a:avLst>
          </a:prstGeom>
          <a:solidFill xmlns:a="http://schemas.openxmlformats.org/drawingml/2006/main">
            <a:srgbClr val="ED4D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6050" tIns="43025" rIns="86050" bIns="430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</a:p>
        </p:txBody>
      </p:sp>
      <p:cxnSp>
        <p:nvCxnSpPr>
          <p:cNvPr id="2096" name="sanitized-shape-1469"/>
          <p:cNvCxnSpPr/>
          <p:nvPr/>
        </p:nvCxnSpPr>
        <p:spPr>
          <a:xfrm xmlns:a="http://schemas.openxmlformats.org/drawingml/2006/main">
            <a:off x="487653" y="4582275"/>
            <a:ext cx="3037200" cy="219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06" name="sanitized-shape-1470">
            <a:extLst xmlns:a="http://schemas.openxmlformats.org/drawingml/2006/main">
              <a:ext uri="{FF2B5EF4-FFF2-40B4-BE49-F238E27FC236}">
                <a16:creationId xmlns:a16="http://schemas.microsoft.com/office/drawing/2014/main" id="{2171F0CF-D60E-4A63-B7B3-B0E663C54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528" y="4686425"/>
            <a:ext cx="2961300" cy="10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300" b="1">
                <a:solidFill>
                  <a:schemeClr val="dk1"/>
                </a:solidFill>
              </a:rPr>
              <a:t/>
            </a:r>
          </a:p>
        </p:txBody>
      </p:sp>
      <p:sp>
        <p:nvSpPr>
          <p:cNvPr id="2007" name="sanitized-shape-1471">
            <a:extLst xmlns:a="http://schemas.openxmlformats.org/drawingml/2006/main">
              <a:ext uri="{FF2B5EF4-FFF2-40B4-BE49-F238E27FC236}">
                <a16:creationId xmlns:a16="http://schemas.microsoft.com/office/drawing/2014/main" id="{C66DE2EF-24E5-442C-B7CE-039D19352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750" y="1669075"/>
            <a:ext cx="3570900" cy="283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CFC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200" b="1">
                <a:solidFill>
                  <a:schemeClr val="dk1"/>
                </a:solidFill>
              </a:rPr>
              <a:t/>
            </a:r>
          </a:p>
        </p:txBody>
      </p:sp>
      <p:sp>
        <p:nvSpPr>
          <p:cNvPr id="2008" name="sanitized-shape-1472">
            <a:extLst xmlns:a="http://schemas.openxmlformats.org/drawingml/2006/main">
              <a:ext uri="{FF2B5EF4-FFF2-40B4-BE49-F238E27FC236}">
                <a16:creationId xmlns:a16="http://schemas.microsoft.com/office/drawing/2014/main" id="{1F218AAE-724E-48B3-8598-2F5D2A493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3439" y="1349050"/>
            <a:ext cx="1400976" cy="214596"/>
          </a:xfrm>
          <a:prstGeom xmlns:a="http://schemas.openxmlformats.org/drawingml/2006/main" prst="flowChartTerminator">
            <a:avLst/>
          </a:prstGeom>
          <a:solidFill xmlns:a="http://schemas.openxmlformats.org/drawingml/2006/main">
            <a:srgbClr val="FFF7F4"/>
          </a:solidFill>
          <a:ln xmlns:a="http://schemas.openxmlformats.org/drawingml/2006/main" w="9525" cmpd="sng">
            <a:solidFill>
              <a:srgbClr val="ED4D2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009" name="sanitized-shape-1473">
            <a:extLst xmlns:a="http://schemas.openxmlformats.org/drawingml/2006/main">
              <a:ext uri="{FF2B5EF4-FFF2-40B4-BE49-F238E27FC236}">
                <a16:creationId xmlns:a16="http://schemas.microsoft.com/office/drawing/2014/main" id="{9AEF00F8-5836-4C77-9A49-EA9D95E74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9122" y="1286988"/>
            <a:ext cx="1269600" cy="33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EE4D2D"/>
                </a:solidFill>
                <a:highlight>
                  <a:srgbClr val="FFF7F4"/>
                </a:highlight>
              </a:rPr>
              <a:t/>
            </a:r>
          </a:p>
        </p:txBody>
      </p:sp>
      <p:cxnSp>
        <p:nvCxnSpPr>
          <p:cNvPr id="2101" name="sanitized-shape-1474"/>
          <p:cNvCxnSpPr/>
          <p:nvPr/>
        </p:nvCxnSpPr>
        <p:spPr>
          <a:xfrm xmlns:a="http://schemas.openxmlformats.org/drawingml/2006/main">
            <a:off x="4311621" y="4595925"/>
            <a:ext cx="3518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11" name="sanitized-shape-1475">
            <a:extLst xmlns:a="http://schemas.openxmlformats.org/drawingml/2006/main">
              <a:ext uri="{FF2B5EF4-FFF2-40B4-BE49-F238E27FC236}">
                <a16:creationId xmlns:a16="http://schemas.microsoft.com/office/drawing/2014/main" id="{A69CFFA2-8D3D-486B-B61B-A82838063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8974" y="4577550"/>
            <a:ext cx="3446400" cy="162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111827"/>
                </a:solidFill>
              </a:rPr>
              <a:t/>
            </a:r>
          </a:p>
        </p:txBody>
      </p:sp>
      <p:sp>
        <p:nvSpPr>
          <p:cNvPr id="2012" name="sanitized-shape-1476">
            <a:extLst xmlns:a="http://schemas.openxmlformats.org/drawingml/2006/main">
              <a:ext uri="{FF2B5EF4-FFF2-40B4-BE49-F238E27FC236}">
                <a16:creationId xmlns:a16="http://schemas.microsoft.com/office/drawing/2014/main" id="{977564C2-7D7D-4D01-8F16-4BDBE779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031316" y="3249399"/>
            <a:ext cx="359100" cy="144900"/>
          </a:xfrm>
          <a:prstGeom xmlns:a="http://schemas.openxmlformats.org/drawingml/2006/main" prst="triangle">
            <a:avLst>
              <a:gd name="adj" fmla="val 50000"/>
            </a:avLst>
          </a:prstGeom>
          <a:solidFill xmlns:a="http://schemas.openxmlformats.org/drawingml/2006/main">
            <a:srgbClr val="FFF7F4"/>
          </a:solidFill>
          <a:ln xmlns:a="http://schemas.openxmlformats.org/drawingml/2006/main" w="9525" cmpd="sng">
            <a:solidFill>
              <a:srgbClr val="F04E1C"/>
            </a:solidFill>
            <a:prstDash val="dash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86050" tIns="43025" rIns="86050" bIns="430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</a:p>
        </p:txBody>
      </p:sp>
      <p:sp>
        <p:nvSpPr>
          <p:cNvPr id="2013" name="sanitized-shape-1477">
            <a:extLst xmlns:a="http://schemas.openxmlformats.org/drawingml/2006/main">
              <a:ext uri="{FF2B5EF4-FFF2-40B4-BE49-F238E27FC236}">
                <a16:creationId xmlns:a16="http://schemas.microsoft.com/office/drawing/2014/main" id="{8FC715C5-CD17-4126-8CAF-3D939452E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699" y="1659450"/>
            <a:ext cx="3062700" cy="404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200" b="1">
                <a:solidFill>
                  <a:schemeClr val="dk1"/>
                </a:solidFill>
              </a:rPr>
              <a:t/>
            </a:r>
          </a:p>
        </p:txBody>
      </p:sp>
      <p:sp>
        <p:nvSpPr>
          <p:cNvPr id="2014" name="sanitized-shape-1478">
            <a:extLst xmlns:a="http://schemas.openxmlformats.org/drawingml/2006/main">
              <a:ext uri="{FF2B5EF4-FFF2-40B4-BE49-F238E27FC236}">
                <a16:creationId xmlns:a16="http://schemas.microsoft.com/office/drawing/2014/main" id="{ED37A25D-8C74-4941-AF88-5F3EAFC4A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6740" y="1349050"/>
            <a:ext cx="1400976" cy="214596"/>
          </a:xfrm>
          <a:prstGeom xmlns:a="http://schemas.openxmlformats.org/drawingml/2006/main" prst="flowChartTerminator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9525" cmpd="sng">
            <a:solidFill>
              <a:srgbClr val="999999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015" name="sanitized-shape-1479">
            <a:extLst xmlns:a="http://schemas.openxmlformats.org/drawingml/2006/main">
              <a:ext uri="{FF2B5EF4-FFF2-40B4-BE49-F238E27FC236}">
                <a16:creationId xmlns:a16="http://schemas.microsoft.com/office/drawing/2014/main" id="{543F0673-6187-476D-BC34-DB7983CA8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2423" y="1286988"/>
            <a:ext cx="1269600" cy="33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999999"/>
                </a:solidFill>
              </a:rPr>
              <a:t/>
            </a:r>
          </a:p>
        </p:txBody>
      </p:sp>
      <p:sp>
        <p:nvSpPr>
          <p:cNvPr id="2016" name="sanitized-shape-1480">
            <a:extLst xmlns:a="http://schemas.openxmlformats.org/drawingml/2006/main">
              <a:ext uri="{FF2B5EF4-FFF2-40B4-BE49-F238E27FC236}">
                <a16:creationId xmlns:a16="http://schemas.microsoft.com/office/drawing/2014/main" id="{B32C27CF-27B6-4E4E-95FA-17E9FB51A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526" y="6284522"/>
            <a:ext cx="5593800" cy="49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i="1"/>
              <a:t/>
            </a:r>
          </a:p>
        </p:txBody>
      </p:sp>
      <p:sp>
        <p:nvSpPr>
          <p:cNvPr id="2017" name="sanitized-shape-1481">
            <a:extLst xmlns:a="http://schemas.openxmlformats.org/drawingml/2006/main">
              <a:ext uri="{FF2B5EF4-FFF2-40B4-BE49-F238E27FC236}">
                <a16:creationId xmlns:a16="http://schemas.microsoft.com/office/drawing/2014/main" id="{2D065DEF-7A2D-4F99-A691-38900354C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228" y="1340775"/>
            <a:ext cx="1519200" cy="2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1100" b="1">
                <a:solidFill>
                  <a:schemeClr val="dk1"/>
                </a:solidFill>
              </a:rPr>
              <a:t/>
            </a:r>
          </a:p>
        </p:txBody>
      </p:sp>
      <p:sp>
        <p:nvSpPr>
          <p:cNvPr id="2018" name="sanitized-shape-1482">
            <a:extLst xmlns:a="http://schemas.openxmlformats.org/drawingml/2006/main">
              <a:ext uri="{FF2B5EF4-FFF2-40B4-BE49-F238E27FC236}">
                <a16:creationId xmlns:a16="http://schemas.microsoft.com/office/drawing/2014/main" id="{6571159A-9CB1-4970-826E-D44DD7182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1691" y="1349100"/>
            <a:ext cx="1519200" cy="2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7C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1100" b="1">
                <a:solidFill>
                  <a:schemeClr val="dk1"/>
                </a:solidFill>
              </a:rPr>
              <a:t/>
            </a:r>
          </a:p>
        </p:txBody>
      </p:sp>
      <p:sp>
        <p:nvSpPr>
          <p:cNvPr id="2019" name="sanitized-shape-1483">
            <a:extLst xmlns:a="http://schemas.openxmlformats.org/drawingml/2006/main">
              <a:ext uri="{FF2B5EF4-FFF2-40B4-BE49-F238E27FC236}">
                <a16:creationId xmlns:a16="http://schemas.microsoft.com/office/drawing/2014/main" id="{2BBE17CE-9352-4BF4-87E2-F013A416A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687" y="1344288"/>
            <a:ext cx="1519200" cy="2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1100" b="1">
                <a:solidFill>
                  <a:schemeClr val="dk1"/>
                </a:solidFill>
              </a:rPr>
              <a:t/>
            </a:r>
          </a:p>
        </p:txBody>
      </p:sp>
      <p:sp>
        <p:nvSpPr>
          <p:cNvPr id="2020" name="sanitized-shape-1484">
            <a:extLst xmlns:a="http://schemas.openxmlformats.org/drawingml/2006/main">
              <a:ext uri="{FF2B5EF4-FFF2-40B4-BE49-F238E27FC236}">
                <a16:creationId xmlns:a16="http://schemas.microsoft.com/office/drawing/2014/main" id="{622F8D0A-601D-4E89-B214-B496CBB41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526" y="5955525"/>
            <a:ext cx="3396300" cy="28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F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1100" b="1">
                <a:solidFill>
                  <a:schemeClr val="dk1"/>
                </a:solidFill>
              </a:rPr>
              <a:t/>
            </a:r>
          </a:p>
        </p:txBody>
      </p:sp>
      <p:sp>
        <p:nvSpPr>
          <p:cNvPr id="2021" name="sanitized-shape-1485">
            <a:extLst xmlns:a="http://schemas.openxmlformats.org/drawingml/2006/main">
              <a:ext uri="{FF2B5EF4-FFF2-40B4-BE49-F238E27FC236}">
                <a16:creationId xmlns:a16="http://schemas.microsoft.com/office/drawing/2014/main" id="{BAEE330E-77B8-447A-8443-0B3FE470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3923" y="5998025"/>
            <a:ext cx="3933900" cy="28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1100" b="1">
                <a:solidFill>
                  <a:schemeClr val="dk1"/>
                </a:solidFill>
              </a:rPr>
              <a:t/>
            </a:r>
          </a:p>
        </p:txBody>
      </p:sp>
      <p:sp>
        <p:nvSpPr>
          <p:cNvPr id="2022" name="sanitized-shape-1486">
            <a:extLst xmlns:a="http://schemas.openxmlformats.org/drawingml/2006/main">
              <a:ext uri="{FF2B5EF4-FFF2-40B4-BE49-F238E27FC236}">
                <a16:creationId xmlns:a16="http://schemas.microsoft.com/office/drawing/2014/main" id="{4147DEF1-4806-4E54-8D29-1D0D24425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2510" y="5998025"/>
            <a:ext cx="3570900" cy="28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C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1100" b="1">
                <a:solidFill>
                  <a:schemeClr val="dk1"/>
                </a:solidFill>
              </a:rPr>
              <a:t/>
            </a:r>
          </a:p>
        </p:txBody>
      </p:sp>
      <p:sp>
        <p:nvSpPr>
          <p:cNvPr id="2023" name="sanitized-shape-1487">
            <a:extLst xmlns:a="http://schemas.openxmlformats.org/drawingml/2006/main">
              <a:ext uri="{FF2B5EF4-FFF2-40B4-BE49-F238E27FC236}">
                <a16:creationId xmlns:a16="http://schemas.microsoft.com/office/drawing/2014/main" id="{3F3ABB74-E886-40E5-A3DC-DF93F587E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4597" y="1340725"/>
            <a:ext cx="1452546" cy="214596"/>
          </a:xfrm>
          <a:prstGeom xmlns:a="http://schemas.openxmlformats.org/drawingml/2006/main" prst="flowChartTerminator">
            <a:avLst/>
          </a:prstGeom>
          <a:solidFill xmlns:a="http://schemas.openxmlformats.org/drawingml/2006/main">
            <a:srgbClr val="FFF7F4"/>
          </a:solidFill>
          <a:ln xmlns:a="http://schemas.openxmlformats.org/drawingml/2006/main" w="9525" cmpd="sng">
            <a:solidFill>
              <a:srgbClr val="ED4D2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024" name="sanitized-shape-1488">
            <a:extLst xmlns:a="http://schemas.openxmlformats.org/drawingml/2006/main">
              <a:ext uri="{FF2B5EF4-FFF2-40B4-BE49-F238E27FC236}">
                <a16:creationId xmlns:a16="http://schemas.microsoft.com/office/drawing/2014/main" id="{490B3860-67F5-421C-83BB-08A099A03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0772" y="1278663"/>
            <a:ext cx="1316400" cy="33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EE4D2D"/>
                </a:solidFill>
                <a:highlight>
                  <a:srgbClr val="FFF7F4"/>
                </a:highlight>
              </a:rPr>
              <a:t/>
            </a:r>
          </a:p>
        </p:txBody>
      </p:sp>
      <p:cxnSp>
        <p:nvCxnSpPr>
          <p:cNvPr id="2116" name="sanitized-shape-1489"/>
          <p:cNvCxnSpPr/>
          <p:nvPr/>
        </p:nvCxnSpPr>
        <p:spPr>
          <a:xfrm xmlns:a="http://schemas.openxmlformats.org/drawingml/2006/main" flipH="1">
            <a:off x="12238192" y="3142301"/>
            <a:ext cx="11700" cy="5247300"/>
          </a:xfrm>
          <a:prstGeom xmlns:a="http://schemas.openxmlformats.org/drawingml/2006/main" prst="straightConnector1">
            <a:avLst/>
          </a:prstGeom>
          <a:ln xmlns:a="http://schemas.openxmlformats.org/drawingml/2006/main" w="9725" cap="flat">
            <a:solidFill>
              <a:srgbClr val="59595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026" name="sanitized-shape-1490">
            <a:extLst xmlns:a="http://schemas.openxmlformats.org/drawingml/2006/main">
              <a:ext uri="{FF2B5EF4-FFF2-40B4-BE49-F238E27FC236}">
                <a16:creationId xmlns:a16="http://schemas.microsoft.com/office/drawing/2014/main" id="{C4DDA70B-5180-4AB5-BD14-6697D566C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9991" y="6372775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rPr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/>
            </a:fld>
          </a:p>
        </p:txBody>
      </p:sp>
    </p:spTree>
    <p:extLst>
      <p:ext uri="{BB962C8B-B14F-4D97-AF65-F5344CB8AC3E}">
        <p14:creationId xmlns:p14="http://schemas.microsoft.com/office/powerpoint/2010/main" val="65581642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32" name="sanitized-shape-1491">
            <a:extLst xmlns:a="http://schemas.openxmlformats.org/drawingml/2006/main">
              <a:ext uri="{FF2B5EF4-FFF2-40B4-BE49-F238E27FC236}">
                <a16:creationId xmlns:a16="http://schemas.microsoft.com/office/drawing/2014/main" id="{349EB1ED-0597-4063-A533-74A50BA400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672" y="217825"/>
            <a:ext cx="11355600" cy="563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68550" tIns="68550" rIns="68550" bIns="6855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600">
                <a:solidFill>
                  <a:srgbClr val="EE4D2D"/>
                </a:solidFill>
              </a:rPr>
              <a:t/>
            </a:r>
          </a:p>
        </p:txBody>
      </p:sp>
      <p:sp>
        <p:nvSpPr>
          <p:cNvPr id="2033" name="sanitized-shape-1492">
            <a:extLst xmlns:a="http://schemas.openxmlformats.org/drawingml/2006/main">
              <a:ext uri="{FF2B5EF4-FFF2-40B4-BE49-F238E27FC236}">
                <a16:creationId xmlns:a16="http://schemas.microsoft.com/office/drawing/2014/main" id="{3BF8331B-4A4D-4ED9-8E62-F5B1087BC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3782" y="1635978"/>
            <a:ext cx="286800" cy="17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24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2034" name="sanitized-shape-1493">
            <a:extLst xmlns:a="http://schemas.openxmlformats.org/drawingml/2006/main">
              <a:ext uri="{FF2B5EF4-FFF2-40B4-BE49-F238E27FC236}">
                <a16:creationId xmlns:a16="http://schemas.microsoft.com/office/drawing/2014/main" id="{0A4AA4B1-213D-4B96-8262-D183B6A94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5741" y="1478675"/>
            <a:ext cx="5614500" cy="9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9725" cmpd="sng">
            <a:solidFill>
              <a:srgbClr val="FF8A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3250" tIns="93250" rIns="93250" bIns="9325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035" name="sanitized-shape-1494">
            <a:extLst xmlns:a="http://schemas.openxmlformats.org/drawingml/2006/main">
              <a:ext uri="{FF2B5EF4-FFF2-40B4-BE49-F238E27FC236}">
                <a16:creationId xmlns:a16="http://schemas.microsoft.com/office/drawing/2014/main" id="{BA50A67C-AA20-431A-B69B-29D1DE0AE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0336" y="1482050"/>
            <a:ext cx="2272800" cy="9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28"/>
          </a:solidFill>
          <a:ln xmlns:a="http://schemas.openxmlformats.org/drawingml/2006/main" w="9725" cmpd="sng">
            <a:solidFill>
              <a:srgbClr val="F05A2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3250" tIns="93250" rIns="93250" bIns="9325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036" name="sanitized-shape-1495">
            <a:extLst xmlns:a="http://schemas.openxmlformats.org/drawingml/2006/main">
              <a:ext uri="{FF2B5EF4-FFF2-40B4-BE49-F238E27FC236}">
                <a16:creationId xmlns:a16="http://schemas.microsoft.com/office/drawing/2014/main" id="{9F6F84F5-4E6E-4646-80DD-C3D77B09D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1447" y="1482050"/>
            <a:ext cx="1695300" cy="9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341F"/>
          </a:solidFill>
          <a:ln xmlns:a="http://schemas.openxmlformats.org/drawingml/2006/main" w="9725" cmpd="sng">
            <a:solidFill>
              <a:srgbClr val="D8341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3250" tIns="93250" rIns="93250" bIns="9325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037" name="sanitized-shape-1496">
            <a:extLst xmlns:a="http://schemas.openxmlformats.org/drawingml/2006/main">
              <a:ext uri="{FF2B5EF4-FFF2-40B4-BE49-F238E27FC236}">
                <a16:creationId xmlns:a16="http://schemas.microsoft.com/office/drawing/2014/main" id="{7BE6959B-E5F6-4115-AF50-FD3009C0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957" y="1589150"/>
            <a:ext cx="1869000" cy="2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D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3250" tIns="93250" rIns="93250" bIns="9325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1428"/>
              </a:spcBef>
              <a:spcAft>
                <a:spcPts val="408"/>
              </a:spcAft>
              <a:buNone/>
            </a:pPr>
            <a:r>
              <a:rPr sz="1224" b="1">
                <a:solidFill>
                  <a:schemeClr val="dk1"/>
                </a:solidFill>
              </a:rPr>
              <a:t/>
            </a:r>
          </a:p>
        </p:txBody>
      </p:sp>
      <p:sp>
        <p:nvSpPr>
          <p:cNvPr id="2038" name="sanitized-shape-1497">
            <a:extLst xmlns:a="http://schemas.openxmlformats.org/drawingml/2006/main">
              <a:ext uri="{FF2B5EF4-FFF2-40B4-BE49-F238E27FC236}">
                <a16:creationId xmlns:a16="http://schemas.microsoft.com/office/drawing/2014/main" id="{0EBC209E-B49C-4F41-9A46-65D478753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14" y="876450"/>
            <a:ext cx="11451000" cy="36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4D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3250" tIns="93250" rIns="93250" bIns="9325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24" b="1">
                <a:solidFill>
                  <a:schemeClr val="lt1"/>
                </a:solidFill>
              </a:rPr>
              <a:t/>
            </a:r>
          </a:p>
        </p:txBody>
      </p:sp>
      <p:sp>
        <p:nvSpPr>
          <p:cNvPr id="2039" name="sanitized-shape-1498">
            <a:extLst xmlns:a="http://schemas.openxmlformats.org/drawingml/2006/main">
              <a:ext uri="{FF2B5EF4-FFF2-40B4-BE49-F238E27FC236}">
                <a16:creationId xmlns:a16="http://schemas.microsoft.com/office/drawing/2014/main" id="{77B4D0B5-89B6-46AD-8779-6E69AC613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7597" y="2285775"/>
            <a:ext cx="1742700" cy="2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D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3250" tIns="93250" rIns="93250" bIns="9325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1428"/>
              </a:spcBef>
              <a:spcAft>
                <a:spcPts val="408"/>
              </a:spcAft>
              <a:buNone/>
            </a:pPr>
            <a:r>
              <a:rPr sz="1224" b="1">
                <a:solidFill>
                  <a:schemeClr val="dk1"/>
                </a:solidFill>
              </a:rPr>
              <a:t/>
            </a:r>
          </a:p>
        </p:txBody>
      </p:sp>
      <p:sp>
        <p:nvSpPr>
          <p:cNvPr id="2040" name="sanitized-shape-1499">
            <a:extLst xmlns:a="http://schemas.openxmlformats.org/drawingml/2006/main">
              <a:ext uri="{FF2B5EF4-FFF2-40B4-BE49-F238E27FC236}">
                <a16:creationId xmlns:a16="http://schemas.microsoft.com/office/drawing/2014/main" id="{A07B261F-44F2-434D-83B1-C5774A18F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6117" y="2938725"/>
            <a:ext cx="2121000" cy="2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D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3250" tIns="93250" rIns="93250" bIns="9325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1428"/>
              </a:spcBef>
              <a:spcAft>
                <a:spcPts val="408"/>
              </a:spcAft>
              <a:buNone/>
            </a:pPr>
            <a:r>
              <a:rPr sz="1124" b="1">
                <a:solidFill>
                  <a:schemeClr val="dk1"/>
                </a:solidFill>
              </a:rPr>
              <a:t/>
            </a:r>
          </a:p>
        </p:txBody>
      </p:sp>
      <p:sp>
        <p:nvSpPr>
          <p:cNvPr id="2041" name="sanitized-shape-1500">
            <a:extLst xmlns:a="http://schemas.openxmlformats.org/drawingml/2006/main">
              <a:ext uri="{FF2B5EF4-FFF2-40B4-BE49-F238E27FC236}">
                <a16:creationId xmlns:a16="http://schemas.microsoft.com/office/drawing/2014/main" id="{45243A0C-6F0B-4CED-8B8E-DC33AF5CC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957" y="1891925"/>
            <a:ext cx="1869000" cy="93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3250" tIns="93250" rIns="93250" bIns="93250" anchor="t">
            <a:noAutofit/>
          </a:bodyPr>
          <a:lstStyle xmlns:a="http://schemas.openxmlformats.org/drawingml/2006/main"/>
          <a:p xmlns:a="http://schemas.openxmlformats.org/drawingml/2006/main">
            <a:pPr marL="457200" lvl="0" indent="-2921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sz="1124">
                <a:solidFill>
                  <a:schemeClr val="dk1"/>
                </a:solidFill>
              </a:rPr>
              <a:t/>
            </a:r>
          </a:p>
        </p:txBody>
      </p:sp>
      <p:sp>
        <p:nvSpPr>
          <p:cNvPr id="2042" name="sanitized-shape-1501">
            <a:extLst xmlns:a="http://schemas.openxmlformats.org/drawingml/2006/main">
              <a:ext uri="{FF2B5EF4-FFF2-40B4-BE49-F238E27FC236}">
                <a16:creationId xmlns:a16="http://schemas.microsoft.com/office/drawing/2014/main" id="{24D65D53-9095-4A83-9E37-3E059FAFE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7647" y="2584100"/>
            <a:ext cx="1742700" cy="95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3250" tIns="93250" rIns="93250" bIns="93250" anchor="t">
            <a:spAutoFit/>
          </a:bodyPr>
          <a:lstStyle xmlns:a="http://schemas.openxmlformats.org/drawingml/2006/main"/>
          <a:p xmlns:a="http://schemas.openxmlformats.org/drawingml/2006/main">
            <a:pPr marL="457200" lvl="0" indent="-299980" algn="l">
              <a:lnSpc>
                <a:spcPct val="115000"/>
              </a:lnSpc>
              <a:spcBef>
                <a:spcPts val="1428"/>
              </a:spcBef>
              <a:spcAft>
                <a:spcPts val="0"/>
              </a:spcAft>
              <a:buClr>
                <a:schemeClr val="dk1"/>
              </a:buClr>
              <a:buSzPts val="1124"/>
              <a:buChar char="●"/>
            </a:pPr>
            <a:r>
              <a:rPr sz="1124">
                <a:solidFill>
                  <a:schemeClr val="dk1"/>
                </a:solidFill>
              </a:rPr>
              <a:t/>
            </a:r>
          </a:p>
        </p:txBody>
      </p:sp>
      <p:sp>
        <p:nvSpPr>
          <p:cNvPr id="2043" name="sanitized-shape-1502">
            <a:extLst xmlns:a="http://schemas.openxmlformats.org/drawingml/2006/main">
              <a:ext uri="{FF2B5EF4-FFF2-40B4-BE49-F238E27FC236}">
                <a16:creationId xmlns:a16="http://schemas.microsoft.com/office/drawing/2014/main" id="{7F19F36A-8A06-487F-9146-ACE0E617E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8096" y="3238575"/>
            <a:ext cx="2121000" cy="113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3250" tIns="93250" rIns="93250" bIns="93250" anchor="t">
            <a:noAutofit/>
          </a:bodyPr>
          <a:lstStyle xmlns:a="http://schemas.openxmlformats.org/drawingml/2006/main"/>
          <a:p xmlns:a="http://schemas.openxmlformats.org/drawingml/2006/main">
            <a:pPr marL="457200" lvl="0" indent="-299980" algn="l">
              <a:lnSpc>
                <a:spcPct val="115000"/>
              </a:lnSpc>
              <a:spcBef>
                <a:spcPts val="1428"/>
              </a:spcBef>
              <a:spcAft>
                <a:spcPts val="0"/>
              </a:spcAft>
              <a:buClr>
                <a:schemeClr val="dk1"/>
              </a:buClr>
              <a:buSzPts val="1124"/>
              <a:buChar char="●"/>
            </a:pPr>
            <a:r>
              <a:rPr sz="1124">
                <a:solidFill>
                  <a:schemeClr val="dk1"/>
                </a:solidFill>
              </a:rPr>
              <a:t/>
            </a:r>
          </a:p>
        </p:txBody>
      </p:sp>
      <p:sp>
        <p:nvSpPr>
          <p:cNvPr id="2044" name="sanitized-shape-1503">
            <a:extLst xmlns:a="http://schemas.openxmlformats.org/drawingml/2006/main">
              <a:ext uri="{FF2B5EF4-FFF2-40B4-BE49-F238E27FC236}">
                <a16:creationId xmlns:a16="http://schemas.microsoft.com/office/drawing/2014/main" id="{0EF941A6-B185-4CC9-9753-0B2E23423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80" y="1190674"/>
            <a:ext cx="806100" cy="37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3250" tIns="93250" rIns="93250" bIns="93250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428"/>
              </a:spcBef>
              <a:spcAft>
                <a:spcPts val="408"/>
              </a:spcAft>
              <a:buNone/>
            </a:pPr>
            <a:r>
              <a:rPr sz="1224" b="1">
                <a:solidFill>
                  <a:schemeClr val="dk1"/>
                </a:solidFill>
              </a:rPr>
              <a:t/>
            </a:r>
          </a:p>
        </p:txBody>
      </p:sp>
      <p:sp>
        <p:nvSpPr>
          <p:cNvPr id="2045" name="sanitized-shape-1504">
            <a:extLst xmlns:a="http://schemas.openxmlformats.org/drawingml/2006/main">
              <a:ext uri="{FF2B5EF4-FFF2-40B4-BE49-F238E27FC236}">
                <a16:creationId xmlns:a16="http://schemas.microsoft.com/office/drawing/2014/main" id="{9460C2E0-FCCA-4F08-8D81-4465AE684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7038" y="1199075"/>
            <a:ext cx="983100" cy="37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3250" tIns="93250" rIns="93250" bIns="93250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428"/>
              </a:spcBef>
              <a:spcAft>
                <a:spcPts val="408"/>
              </a:spcAft>
              <a:buNone/>
            </a:pPr>
            <a:r>
              <a:rPr sz="1224" b="1">
                <a:solidFill>
                  <a:schemeClr val="dk1"/>
                </a:solidFill>
              </a:rPr>
              <a:t/>
            </a:r>
          </a:p>
        </p:txBody>
      </p:sp>
      <p:sp>
        <p:nvSpPr>
          <p:cNvPr id="2046" name="sanitized-shape-1505">
            <a:extLst xmlns:a="http://schemas.openxmlformats.org/drawingml/2006/main">
              <a:ext uri="{FF2B5EF4-FFF2-40B4-BE49-F238E27FC236}">
                <a16:creationId xmlns:a16="http://schemas.microsoft.com/office/drawing/2014/main" id="{B15B5F4B-BED4-44A0-BD57-E0212D33D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4325" y="1190675"/>
            <a:ext cx="983100" cy="37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3250" tIns="93250" rIns="93250" bIns="93250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428"/>
              </a:spcBef>
              <a:spcAft>
                <a:spcPts val="408"/>
              </a:spcAft>
              <a:buNone/>
            </a:pPr>
            <a:r>
              <a:rPr sz="1224" b="1">
                <a:solidFill>
                  <a:schemeClr val="dk1"/>
                </a:solidFill>
              </a:rPr>
              <a:t/>
            </a:r>
          </a:p>
        </p:txBody>
      </p:sp>
      <p:sp>
        <p:nvSpPr>
          <p:cNvPr id="2047" name="sanitized-shape-1506">
            <a:extLst xmlns:a="http://schemas.openxmlformats.org/drawingml/2006/main">
              <a:ext uri="{FF2B5EF4-FFF2-40B4-BE49-F238E27FC236}">
                <a16:creationId xmlns:a16="http://schemas.microsoft.com/office/drawing/2014/main" id="{022755CE-1914-47B0-8E6C-61A3441E0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6734" y="1199074"/>
            <a:ext cx="806100" cy="37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3250" tIns="93250" rIns="93250" bIns="93250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428"/>
              </a:spcBef>
              <a:spcAft>
                <a:spcPts val="408"/>
              </a:spcAft>
              <a:buNone/>
            </a:pPr>
            <a:r>
              <a:rPr sz="1224" b="1">
                <a:solidFill>
                  <a:schemeClr val="dk1"/>
                </a:solidFill>
              </a:rPr>
              <a:t/>
            </a:r>
          </a:p>
        </p:txBody>
      </p:sp>
      <p:sp>
        <p:nvSpPr>
          <p:cNvPr id="2048" name="sanitized-shape-1507">
            <a:extLst xmlns:a="http://schemas.openxmlformats.org/drawingml/2006/main">
              <a:ext uri="{FF2B5EF4-FFF2-40B4-BE49-F238E27FC236}">
                <a16:creationId xmlns:a16="http://schemas.microsoft.com/office/drawing/2014/main" id="{4E4AD5A1-7BDE-4317-8C01-5FC4B2C98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6079" y="1190675"/>
            <a:ext cx="983100" cy="37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3250" tIns="93250" rIns="93250" bIns="93250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428"/>
              </a:spcBef>
              <a:spcAft>
                <a:spcPts val="408"/>
              </a:spcAft>
              <a:buNone/>
            </a:pPr>
            <a:r>
              <a:rPr sz="1224" b="1">
                <a:solidFill>
                  <a:schemeClr val="dk1"/>
                </a:solidFill>
              </a:rPr>
              <a:t/>
            </a:r>
          </a:p>
        </p:txBody>
      </p:sp>
      <p:sp>
        <p:nvSpPr>
          <p:cNvPr id="2049" name="sanitized-shape-1508">
            <a:extLst xmlns:a="http://schemas.openxmlformats.org/drawingml/2006/main">
              <a:ext uri="{FF2B5EF4-FFF2-40B4-BE49-F238E27FC236}">
                <a16:creationId xmlns:a16="http://schemas.microsoft.com/office/drawing/2014/main" id="{251189CD-B8DF-4475-9EF6-271CF705F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0689" y="1191275"/>
            <a:ext cx="983100" cy="37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3250" tIns="93250" rIns="93250" bIns="93250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428"/>
              </a:spcBef>
              <a:spcAft>
                <a:spcPts val="408"/>
              </a:spcAft>
              <a:buNone/>
            </a:pPr>
            <a:r>
              <a:rPr sz="1224" b="1">
                <a:solidFill>
                  <a:schemeClr val="dk1"/>
                </a:solidFill>
              </a:rPr>
              <a:t/>
            </a:r>
          </a:p>
        </p:txBody>
      </p:sp>
      <p:sp>
        <p:nvSpPr>
          <p:cNvPr id="2050" name="sanitized-shape-1509">
            <a:extLst xmlns:a="http://schemas.openxmlformats.org/drawingml/2006/main">
              <a:ext uri="{FF2B5EF4-FFF2-40B4-BE49-F238E27FC236}">
                <a16:creationId xmlns:a16="http://schemas.microsoft.com/office/drawing/2014/main" id="{F77EBD99-92DC-40FB-8BD8-F8AFE1AAF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0999" y="2285775"/>
            <a:ext cx="1695300" cy="2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D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3250" tIns="93250" rIns="93250" bIns="9325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1428"/>
              </a:spcBef>
              <a:spcAft>
                <a:spcPts val="408"/>
              </a:spcAft>
              <a:buNone/>
            </a:pPr>
            <a:r>
              <a:rPr sz="1224" b="1">
                <a:solidFill>
                  <a:schemeClr val="dk1"/>
                </a:solidFill>
              </a:rPr>
              <a:t/>
            </a:r>
          </a:p>
        </p:txBody>
      </p:sp>
      <p:sp>
        <p:nvSpPr>
          <p:cNvPr id="2051" name="sanitized-shape-1510">
            <a:extLst xmlns:a="http://schemas.openxmlformats.org/drawingml/2006/main">
              <a:ext uri="{FF2B5EF4-FFF2-40B4-BE49-F238E27FC236}">
                <a16:creationId xmlns:a16="http://schemas.microsoft.com/office/drawing/2014/main" id="{BF0822FE-7CE2-459A-B342-9C8FD7ECB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0999" y="2588550"/>
            <a:ext cx="1695300" cy="93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3250" tIns="93250" rIns="93250" bIns="93250" anchor="t">
            <a:noAutofit/>
          </a:bodyPr>
          <a:lstStyle xmlns:a="http://schemas.openxmlformats.org/drawingml/2006/main"/>
          <a:p xmlns:a="http://schemas.openxmlformats.org/drawingml/2006/main">
            <a:pPr marL="457200" lvl="0" indent="-2921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sz="1124">
                <a:solidFill>
                  <a:schemeClr val="dk1"/>
                </a:solidFill>
              </a:rPr>
              <a:t/>
            </a:r>
          </a:p>
        </p:txBody>
      </p:sp>
      <p:sp>
        <p:nvSpPr>
          <p:cNvPr id="2052" name="sanitized-shape-1511">
            <a:extLst xmlns:a="http://schemas.openxmlformats.org/drawingml/2006/main">
              <a:ext uri="{FF2B5EF4-FFF2-40B4-BE49-F238E27FC236}">
                <a16:creationId xmlns:a16="http://schemas.microsoft.com/office/drawing/2014/main" id="{4B94627E-3846-45D9-9640-EBC05AEA9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3436" y="2285775"/>
            <a:ext cx="1996800" cy="2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D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3250" tIns="93250" rIns="93250" bIns="9325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1428"/>
              </a:spcBef>
              <a:spcAft>
                <a:spcPts val="408"/>
              </a:spcAft>
              <a:buNone/>
            </a:pPr>
            <a:r>
              <a:rPr sz="1224" b="1">
                <a:solidFill>
                  <a:schemeClr val="dk1"/>
                </a:solidFill>
              </a:rPr>
              <a:t/>
            </a:r>
          </a:p>
        </p:txBody>
      </p:sp>
      <p:sp>
        <p:nvSpPr>
          <p:cNvPr id="2053" name="sanitized-shape-1512">
            <a:extLst xmlns:a="http://schemas.openxmlformats.org/drawingml/2006/main">
              <a:ext uri="{FF2B5EF4-FFF2-40B4-BE49-F238E27FC236}">
                <a16:creationId xmlns:a16="http://schemas.microsoft.com/office/drawing/2014/main" id="{83107982-CBCE-4DCC-A07D-D6575AF3D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4060" y="2588550"/>
            <a:ext cx="1996800" cy="93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3250" tIns="93250" rIns="93250" bIns="93250" anchor="t">
            <a:noAutofit/>
          </a:bodyPr>
          <a:lstStyle xmlns:a="http://schemas.openxmlformats.org/drawingml/2006/main"/>
          <a:p xmlns:a="http://schemas.openxmlformats.org/drawingml/2006/main">
            <a:pPr marL="457200" lvl="0" indent="-2921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sz="1124">
                <a:solidFill>
                  <a:schemeClr val="dk1"/>
                </a:solidFill>
              </a:rPr>
              <a:t/>
            </a:r>
          </a:p>
        </p:txBody>
      </p:sp>
      <p:sp>
        <p:nvSpPr>
          <p:cNvPr id="2054" name="sanitized-shape-1513">
            <a:extLst xmlns:a="http://schemas.openxmlformats.org/drawingml/2006/main">
              <a:ext uri="{FF2B5EF4-FFF2-40B4-BE49-F238E27FC236}">
                <a16:creationId xmlns:a16="http://schemas.microsoft.com/office/drawing/2014/main" id="{BC5D8C36-2841-4928-A15F-928ACF020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3092" y="2938725"/>
            <a:ext cx="1869000" cy="2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D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3250" tIns="93250" rIns="93250" bIns="9325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1428"/>
              </a:spcBef>
              <a:spcAft>
                <a:spcPts val="408"/>
              </a:spcAft>
              <a:buNone/>
            </a:pPr>
            <a:r>
              <a:rPr sz="1224" b="1">
                <a:solidFill>
                  <a:schemeClr val="dk1"/>
                </a:solidFill>
              </a:rPr>
              <a:t/>
            </a:r>
          </a:p>
        </p:txBody>
      </p:sp>
      <p:sp>
        <p:nvSpPr>
          <p:cNvPr id="2055" name="sanitized-shape-1514">
            <a:extLst xmlns:a="http://schemas.openxmlformats.org/drawingml/2006/main">
              <a:ext uri="{FF2B5EF4-FFF2-40B4-BE49-F238E27FC236}">
                <a16:creationId xmlns:a16="http://schemas.microsoft.com/office/drawing/2014/main" id="{AFA87133-FBB9-4A14-ACF3-0D10E3591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3092" y="3278350"/>
            <a:ext cx="1869000" cy="108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3250" tIns="93250" rIns="93250" bIns="93250" anchor="t">
            <a:noAutofit/>
          </a:bodyPr>
          <a:lstStyle xmlns:a="http://schemas.openxmlformats.org/drawingml/2006/main"/>
          <a:p xmlns:a="http://schemas.openxmlformats.org/drawingml/2006/main">
            <a:pPr marL="457200" lvl="0" indent="-299980" algn="l">
              <a:lnSpc>
                <a:spcPct val="115000"/>
              </a:lnSpc>
              <a:spcBef>
                <a:spcPts val="1428"/>
              </a:spcBef>
              <a:spcAft>
                <a:spcPts val="0"/>
              </a:spcAft>
              <a:buClr>
                <a:schemeClr val="dk1"/>
              </a:buClr>
              <a:buSzPts val="1124"/>
              <a:buChar char="●"/>
            </a:pPr>
            <a:r>
              <a:rPr sz="1124">
                <a:solidFill>
                  <a:schemeClr val="dk1"/>
                </a:solidFill>
              </a:rPr>
              <a:t/>
            </a:r>
          </a:p>
        </p:txBody>
      </p:sp>
      <p:sp>
        <p:nvSpPr>
          <p:cNvPr id="2056" name="sanitized-shape-1515">
            <a:extLst xmlns:a="http://schemas.openxmlformats.org/drawingml/2006/main">
              <a:ext uri="{FF2B5EF4-FFF2-40B4-BE49-F238E27FC236}">
                <a16:creationId xmlns:a16="http://schemas.microsoft.com/office/drawing/2014/main" id="{4CC852B0-901D-4EE2-969E-7BA6B9C98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957" y="1470275"/>
            <a:ext cx="1869000" cy="9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966"/>
          </a:solidFill>
          <a:ln xmlns:a="http://schemas.openxmlformats.org/drawingml/2006/main" w="9725" cmpd="sng">
            <a:solidFill>
              <a:srgbClr val="FFD966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3250" tIns="93250" rIns="93250" bIns="9325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cxnSp>
        <p:nvCxnSpPr>
          <p:cNvPr id="2187" name="sanitized-shape-1516"/>
          <p:cNvCxnSpPr/>
          <p:nvPr/>
        </p:nvCxnSpPr>
        <p:spPr>
          <a:xfrm xmlns:a="http://schemas.openxmlformats.org/drawingml/2006/main">
            <a:off x="384054" y="4417650"/>
            <a:ext cx="11670900" cy="351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595959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2058" name="sanitized-shape-1517">
            <a:extLst xmlns:a="http://schemas.openxmlformats.org/drawingml/2006/main">
              <a:ext uri="{FF2B5EF4-FFF2-40B4-BE49-F238E27FC236}">
                <a16:creationId xmlns:a16="http://schemas.microsoft.com/office/drawing/2014/main" id="{EE25DE88-5F6F-4842-89DF-1EB216128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0374" y="4480956"/>
            <a:ext cx="1695300" cy="99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E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3250" tIns="93250" rIns="93250" bIns="9325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428"/>
              </a:spcBef>
              <a:spcAft>
                <a:spcPts val="408"/>
              </a:spcAft>
              <a:buNone/>
            </a:pPr>
            <a:r>
              <a:rPr sz="1124" b="1">
                <a:solidFill>
                  <a:schemeClr val="dk1"/>
                </a:solidFill>
              </a:rPr>
              <a:t/>
            </a:r>
          </a:p>
        </p:txBody>
      </p:sp>
      <p:sp>
        <p:nvSpPr>
          <p:cNvPr id="2059" name="sanitized-shape-1518">
            <a:extLst xmlns:a="http://schemas.openxmlformats.org/drawingml/2006/main">
              <a:ext uri="{FF2B5EF4-FFF2-40B4-BE49-F238E27FC236}">
                <a16:creationId xmlns:a16="http://schemas.microsoft.com/office/drawing/2014/main" id="{47EB3EAB-2D62-443E-8B58-53CE3F7E8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3436" y="4480925"/>
            <a:ext cx="2121000" cy="99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E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3250" tIns="93250" rIns="93250" bIns="93250" anchor="ctr">
            <a:noAutofit/>
          </a:bodyPr>
          <a:lstStyle xmlns:a="http://schemas.openxmlformats.org/drawingml/2006/main"/>
          <a:p xmlns:a="http://schemas.openxmlformats.org/drawingml/2006/main">
            <a:pPr marL="457200" lvl="0" indent="-29998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24"/>
              <a:buAutoNum type="arabicPeriod"/>
            </a:pPr>
            <a:r>
              <a:rPr sz="1124" b="1">
                <a:solidFill>
                  <a:schemeClr val="dk1"/>
                </a:solidFill>
              </a:rPr>
              <a:t/>
            </a:r>
          </a:p>
        </p:txBody>
      </p:sp>
      <p:sp>
        <p:nvSpPr>
          <p:cNvPr id="2060" name="sanitized-shape-1519">
            <a:extLst xmlns:a="http://schemas.openxmlformats.org/drawingml/2006/main">
              <a:ext uri="{FF2B5EF4-FFF2-40B4-BE49-F238E27FC236}">
                <a16:creationId xmlns:a16="http://schemas.microsoft.com/office/drawing/2014/main" id="{7343B64C-C0A8-4109-A384-58CB4749C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2390" y="4500225"/>
            <a:ext cx="1656000" cy="99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E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3250" tIns="93250" rIns="93250" bIns="9325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sz="1124" b="1">
                <a:solidFill>
                  <a:schemeClr val="dk1"/>
                </a:solidFill>
              </a:rPr>
              <a:t/>
            </a:r>
          </a:p>
        </p:txBody>
      </p:sp>
      <p:sp>
        <p:nvSpPr>
          <p:cNvPr id="2061" name="sanitized-shape-1520">
            <a:extLst xmlns:a="http://schemas.openxmlformats.org/drawingml/2006/main">
              <a:ext uri="{FF2B5EF4-FFF2-40B4-BE49-F238E27FC236}">
                <a16:creationId xmlns:a16="http://schemas.microsoft.com/office/drawing/2014/main" id="{EE4FF5AA-1AEF-40E4-A7D3-87C42C630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5592" y="4500229"/>
            <a:ext cx="2196900" cy="99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E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3250" tIns="93250" rIns="93250" bIns="93250" anchor="ctr">
            <a:noAutofit/>
          </a:bodyPr>
          <a:lstStyle xmlns:a="http://schemas.openxmlformats.org/drawingml/2006/main"/>
          <a:p xmlns:a="http://schemas.openxmlformats.org/drawingml/2006/main">
            <a:pPr marL="457200" lvl="0" indent="-29998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24"/>
              <a:buAutoNum type="arabicPeriod"/>
            </a:pPr>
            <a:r>
              <a:rPr sz="1124" b="1">
                <a:solidFill>
                  <a:schemeClr val="dk1"/>
                </a:solidFill>
              </a:rPr>
              <a:t/>
            </a:r>
          </a:p>
        </p:txBody>
      </p:sp>
      <p:sp>
        <p:nvSpPr>
          <p:cNvPr id="2062" name="sanitized-shape-1521">
            <a:extLst xmlns:a="http://schemas.openxmlformats.org/drawingml/2006/main">
              <a:ext uri="{FF2B5EF4-FFF2-40B4-BE49-F238E27FC236}">
                <a16:creationId xmlns:a16="http://schemas.microsoft.com/office/drawing/2014/main" id="{F1168422-30DA-4646-A2D6-EC5726385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233" y="5616150"/>
            <a:ext cx="1299900" cy="82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CEF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3250" tIns="93250" rIns="93250" bIns="9325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428"/>
              </a:spcBef>
              <a:spcAft>
                <a:spcPts val="408"/>
              </a:spcAft>
              <a:buNone/>
            </a:pPr>
            <a:r>
              <a:rPr sz="1124" b="1">
                <a:solidFill>
                  <a:schemeClr val="dk1"/>
                </a:solidFill>
              </a:rPr>
              <a:t/>
            </a:r>
          </a:p>
        </p:txBody>
      </p:sp>
      <p:sp>
        <p:nvSpPr>
          <p:cNvPr id="2063" name="sanitized-shape-1522">
            <a:extLst xmlns:a="http://schemas.openxmlformats.org/drawingml/2006/main">
              <a:ext uri="{FF2B5EF4-FFF2-40B4-BE49-F238E27FC236}">
                <a16:creationId xmlns:a16="http://schemas.microsoft.com/office/drawing/2014/main" id="{5E8726DF-74E3-47B8-B900-9D14A2F61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1000" y="5616100"/>
            <a:ext cx="1695300" cy="82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CEF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3250" tIns="93250" rIns="93250" bIns="9325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428"/>
              </a:spcBef>
              <a:spcAft>
                <a:spcPts val="408"/>
              </a:spcAft>
              <a:buNone/>
            </a:pPr>
            <a:r>
              <a:rPr sz="1124" b="1">
                <a:solidFill>
                  <a:schemeClr val="dk1"/>
                </a:solidFill>
              </a:rPr>
              <a:t/>
            </a:r>
          </a:p>
        </p:txBody>
      </p:sp>
      <p:cxnSp>
        <p:nvCxnSpPr>
          <p:cNvPr id="2194" name="sanitized-shape-1523"/>
          <p:cNvCxnSpPr/>
          <p:nvPr/>
        </p:nvCxnSpPr>
        <p:spPr>
          <a:xfrm xmlns:a="http://schemas.openxmlformats.org/drawingml/2006/main">
            <a:off x="372957" y="5514432"/>
            <a:ext cx="11693100" cy="66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595959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2065" name="sanitized-shape-1524">
            <a:extLst xmlns:a="http://schemas.openxmlformats.org/drawingml/2006/main">
              <a:ext uri="{FF2B5EF4-FFF2-40B4-BE49-F238E27FC236}">
                <a16:creationId xmlns:a16="http://schemas.microsoft.com/office/drawing/2014/main" id="{E6C28321-C8A4-44CA-B687-B50F78D02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8649" y="5616150"/>
            <a:ext cx="2851800" cy="82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CEF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3250" tIns="93250" rIns="93250" bIns="93250" anchor="ctr">
            <a:noAutofit/>
          </a:bodyPr>
          <a:lstStyle xmlns:a="http://schemas.openxmlformats.org/drawingml/2006/main"/>
          <a:p xmlns:a="http://schemas.openxmlformats.org/drawingml/2006/main">
            <a:pPr marL="457200" lvl="0" indent="-29998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24"/>
              <a:buAutoNum type="arabicPeriod"/>
            </a:pPr>
            <a:r>
              <a:rPr sz="1124" b="1">
                <a:solidFill>
                  <a:schemeClr val="dk1"/>
                </a:solidFill>
              </a:rPr>
              <a:t/>
            </a:r>
          </a:p>
        </p:txBody>
      </p:sp>
      <p:sp>
        <p:nvSpPr>
          <p:cNvPr id="2066" name="sanitized-shape-1525">
            <a:extLst xmlns:a="http://schemas.openxmlformats.org/drawingml/2006/main">
              <a:ext uri="{FF2B5EF4-FFF2-40B4-BE49-F238E27FC236}">
                <a16:creationId xmlns:a16="http://schemas.microsoft.com/office/drawing/2014/main" id="{E0B9E099-2A26-4F22-9172-645EC5EB5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8276" y="5616150"/>
            <a:ext cx="2196900" cy="82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CEF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3250" tIns="93250" rIns="93250" bIns="93250" anchor="ctr">
            <a:noAutofit/>
          </a:bodyPr>
          <a:lstStyle xmlns:a="http://schemas.openxmlformats.org/drawingml/2006/main"/>
          <a:p xmlns:a="http://schemas.openxmlformats.org/drawingml/2006/main">
            <a:pPr marL="457200" lvl="0" indent="-29998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24"/>
              <a:buAutoNum type="arabicPeriod"/>
            </a:pPr>
            <a:r>
              <a:rPr sz="1124" b="1">
                <a:solidFill>
                  <a:schemeClr val="dk1"/>
                </a:solidFill>
              </a:rPr>
              <a:t/>
            </a:r>
          </a:p>
        </p:txBody>
      </p:sp>
      <p:sp>
        <p:nvSpPr>
          <p:cNvPr id="2067" name="sanitized-shape-1526">
            <a:extLst xmlns:a="http://schemas.openxmlformats.org/drawingml/2006/main">
              <a:ext uri="{FF2B5EF4-FFF2-40B4-BE49-F238E27FC236}">
                <a16:creationId xmlns:a16="http://schemas.microsoft.com/office/drawing/2014/main" id="{F032F1AE-1473-4B18-83BA-DE72DCC47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957" y="4480913"/>
            <a:ext cx="434100" cy="2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DF"/>
          </a:solidFill>
          <a:ln xmlns:a="http://schemas.openxmlformats.org/drawingml/2006/main" w="9525" cmpd="sng">
            <a:solidFill>
              <a:srgbClr val="000000"/>
            </a:solidFill>
            <a:prstDash val="dash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3250" tIns="93250" rIns="93250" bIns="9325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1428"/>
              </a:spcBef>
              <a:spcAft>
                <a:spcPts val="408"/>
              </a:spcAft>
              <a:buNone/>
            </a:pPr>
            <a:r>
              <a:rPr sz="1124" b="1">
                <a:solidFill>
                  <a:schemeClr val="dk1"/>
                </a:solidFill>
              </a:rPr>
              <a:t/>
            </a:r>
          </a:p>
        </p:txBody>
      </p:sp>
      <p:sp>
        <p:nvSpPr>
          <p:cNvPr id="2068" name="sanitized-shape-1527">
            <a:extLst xmlns:a="http://schemas.openxmlformats.org/drawingml/2006/main">
              <a:ext uri="{FF2B5EF4-FFF2-40B4-BE49-F238E27FC236}">
                <a16:creationId xmlns:a16="http://schemas.microsoft.com/office/drawing/2014/main" id="{9D25B69A-6DFD-440A-9D7F-B39640FA9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957" y="5616150"/>
            <a:ext cx="434100" cy="2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DF"/>
          </a:solidFill>
          <a:ln xmlns:a="http://schemas.openxmlformats.org/drawingml/2006/main" w="9525" cmpd="sng">
            <a:solidFill>
              <a:srgbClr val="000000"/>
            </a:solidFill>
            <a:prstDash val="dash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3250" tIns="93250" rIns="93250" bIns="9325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1428"/>
              </a:spcBef>
              <a:spcAft>
                <a:spcPts val="408"/>
              </a:spcAft>
              <a:buNone/>
            </a:pPr>
            <a:r>
              <a:rPr sz="1124" b="1">
                <a:solidFill>
                  <a:schemeClr val="dk1"/>
                </a:solidFill>
              </a:rPr>
              <a:t/>
            </a:r>
          </a:p>
        </p:txBody>
      </p:sp>
      <p:cxnSp>
        <p:nvCxnSpPr>
          <p:cNvPr id="2199" name="sanitized-shape-1528"/>
          <p:cNvCxnSpPr/>
          <p:nvPr/>
        </p:nvCxnSpPr>
        <p:spPr>
          <a:xfrm xmlns:a="http://schemas.openxmlformats.org/drawingml/2006/main">
            <a:off x="3042789" y="1503738"/>
            <a:ext cx="14100" cy="82260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rgbClr val="888888"/>
            </a:solidFill>
            <a:prstDash val="dash"/>
            <a:round/>
            <a:headEnd type="oval" w="med" len="med"/>
            <a:tailEnd type="oval" w="med" len="med"/>
          </a:ln>
        </p:spPr>
      </p:cxnSp>
      <p:cxnSp>
        <p:nvCxnSpPr>
          <p:cNvPr id="2200" name="sanitized-shape-1529"/>
          <p:cNvCxnSpPr/>
          <p:nvPr/>
        </p:nvCxnSpPr>
        <p:spPr>
          <a:xfrm xmlns:a="http://schemas.openxmlformats.org/drawingml/2006/main">
            <a:off x="4883740" y="1503738"/>
            <a:ext cx="14100" cy="82260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rgbClr val="888888"/>
            </a:solidFill>
            <a:prstDash val="dash"/>
            <a:round/>
            <a:headEnd type="oval" w="med" len="med"/>
            <a:tailEnd type="oval" w="med" len="med"/>
          </a:ln>
        </p:spPr>
      </p:cxnSp>
      <p:cxnSp>
        <p:nvCxnSpPr>
          <p:cNvPr id="2201" name="sanitized-shape-1530"/>
          <p:cNvCxnSpPr/>
          <p:nvPr/>
        </p:nvCxnSpPr>
        <p:spPr>
          <a:xfrm xmlns:a="http://schemas.openxmlformats.org/drawingml/2006/main">
            <a:off x="6787114" y="1501513"/>
            <a:ext cx="14100" cy="82260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rgbClr val="888888"/>
            </a:solidFill>
            <a:prstDash val="dash"/>
            <a:round/>
            <a:headEnd type="oval" w="med" len="med"/>
            <a:tailEnd type="oval" w="med" len="med"/>
          </a:ln>
        </p:spPr>
      </p:cxnSp>
      <p:cxnSp>
        <p:nvCxnSpPr>
          <p:cNvPr id="2202" name="sanitized-shape-1531"/>
          <p:cNvCxnSpPr/>
          <p:nvPr/>
        </p:nvCxnSpPr>
        <p:spPr>
          <a:xfrm xmlns:a="http://schemas.openxmlformats.org/drawingml/2006/main">
            <a:off x="8970428" y="1554413"/>
            <a:ext cx="10800" cy="137130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rgbClr val="888888"/>
            </a:solidFill>
            <a:prstDash val="dash"/>
            <a:round/>
            <a:headEnd type="oval" w="med" len="med"/>
            <a:tailEnd type="oval" w="med" len="med"/>
          </a:ln>
        </p:spPr>
      </p:cxnSp>
      <p:cxnSp>
        <p:nvCxnSpPr>
          <p:cNvPr id="2203" name="sanitized-shape-1532"/>
          <p:cNvCxnSpPr>
            <a:stCxn xmlns:a="http://schemas.openxmlformats.org/drawingml/2006/main" id="2048" idx="2"/>
            <a:endCxn xmlns:a="http://schemas.openxmlformats.org/drawingml/2006/main" id="2054" idx="0"/>
          </p:cNvCxnSpPr>
          <p:nvPr/>
        </p:nvCxnSpPr>
        <p:spPr>
          <a:xfrm xmlns:a="http://schemas.openxmlformats.org/drawingml/2006/main">
            <a:off x="11057629" y="1567475"/>
            <a:ext cx="0" cy="137130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rgbClr val="888888"/>
            </a:solidFill>
            <a:prstDash val="dash"/>
            <a:round/>
            <a:headEnd type="oval" w="med" len="med"/>
            <a:tailEnd type="oval" w="med" len="med"/>
          </a:ln>
        </p:spPr>
      </p:cxnSp>
      <p:sp>
        <p:nvSpPr>
          <p:cNvPr id="2074" name="sanitized-shape-1533">
            <a:extLst xmlns:a="http://schemas.openxmlformats.org/drawingml/2006/main">
              <a:ext uri="{FF2B5EF4-FFF2-40B4-BE49-F238E27FC236}">
                <a16:creationId xmlns:a16="http://schemas.microsoft.com/office/drawing/2014/main" id="{058CB73D-DDF4-45B8-90BB-78DE65B82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5741" y="3483138"/>
            <a:ext cx="2066400" cy="2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1">
                <a:solidFill>
                  <a:srgbClr val="0000FF"/>
                </a:solidFill>
              </a:rPr>
              <a:t/>
            </a:r>
          </a:p>
        </p:txBody>
      </p:sp>
      <p:sp>
        <p:nvSpPr>
          <p:cNvPr id="2075" name="sanitized-shape-1534">
            <a:extLst xmlns:a="http://schemas.openxmlformats.org/drawingml/2006/main">
              <a:ext uri="{FF2B5EF4-FFF2-40B4-BE49-F238E27FC236}">
                <a16:creationId xmlns:a16="http://schemas.microsoft.com/office/drawing/2014/main" id="{BDEEB73A-F99A-4803-822C-C1E05D074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8669" y="3483138"/>
            <a:ext cx="2066400" cy="2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1">
                <a:solidFill>
                  <a:srgbClr val="0000FF"/>
                </a:solidFill>
              </a:rPr>
              <a:t/>
            </a:r>
          </a:p>
        </p:txBody>
      </p:sp>
      <p:sp>
        <p:nvSpPr>
          <p:cNvPr id="2076" name="sanitized-shape-1535">
            <a:extLst xmlns:a="http://schemas.openxmlformats.org/drawingml/2006/main">
              <a:ext uri="{FF2B5EF4-FFF2-40B4-BE49-F238E27FC236}">
                <a16:creationId xmlns:a16="http://schemas.microsoft.com/office/drawing/2014/main" id="{30BA5223-B97D-43EB-8BA2-4211988D8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107" y="5596825"/>
            <a:ext cx="1830900" cy="82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CEF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3250" tIns="93250" rIns="93250" bIns="9325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sz="1124" b="1">
                <a:solidFill>
                  <a:schemeClr val="dk1"/>
                </a:solidFill>
              </a:rPr>
              <a:t/>
            </a:r>
          </a:p>
        </p:txBody>
      </p:sp>
      <p:sp>
        <p:nvSpPr>
          <p:cNvPr id="2077" name="sanitized-shape-1536">
            <a:extLst xmlns:a="http://schemas.openxmlformats.org/drawingml/2006/main">
              <a:ext uri="{FF2B5EF4-FFF2-40B4-BE49-F238E27FC236}">
                <a16:creationId xmlns:a16="http://schemas.microsoft.com/office/drawing/2014/main" id="{9852D519-B7A8-4DA4-9BBC-BAE3D3408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9491" y="6474175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rPr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/>
            </a:fld>
          </a:p>
        </p:txBody>
      </p:sp>
    </p:spTree>
    <p:extLst>
      <p:ext uri="{BB962C8B-B14F-4D97-AF65-F5344CB8AC3E}">
        <p14:creationId xmlns:p14="http://schemas.microsoft.com/office/powerpoint/2010/main" val="8047642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83" name="sanitized-shape-1537">
            <a:extLst xmlns:a="http://schemas.openxmlformats.org/drawingml/2006/main">
              <a:ext uri="{FF2B5EF4-FFF2-40B4-BE49-F238E27FC236}">
                <a16:creationId xmlns:a16="http://schemas.microsoft.com/office/drawing/2014/main" id="{3BF233BF-18B0-483A-B130-F9C3B7EBE2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675" y="259150"/>
            <a:ext cx="11056800" cy="450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68550" tIns="68550" rIns="68550" bIns="6855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rgbClr val="EE4D2D"/>
                </a:solidFill>
              </a:rPr>
              <a:t/>
            </a:r>
          </a:p>
        </p:txBody>
      </p:sp>
      <p:graphicFrame>
        <p:nvGraphicFramePr>
          <p:cNvPr id="2088" name="sanitized-table-2"/>
          <p:cNvGraphicFramePr/>
          <p:nvPr/>
        </p:nvGraphicFramePr>
        <p:xfrm>
          <a:off xmlns:a="http://schemas.openxmlformats.org/drawingml/2006/main" x="710672" y="811625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{CDD7BB8A-1EDB-4F6B-BC6B-4E1E84436C22}</a:tableStyleId>
              </a:tblPr>
              <a:tblGrid>
                <a:gridCol w="1041675"/>
                <a:gridCol w="1679950"/>
                <a:gridCol w="1791950"/>
                <a:gridCol w="1787625"/>
                <a:gridCol w="1440825"/>
                <a:gridCol w="1321775"/>
                <a:gridCol w="1703775"/>
              </a:tblGrid>
              <a:tr h="123825">
                <a:tc gridSpan="4"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chemeClr val="dk1"/>
                      </a:solidFill>
                      <a:prstDash val="solid"/>
                    </a:lnL>
                    <a:lnR w="9525" cmpd="sng">
                      <a:solidFill>
                        <a:schemeClr val="dk1"/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ED4D2D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sz="100"/>
                        <a:t/>
                      </a: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r>
                        <a:rPr sz="100"/>
                        <a:t/>
                      </a: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r>
                        <a:rPr sz="100"/>
                        <a:t/>
                      </a:r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chemeClr val="dk1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D4D2D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D4D2D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D4D2D"/>
                    </a:solidFill>
                  </a:tcPr>
                </a:tc>
              </a:tr>
              <a:tr h="123825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D4D2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D4D2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D4D2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D4D2D"/>
                    </a:solidFill>
                  </a:tcPr>
                </a:tc>
                <a:tc vMerge="1">
                  <a:txBody>
                    <a:bodyPr/>
                    <a:lstStyle/>
                    <a:p>
                      <a:r>
                        <a:rPr sz="100"/>
                        <a:t/>
                      </a:r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r>
                        <a:rPr sz="100"/>
                        <a:t/>
                      </a:r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r>
                        <a:rPr sz="100"/>
                        <a:t/>
                      </a:r>
                    </a:p>
                  </a:txBody>
                  <a:tcPr marL="0" marR="0" marT="0" marB="0"/>
                </a:tc>
              </a:tr>
              <a:tr h="123825">
                <a:tc rowSpan="25"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/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4"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/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/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/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/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"/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dash"/>
                    </a:lnB>
                  </a:tcPr>
                </a:tc>
              </a:tr>
              <a:tr h="123825">
                <a:tc vMerge="1">
                  <a:txBody>
                    <a:bodyPr/>
                    <a:lstStyle/>
                    <a:p>
                      <a:r>
                        <a:rPr sz="100"/>
                        <a:t/>
                      </a:r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r>
                        <a:rPr sz="100"/>
                        <a:t/>
                      </a:r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r>
                        <a:rPr sz="100"/>
                        <a:t/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/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dash"/>
                    </a:lnT>
                    <a:lnB w="9525" cmpd="sng">
                      <a:solidFill>
                        <a:srgbClr val="000000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/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dash"/>
                    </a:lnT>
                    <a:lnB w="9525" cmpd="sng">
                      <a:solidFill>
                        <a:srgbClr val="000000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"/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dash"/>
                    </a:lnT>
                    <a:lnB w="9525" cmpd="sng">
                      <a:solidFill>
                        <a:srgbClr val="000000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dash"/>
                    </a:lnT>
                    <a:lnB w="9525" cmpd="sng">
                      <a:solidFill>
                        <a:srgbClr val="000000"/>
                      </a:solidFill>
                      <a:prstDash val="dash"/>
                    </a:lnB>
                  </a:tcPr>
                </a:tc>
              </a:tr>
              <a:tr h="123825">
                <a:tc vMerge="1">
                  <a:txBody>
                    <a:bodyPr/>
                    <a:lstStyle/>
                    <a:p>
                      <a:r>
                        <a:rPr sz="100"/>
                        <a:t/>
                      </a:r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r>
                        <a:rPr sz="100"/>
                        <a:t/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/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dash"/>
                    </a:lnT>
                    <a:lnB w="9525" cmpd="sng">
                      <a:solidFill>
                        <a:srgbClr val="000000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/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dash"/>
                    </a:lnT>
                    <a:lnB w="9525" cmpd="sng">
                      <a:solidFill>
                        <a:srgbClr val="000000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/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dash"/>
                    </a:lnT>
                    <a:lnB w="9525" cmpd="sng">
                      <a:solidFill>
                        <a:srgbClr val="000000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"/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dash"/>
                    </a:lnT>
                    <a:lnB w="9525" cmpd="sng">
                      <a:solidFill>
                        <a:srgbClr val="000000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dash"/>
                    </a:lnT>
                    <a:lnB w="9525" cmpd="sng">
                      <a:solidFill>
                        <a:srgbClr val="000000"/>
                      </a:solidFill>
                      <a:prstDash val="dash"/>
                    </a:lnB>
                  </a:tcPr>
                </a:tc>
              </a:tr>
              <a:tr h="123825">
                <a:tc vMerge="1">
                  <a:txBody>
                    <a:bodyPr/>
                    <a:lstStyle/>
                    <a:p>
                      <a:r>
                        <a:rPr sz="100"/>
                        <a:t/>
                      </a:r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r>
                        <a:rPr sz="100"/>
                        <a:t/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/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dash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/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dash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/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dash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"/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dash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dash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3825">
                <a:tc vMerge="1">
                  <a:txBody>
                    <a:bodyPr/>
                    <a:lstStyle/>
                    <a:p>
                      <a:r>
                        <a:rPr sz="100"/>
                        <a:t/>
                      </a:r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/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/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999999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/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999999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/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999999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"/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999999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999999"/>
                      </a:solidFill>
                      <a:prstDash val="dash"/>
                    </a:lnB>
                  </a:tcPr>
                </a:tc>
              </a:tr>
              <a:tr h="123825">
                <a:tc vMerge="1">
                  <a:txBody>
                    <a:bodyPr/>
                    <a:lstStyle/>
                    <a:p>
                      <a:r>
                        <a:rPr sz="100"/>
                        <a:t/>
                      </a:r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r>
                        <a:rPr sz="100"/>
                        <a:t/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/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999999"/>
                      </a:solidFill>
                      <a:prstDash val="dash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/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999999"/>
                      </a:solidFill>
                      <a:prstDash val="dash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/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999999"/>
                      </a:solidFill>
                      <a:prstDash val="dash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"/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999999"/>
                      </a:solidFill>
                      <a:prstDash val="dash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999999"/>
                      </a:solidFill>
                      <a:prstDash val="dash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3825">
                <a:tc vMerge="1">
                  <a:txBody>
                    <a:bodyPr/>
                    <a:lstStyle/>
                    <a:p>
                      <a:r>
                        <a:rPr sz="100"/>
                        <a:t/>
                      </a:r>
                    </a:p>
                  </a:txBody>
                  <a:tcPr marL="0" marR="0" marT="0" marB="0"/>
                </a:tc>
                <a:tc rowSpan="10"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/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8"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/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999999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/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/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"/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dash"/>
                    </a:lnB>
                  </a:tcPr>
                </a:tc>
              </a:tr>
              <a:tr h="123825">
                <a:tc vMerge="1">
                  <a:txBody>
                    <a:bodyPr/>
                    <a:lstStyle/>
                    <a:p>
                      <a:r>
                        <a:rPr sz="100"/>
                        <a:t/>
                      </a:r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r>
                        <a:rPr sz="100"/>
                        <a:t/>
                      </a:r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r>
                        <a:rPr sz="100"/>
                        <a:t/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/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dash"/>
                    </a:lnT>
                    <a:lnB w="9525" cmpd="sng">
                      <a:solidFill>
                        <a:srgbClr val="000000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/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dash"/>
                    </a:lnT>
                    <a:lnB w="9525" cmpd="sng">
                      <a:solidFill>
                        <a:srgbClr val="000000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"/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dash"/>
                    </a:lnT>
                    <a:lnB w="9525" cmpd="sng">
                      <a:solidFill>
                        <a:srgbClr val="000000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dash"/>
                    </a:lnT>
                    <a:lnB w="9525" cmpd="sng">
                      <a:solidFill>
                        <a:srgbClr val="000000"/>
                      </a:solidFill>
                      <a:prstDash val="dash"/>
                    </a:lnB>
                  </a:tcPr>
                </a:tc>
              </a:tr>
              <a:tr h="123825">
                <a:tc vMerge="1">
                  <a:txBody>
                    <a:bodyPr/>
                    <a:lstStyle/>
                    <a:p>
                      <a:r>
                        <a:rPr sz="100"/>
                        <a:t/>
                      </a:r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r>
                        <a:rPr sz="100"/>
                        <a:t/>
                      </a:r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r>
                        <a:rPr sz="100"/>
                        <a:t/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/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dash"/>
                    </a:lnT>
                    <a:lnB w="9525" cmpd="sng">
                      <a:solidFill>
                        <a:srgbClr val="000000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/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dash"/>
                    </a:lnT>
                    <a:lnB w="9525" cmpd="sng">
                      <a:solidFill>
                        <a:srgbClr val="000000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"/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dash"/>
                    </a:lnT>
                    <a:lnB w="9525" cmpd="sng">
                      <a:solidFill>
                        <a:srgbClr val="000000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dash"/>
                    </a:lnT>
                    <a:lnB w="9525" cmpd="sng">
                      <a:solidFill>
                        <a:srgbClr val="000000"/>
                      </a:solidFill>
                      <a:prstDash val="dash"/>
                    </a:lnB>
                  </a:tcPr>
                </a:tc>
              </a:tr>
              <a:tr h="123825">
                <a:tc vMerge="1">
                  <a:txBody>
                    <a:bodyPr/>
                    <a:lstStyle/>
                    <a:p>
                      <a:r>
                        <a:rPr sz="100"/>
                        <a:t/>
                      </a:r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r>
                        <a:rPr sz="100"/>
                        <a:t/>
                      </a:r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r>
                        <a:rPr sz="100"/>
                        <a:t/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/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dash"/>
                    </a:lnT>
                    <a:lnB w="9525" cmpd="sng">
                      <a:solidFill>
                        <a:srgbClr val="000000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/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dash"/>
                    </a:lnT>
                    <a:lnB w="9525" cmpd="sng">
                      <a:solidFill>
                        <a:srgbClr val="000000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"/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dash"/>
                    </a:lnT>
                    <a:lnB w="9525" cmpd="sng">
                      <a:solidFill>
                        <a:srgbClr val="000000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dash"/>
                    </a:lnT>
                    <a:lnB w="9525" cmpd="sng">
                      <a:solidFill>
                        <a:srgbClr val="000000"/>
                      </a:solidFill>
                      <a:prstDash val="dash"/>
                    </a:lnB>
                  </a:tcPr>
                </a:tc>
              </a:tr>
              <a:tr h="123825">
                <a:tc vMerge="1">
                  <a:txBody>
                    <a:bodyPr/>
                    <a:lstStyle/>
                    <a:p>
                      <a:r>
                        <a:rPr sz="100"/>
                        <a:t/>
                      </a:r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r>
                        <a:rPr sz="100"/>
                        <a:t/>
                      </a:r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r>
                        <a:rPr sz="100"/>
                        <a:t/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/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dash"/>
                    </a:lnT>
                    <a:lnB w="9525" cmpd="sng">
                      <a:solidFill>
                        <a:srgbClr val="000000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/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dash"/>
                    </a:lnT>
                    <a:lnB w="9525" cmpd="sng">
                      <a:solidFill>
                        <a:srgbClr val="000000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"/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dash"/>
                    </a:lnT>
                    <a:lnB w="9525" cmpd="sng">
                      <a:solidFill>
                        <a:srgbClr val="000000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dash"/>
                    </a:lnT>
                    <a:lnB w="9525" cmpd="sng">
                      <a:solidFill>
                        <a:srgbClr val="000000"/>
                      </a:solidFill>
                      <a:prstDash val="dash"/>
                    </a:lnB>
                  </a:tcPr>
                </a:tc>
              </a:tr>
              <a:tr h="123825">
                <a:tc vMerge="1">
                  <a:txBody>
                    <a:bodyPr/>
                    <a:lstStyle/>
                    <a:p>
                      <a:r>
                        <a:rPr sz="100"/>
                        <a:t/>
                      </a:r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r>
                        <a:rPr sz="100"/>
                        <a:t/>
                      </a:r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r>
                        <a:rPr sz="100"/>
                        <a:t/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/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dash"/>
                    </a:lnT>
                    <a:lnB w="9525" cmpd="sng">
                      <a:solidFill>
                        <a:srgbClr val="000000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/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dash"/>
                    </a:lnT>
                    <a:lnB w="9525" cmpd="sng">
                      <a:solidFill>
                        <a:srgbClr val="000000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"/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dash"/>
                    </a:lnT>
                    <a:lnB w="9525" cmpd="sng">
                      <a:solidFill>
                        <a:srgbClr val="000000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dash"/>
                    </a:lnT>
                    <a:lnB w="9525" cmpd="sng">
                      <a:solidFill>
                        <a:srgbClr val="000000"/>
                      </a:solidFill>
                      <a:prstDash val="dash"/>
                    </a:lnB>
                  </a:tcPr>
                </a:tc>
              </a:tr>
              <a:tr h="123825">
                <a:tc vMerge="1">
                  <a:txBody>
                    <a:bodyPr/>
                    <a:lstStyle/>
                    <a:p>
                      <a:r>
                        <a:rPr sz="100"/>
                        <a:t/>
                      </a:r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r>
                        <a:rPr sz="100"/>
                        <a:t/>
                      </a:r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r>
                        <a:rPr sz="100"/>
                        <a:t/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/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dash"/>
                    </a:lnT>
                    <a:lnB w="9525" cmpd="sng">
                      <a:solidFill>
                        <a:srgbClr val="000000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/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dash"/>
                    </a:lnT>
                    <a:lnB w="9525" cmpd="sng">
                      <a:solidFill>
                        <a:srgbClr val="000000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"/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dash"/>
                    </a:lnT>
                    <a:lnB w="9525" cmpd="sng">
                      <a:solidFill>
                        <a:srgbClr val="000000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dash"/>
                    </a:lnT>
                    <a:lnB w="9525" cmpd="sng">
                      <a:solidFill>
                        <a:srgbClr val="000000"/>
                      </a:solidFill>
                      <a:prstDash val="dash"/>
                    </a:lnB>
                  </a:tcPr>
                </a:tc>
              </a:tr>
              <a:tr h="123825">
                <a:tc vMerge="1">
                  <a:txBody>
                    <a:bodyPr/>
                    <a:lstStyle/>
                    <a:p>
                      <a:r>
                        <a:rPr sz="100"/>
                        <a:t/>
                      </a:r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r>
                        <a:rPr sz="100"/>
                        <a:t/>
                      </a:r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r>
                        <a:rPr sz="100"/>
                        <a:t/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/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dash"/>
                    </a:lnT>
                    <a:lnB w="9525" cmpd="sng">
                      <a:solidFill>
                        <a:srgbClr val="000000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/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dash"/>
                    </a:lnT>
                    <a:lnB w="9525" cmpd="sng">
                      <a:solidFill>
                        <a:srgbClr val="000000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"/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dash"/>
                    </a:lnT>
                    <a:lnB w="9525" cmpd="sng">
                      <a:solidFill>
                        <a:srgbClr val="000000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dash"/>
                    </a:lnT>
                    <a:lnB w="9525" cmpd="sng">
                      <a:solidFill>
                        <a:srgbClr val="000000"/>
                      </a:solidFill>
                      <a:prstDash val="dash"/>
                    </a:lnB>
                  </a:tcPr>
                </a:tc>
              </a:tr>
              <a:tr h="123825">
                <a:tc vMerge="1">
                  <a:txBody>
                    <a:bodyPr/>
                    <a:lstStyle/>
                    <a:p>
                      <a:r>
                        <a:rPr sz="100"/>
                        <a:t/>
                      </a:r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r>
                        <a:rPr sz="100"/>
                        <a:t/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/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999999"/>
                      </a:solidFill>
                      <a:prstDash val="dash"/>
                    </a:lnT>
                    <a:lnB w="9525" cmpd="sng">
                      <a:solidFill>
                        <a:srgbClr val="999999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/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dash"/>
                    </a:lnT>
                    <a:lnB w="9525" cmpd="sng">
                      <a:solidFill>
                        <a:srgbClr val="000000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/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dash"/>
                    </a:lnT>
                    <a:lnB w="9525" cmpd="sng">
                      <a:solidFill>
                        <a:srgbClr val="000000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"/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dash"/>
                    </a:lnT>
                    <a:lnB w="9525" cmpd="sng">
                      <a:solidFill>
                        <a:srgbClr val="000000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dash"/>
                    </a:lnT>
                    <a:lnB w="9525" cmpd="sng">
                      <a:solidFill>
                        <a:srgbClr val="000000"/>
                      </a:solidFill>
                      <a:prstDash val="dash"/>
                    </a:lnB>
                  </a:tcPr>
                </a:tc>
              </a:tr>
              <a:tr h="123825">
                <a:tc vMerge="1">
                  <a:txBody>
                    <a:bodyPr/>
                    <a:lstStyle/>
                    <a:p>
                      <a:r>
                        <a:rPr sz="100"/>
                        <a:t/>
                      </a:r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r>
                        <a:rPr sz="100"/>
                        <a:t/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/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999999"/>
                      </a:solidFill>
                      <a:prstDash val="dash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/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dash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/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dash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"/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dash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dash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3825">
                <a:tc vMerge="1">
                  <a:txBody>
                    <a:bodyPr/>
                    <a:lstStyle/>
                    <a:p>
                      <a:r>
                        <a:rPr sz="100"/>
                        <a:t/>
                      </a:r>
                    </a:p>
                  </a:txBody>
                  <a:tcPr marL="0" marR="0" marT="0" marB="0"/>
                </a:tc>
                <a:tc rowSpan="5"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/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/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999999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/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/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"/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dash"/>
                    </a:lnB>
                  </a:tcPr>
                </a:tc>
              </a:tr>
              <a:tr h="123825">
                <a:tc vMerge="1">
                  <a:txBody>
                    <a:bodyPr/>
                    <a:lstStyle/>
                    <a:p>
                      <a:r>
                        <a:rPr sz="100"/>
                        <a:t/>
                      </a:r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r>
                        <a:rPr sz="100"/>
                        <a:t/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/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999999"/>
                      </a:solidFill>
                      <a:prstDash val="dash"/>
                    </a:lnT>
                    <a:lnB w="9525" cmpd="sng">
                      <a:solidFill>
                        <a:srgbClr val="999999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/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dash"/>
                    </a:lnT>
                    <a:lnB w="9525" cmpd="sng">
                      <a:solidFill>
                        <a:srgbClr val="000000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/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dash"/>
                    </a:lnT>
                    <a:lnB w="9525" cmpd="sng">
                      <a:solidFill>
                        <a:srgbClr val="000000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"/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dash"/>
                    </a:lnT>
                    <a:lnB w="9525" cmpd="sng">
                      <a:solidFill>
                        <a:srgbClr val="000000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dash"/>
                    </a:lnT>
                    <a:lnB w="9525" cmpd="sng">
                      <a:solidFill>
                        <a:srgbClr val="000000"/>
                      </a:solidFill>
                      <a:prstDash val="dash"/>
                    </a:lnB>
                  </a:tcPr>
                </a:tc>
              </a:tr>
              <a:tr h="123825">
                <a:tc vMerge="1">
                  <a:txBody>
                    <a:bodyPr/>
                    <a:lstStyle/>
                    <a:p>
                      <a:r>
                        <a:rPr sz="100"/>
                        <a:t/>
                      </a:r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r>
                        <a:rPr sz="100"/>
                        <a:t/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/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999999"/>
                      </a:solidFill>
                      <a:prstDash val="dash"/>
                    </a:lnT>
                    <a:lnB w="9525" cmpd="sng">
                      <a:solidFill>
                        <a:srgbClr val="999999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/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dash"/>
                    </a:lnT>
                    <a:lnB w="9525" cmpd="sng">
                      <a:solidFill>
                        <a:srgbClr val="000000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/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dash"/>
                    </a:lnT>
                    <a:lnB w="9525" cmpd="sng">
                      <a:solidFill>
                        <a:srgbClr val="000000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"/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dash"/>
                    </a:lnT>
                    <a:lnB w="9525" cmpd="sng">
                      <a:solidFill>
                        <a:srgbClr val="000000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dash"/>
                    </a:lnT>
                    <a:lnB w="9525" cmpd="sng">
                      <a:solidFill>
                        <a:srgbClr val="000000"/>
                      </a:solidFill>
                      <a:prstDash val="dash"/>
                    </a:lnB>
                  </a:tcPr>
                </a:tc>
              </a:tr>
              <a:tr h="123825">
                <a:tc vMerge="1">
                  <a:txBody>
                    <a:bodyPr/>
                    <a:lstStyle/>
                    <a:p>
                      <a:r>
                        <a:rPr sz="100"/>
                        <a:t/>
                      </a:r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r>
                        <a:rPr sz="100"/>
                        <a:t/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/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999999"/>
                      </a:solidFill>
                      <a:prstDash val="dash"/>
                    </a:lnT>
                    <a:lnB w="9525" cmpd="sng">
                      <a:solidFill>
                        <a:srgbClr val="999999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/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dash"/>
                    </a:lnT>
                    <a:lnB w="9525" cmpd="sng">
                      <a:solidFill>
                        <a:srgbClr val="000000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/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dash"/>
                    </a:lnT>
                    <a:lnB w="9525" cmpd="sng">
                      <a:solidFill>
                        <a:srgbClr val="000000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"/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dash"/>
                    </a:lnT>
                    <a:lnB w="9525" cmpd="sng">
                      <a:solidFill>
                        <a:srgbClr val="000000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dash"/>
                    </a:lnT>
                    <a:lnB w="9525" cmpd="sng">
                      <a:solidFill>
                        <a:srgbClr val="000000"/>
                      </a:solidFill>
                      <a:prstDash val="dash"/>
                    </a:lnB>
                  </a:tcPr>
                </a:tc>
              </a:tr>
              <a:tr h="123825">
                <a:tc vMerge="1">
                  <a:txBody>
                    <a:bodyPr/>
                    <a:lstStyle/>
                    <a:p>
                      <a:r>
                        <a:rPr sz="100"/>
                        <a:t/>
                      </a:r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r>
                        <a:rPr sz="100"/>
                        <a:t/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/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999999"/>
                      </a:solidFill>
                      <a:prstDash val="dash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/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dash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/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dash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"/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dash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dash"/>
                    </a:lnT>
                    <a:lnB w="9525" cmpd="sng">
                      <a:solidFill>
                        <a:srgbClr val="000000"/>
                      </a:solidFill>
                      <a:prstDash val="dash"/>
                    </a:lnB>
                  </a:tcPr>
                </a:tc>
              </a:tr>
              <a:tr h="123825">
                <a:tc vMerge="1">
                  <a:txBody>
                    <a:bodyPr/>
                    <a:lstStyle/>
                    <a:p>
                      <a:r>
                        <a:rPr sz="100"/>
                        <a:t/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/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/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/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/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"/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dash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3825">
                <a:tc vMerge="1">
                  <a:txBody>
                    <a:bodyPr/>
                    <a:lstStyle/>
                    <a:p>
                      <a:r>
                        <a:rPr sz="100"/>
                        <a:t/>
                      </a:r>
                    </a:p>
                  </a:txBody>
                  <a:tcPr marL="0" marR="0" marT="0" marB="0"/>
                </a:tc>
                <a:tc rowSpan="3"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/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/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999999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/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999999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/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999999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"/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999999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999999"/>
                      </a:solidFill>
                      <a:prstDash val="dash"/>
                    </a:lnB>
                  </a:tcPr>
                </a:tc>
              </a:tr>
              <a:tr h="123825">
                <a:tc vMerge="1">
                  <a:txBody>
                    <a:bodyPr/>
                    <a:lstStyle/>
                    <a:p>
                      <a:r>
                        <a:rPr sz="100"/>
                        <a:t/>
                      </a:r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r>
                        <a:rPr sz="100"/>
                        <a:t/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/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999999"/>
                      </a:solidFill>
                      <a:prstDash val="dash"/>
                    </a:lnT>
                    <a:lnB w="9525" cmpd="sng">
                      <a:solidFill>
                        <a:srgbClr val="999999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/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999999"/>
                      </a:solidFill>
                      <a:prstDash val="dash"/>
                    </a:lnT>
                    <a:lnB w="9525" cmpd="sng">
                      <a:solidFill>
                        <a:srgbClr val="999999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/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999999"/>
                      </a:solidFill>
                      <a:prstDash val="dash"/>
                    </a:lnT>
                    <a:lnB w="9525" cmpd="sng">
                      <a:solidFill>
                        <a:srgbClr val="999999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"/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999999"/>
                      </a:solidFill>
                      <a:prstDash val="dash"/>
                    </a:lnT>
                    <a:lnB w="9525" cmpd="sng">
                      <a:solidFill>
                        <a:srgbClr val="999999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999999"/>
                      </a:solidFill>
                      <a:prstDash val="dash"/>
                    </a:lnT>
                    <a:lnB w="9525" cmpd="sng">
                      <a:solidFill>
                        <a:srgbClr val="999999"/>
                      </a:solidFill>
                      <a:prstDash val="dash"/>
                    </a:lnB>
                  </a:tcPr>
                </a:tc>
              </a:tr>
              <a:tr h="123825">
                <a:tc vMerge="1">
                  <a:txBody>
                    <a:bodyPr/>
                    <a:lstStyle/>
                    <a:p>
                      <a:r>
                        <a:rPr sz="100"/>
                        <a:t/>
                      </a:r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r>
                        <a:rPr sz="100"/>
                        <a:t/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/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999999"/>
                      </a:solidFill>
                      <a:prstDash val="dash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/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999999"/>
                      </a:solidFill>
                      <a:prstDash val="dash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/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999999"/>
                      </a:solidFill>
                      <a:prstDash val="dash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"/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999999"/>
                      </a:solidFill>
                      <a:prstDash val="dash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0" marR="0" marT="0" marB="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999999"/>
                      </a:solidFill>
                      <a:prstDash val="dash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85" name="sanitized-shape-1538">
            <a:extLst xmlns:a="http://schemas.openxmlformats.org/drawingml/2006/main">
              <a:ext uri="{FF2B5EF4-FFF2-40B4-BE49-F238E27FC236}">
                <a16:creationId xmlns:a16="http://schemas.microsoft.com/office/drawing/2014/main" id="{2086A24D-FDF9-4649-AD54-853CD162D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9991" y="6372775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rPr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/>
            </a:fld>
          </a:p>
        </p:txBody>
      </p:sp>
    </p:spTree>
    <p:extLst>
      <p:ext uri="{BB962C8B-B14F-4D97-AF65-F5344CB8AC3E}">
        <p14:creationId xmlns:p14="http://schemas.microsoft.com/office/powerpoint/2010/main" val="135210539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92" name="sanitized-shape-1539">
            <a:extLst xmlns:a="http://schemas.openxmlformats.org/drawingml/2006/main">
              <a:ext uri="{FF2B5EF4-FFF2-40B4-BE49-F238E27FC236}">
                <a16:creationId xmlns:a16="http://schemas.microsoft.com/office/drawing/2014/main" id="{C9FD626A-DFDF-42F4-B932-DA979F1365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9555" y="200775"/>
            <a:ext cx="11311200" cy="563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68550" tIns="68550" rIns="68550" bIns="6855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sz="1640">
                <a:solidFill>
                  <a:srgbClr val="EE4D2D"/>
                </a:solidFill>
              </a:rPr>
              <a:t/>
            </a:r>
          </a:p>
        </p:txBody>
      </p:sp>
      <p:graphicFrame>
        <p:nvGraphicFramePr>
          <p:cNvPr id="2115" name="sanitized-table-3"/>
          <p:cNvGraphicFramePr/>
          <p:nvPr/>
        </p:nvGraphicFramePr>
        <p:xfrm>
          <a:off xmlns:a="http://schemas.openxmlformats.org/drawingml/2006/main" x="4854485" y="980175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{80D8D8A9-949E-4B8C-BB15-63F78EA36203}</a:tableStyleId>
              </a:tblPr>
              <a:tblGrid>
                <a:gridCol w="829325"/>
                <a:gridCol w="1376075"/>
                <a:gridCol w="2122675"/>
                <a:gridCol w="2639025"/>
              </a:tblGrid>
              <a:tr h="30622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>
                          <a:solidFill>
                            <a:schemeClr val="lt1"/>
                          </a:solidFill>
                        </a:rPr>
                        <a:t/>
                      </a:r>
                    </a:p>
                  </a:txBody>
                  <a:tcPr marL="91425" marR="91425" marT="91425" marB="91425" anchor="ctr">
                    <a:solidFill>
                      <a:srgbClr val="ED4D2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>
                          <a:solidFill>
                            <a:schemeClr val="lt1"/>
                          </a:solidFill>
                        </a:rPr>
                        <a:t/>
                      </a:r>
                    </a:p>
                  </a:txBody>
                  <a:tcPr marL="91425" marR="91425" marT="91425" marB="91425" anchor="ctr">
                    <a:solidFill>
                      <a:srgbClr val="ED4D2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>
                          <a:solidFill>
                            <a:schemeClr val="lt1"/>
                          </a:solidFill>
                        </a:rPr>
                        <a:t/>
                      </a:r>
                    </a:p>
                  </a:txBody>
                  <a:tcPr marL="91425" marR="91425" marT="91425" marB="91425" anchor="ctr">
                    <a:solidFill>
                      <a:srgbClr val="ED4D2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>
                          <a:solidFill>
                            <a:schemeClr val="lt1"/>
                          </a:solidFill>
                        </a:rPr>
                        <a:t/>
                      </a:r>
                    </a:p>
                  </a:txBody>
                  <a:tcPr marL="91425" marR="91425" marT="91425" marB="91425" anchor="ctr">
                    <a:solidFill>
                      <a:srgbClr val="ED4D2D"/>
                    </a:solidFill>
                  </a:tcPr>
                </a:tc>
              </a:tr>
              <a:tr h="306225">
                <a:tc rowSpan="3"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/>
                        <a:t/>
                      </a:r>
                    </a:p>
                  </a:txBody>
                  <a:tcPr marL="91425" marR="91425" marT="91425" marB="91425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/>
                        <a:t/>
                      </a: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/>
                        <a:t/>
                      </a: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/>
                        <a:t/>
                      </a:r>
                    </a:p>
                  </a:txBody>
                  <a:tcPr marL="91425" marR="91425" marT="91425" marB="91425" anchor="ctr"/>
                </a:tc>
              </a:tr>
              <a:tr h="306225"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/>
                        <a:t/>
                      </a: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/>
                        <a:t/>
                      </a: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/>
                        <a:t/>
                      </a:r>
                    </a:p>
                  </a:txBody>
                  <a:tcPr marL="91425" marR="91425" marT="91425" marB="91425" anchor="ctr"/>
                </a:tc>
              </a:tr>
              <a:tr h="437475"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/>
                        <a:t/>
                      </a: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/>
                        <a:t/>
                      </a: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/>
                        <a:t/>
                      </a:r>
                    </a:p>
                  </a:txBody>
                  <a:tcPr marL="91425" marR="91425" marT="91425" marB="91425" anchor="ctr"/>
                </a:tc>
              </a:tr>
              <a:tr h="437475">
                <a:tc rowSpan="5"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/>
                        <a:t/>
                      </a:r>
                    </a:p>
                  </a:txBody>
                  <a:tcPr marL="91425" marR="91425" marT="91425" marB="91425" anchor="ctr">
                    <a:lnR w="9525" cmpd="sng">
                      <a:solidFill>
                        <a:srgbClr val="9E9E9E"/>
                      </a:solidFill>
                      <a:prstDash val="solid"/>
                    </a:lnR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/>
                        <a:t/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rgbClr val="9E9E9E"/>
                      </a:solidFill>
                      <a:prstDash val="solid"/>
                    </a:lnL>
                    <a:lnR w="9525" cmpd="sng">
                      <a:solidFill>
                        <a:srgbClr val="9E9E9E"/>
                      </a:solidFill>
                      <a:prstDash val="solid"/>
                    </a:lnR>
                    <a:lnB w="9525" cmpd="sng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/>
                        <a:t/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rgbClr val="9E9E9E"/>
                      </a:solidFill>
                      <a:prstDash val="solid"/>
                    </a:lnL>
                    <a:lnR w="9525" cmpd="sng">
                      <a:solidFill>
                        <a:srgbClr val="9E9E9E"/>
                      </a:solidFill>
                      <a:prstDash val="solid"/>
                    </a:lnR>
                    <a:lnB w="9525" cmpd="sng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rgbClr val="9E9E9E"/>
                      </a:solidFill>
                      <a:prstDash val="solid"/>
                    </a:lnL>
                    <a:lnR w="9525" cmpd="sng">
                      <a:solidFill>
                        <a:srgbClr val="9E9E9E"/>
                      </a:solidFill>
                      <a:prstDash val="solid"/>
                    </a:lnR>
                    <a:lnB w="9525" cmpd="sng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568750"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/>
                        <a:t/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rgbClr val="9E9E9E"/>
                      </a:solidFill>
                      <a:prstDash val="solid"/>
                    </a:lnL>
                    <a:lnR w="9525" cmpd="sng">
                      <a:solidFill>
                        <a:srgbClr val="9E9E9E"/>
                      </a:solidFill>
                      <a:prstDash val="solid"/>
                    </a:lnR>
                    <a:lnT w="9525" cmpd="sng">
                      <a:solidFill>
                        <a:srgbClr val="9E9E9E"/>
                      </a:solidFill>
                      <a:prstDash val="solid"/>
                    </a:lnT>
                    <a:lnB w="9525" cmpd="sng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/>
                        <a:t/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rgbClr val="9E9E9E"/>
                      </a:solidFill>
                      <a:prstDash val="solid"/>
                    </a:lnL>
                    <a:lnR w="9525" cmpd="sng">
                      <a:solidFill>
                        <a:srgbClr val="9E9E9E"/>
                      </a:solidFill>
                      <a:prstDash val="solid"/>
                    </a:lnR>
                    <a:lnT w="9525" cmpd="sng">
                      <a:solidFill>
                        <a:srgbClr val="9E9E9E"/>
                      </a:solidFill>
                      <a:prstDash val="solid"/>
                    </a:lnT>
                    <a:lnB w="9525" cmpd="sng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/>
                        <a:t/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rgbClr val="9E9E9E"/>
                      </a:solidFill>
                      <a:prstDash val="solid"/>
                    </a:lnL>
                    <a:lnR w="9525" cmpd="sng">
                      <a:solidFill>
                        <a:srgbClr val="9E9E9E"/>
                      </a:solidFill>
                      <a:prstDash val="solid"/>
                    </a:lnR>
                    <a:lnT w="9525" cmpd="sng">
                      <a:solidFill>
                        <a:srgbClr val="9E9E9E"/>
                      </a:solidFill>
                      <a:prstDash val="solid"/>
                    </a:lnT>
                    <a:lnB w="9525" cmpd="sng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437475"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/>
                        <a:t/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rgbClr val="9E9E9E"/>
                      </a:solidFill>
                      <a:prstDash val="solid"/>
                    </a:lnL>
                    <a:lnR w="9525" cmpd="sng">
                      <a:solidFill>
                        <a:srgbClr val="9E9E9E"/>
                      </a:solidFill>
                      <a:prstDash val="solid"/>
                    </a:lnR>
                    <a:lnT w="9525" cmpd="sng">
                      <a:solidFill>
                        <a:srgbClr val="9E9E9E"/>
                      </a:solidFill>
                      <a:prstDash val="solid"/>
                    </a:lnT>
                    <a:lnB w="9525" cmpd="sng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/>
                        <a:t/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rgbClr val="9E9E9E"/>
                      </a:solidFill>
                      <a:prstDash val="solid"/>
                    </a:lnL>
                    <a:lnR w="9525" cmpd="sng">
                      <a:solidFill>
                        <a:srgbClr val="9E9E9E"/>
                      </a:solidFill>
                      <a:prstDash val="solid"/>
                    </a:lnR>
                    <a:lnT w="9525" cmpd="sng">
                      <a:solidFill>
                        <a:srgbClr val="9E9E9E"/>
                      </a:solidFill>
                      <a:prstDash val="solid"/>
                    </a:lnT>
                    <a:lnB w="9525" cmpd="sng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rgbClr val="9E9E9E"/>
                      </a:solidFill>
                      <a:prstDash val="solid"/>
                    </a:lnL>
                    <a:lnR w="9525" cmpd="sng">
                      <a:solidFill>
                        <a:srgbClr val="9E9E9E"/>
                      </a:solidFill>
                      <a:prstDash val="solid"/>
                    </a:lnR>
                    <a:lnT w="9525" cmpd="sng">
                      <a:solidFill>
                        <a:srgbClr val="9E9E9E"/>
                      </a:solidFill>
                      <a:prstDash val="solid"/>
                    </a:lnT>
                    <a:lnB w="9525" cmpd="sng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306225"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/>
                        <a:t/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rgbClr val="9E9E9E"/>
                      </a:solidFill>
                      <a:prstDash val="solid"/>
                    </a:lnL>
                    <a:lnR w="9525" cmpd="sng">
                      <a:solidFill>
                        <a:srgbClr val="9E9E9E"/>
                      </a:solidFill>
                      <a:prstDash val="solid"/>
                    </a:lnR>
                    <a:lnT w="9525" cmpd="sng">
                      <a:solidFill>
                        <a:srgbClr val="9E9E9E"/>
                      </a:solidFill>
                      <a:prstDash val="solid"/>
                    </a:lnT>
                    <a:lnB w="9525" cmpd="sng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/>
                        <a:t/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rgbClr val="9E9E9E"/>
                      </a:solidFill>
                      <a:prstDash val="solid"/>
                    </a:lnL>
                    <a:lnR w="9525" cmpd="sng">
                      <a:solidFill>
                        <a:srgbClr val="9E9E9E"/>
                      </a:solidFill>
                      <a:prstDash val="solid"/>
                    </a:lnR>
                    <a:lnT w="9525" cmpd="sng">
                      <a:solidFill>
                        <a:srgbClr val="9E9E9E"/>
                      </a:solidFill>
                      <a:prstDash val="solid"/>
                    </a:lnT>
                    <a:lnB w="9525" cmpd="sng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rgbClr val="9E9E9E"/>
                      </a:solidFill>
                      <a:prstDash val="solid"/>
                    </a:lnL>
                    <a:lnR w="9525" cmpd="sng">
                      <a:solidFill>
                        <a:srgbClr val="9E9E9E"/>
                      </a:solidFill>
                      <a:prstDash val="solid"/>
                    </a:lnR>
                    <a:lnT w="9525" cmpd="sng">
                      <a:solidFill>
                        <a:srgbClr val="9E9E9E"/>
                      </a:solidFill>
                      <a:prstDash val="solid"/>
                    </a:lnT>
                    <a:lnB w="9525" cmpd="sng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306225"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/>
                        <a:t/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rgbClr val="9E9E9E"/>
                      </a:solidFill>
                      <a:prstDash val="solid"/>
                    </a:lnL>
                    <a:lnR w="9525" cmpd="sng">
                      <a:solidFill>
                        <a:srgbClr val="9E9E9E"/>
                      </a:solidFill>
                      <a:prstDash val="solid"/>
                    </a:lnR>
                    <a:lnT w="9525" cmpd="sng">
                      <a:solidFill>
                        <a:srgbClr val="9E9E9E"/>
                      </a:solidFill>
                      <a:prstDash val="solid"/>
                    </a:lnT>
                    <a:lnB w="9525" cmpd="sng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/>
                        <a:t/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rgbClr val="9E9E9E"/>
                      </a:solidFill>
                      <a:prstDash val="solid"/>
                    </a:lnL>
                    <a:lnR w="9525" cmpd="sng">
                      <a:solidFill>
                        <a:srgbClr val="9E9E9E"/>
                      </a:solidFill>
                      <a:prstDash val="solid"/>
                    </a:lnR>
                    <a:lnT w="9525" cmpd="sng">
                      <a:solidFill>
                        <a:srgbClr val="9E9E9E"/>
                      </a:solidFill>
                      <a:prstDash val="solid"/>
                    </a:lnT>
                    <a:lnB w="9525" cmpd="sng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rgbClr val="9E9E9E"/>
                      </a:solidFill>
                      <a:prstDash val="solid"/>
                    </a:lnL>
                    <a:lnR w="9525" cmpd="sng">
                      <a:solidFill>
                        <a:srgbClr val="9E9E9E"/>
                      </a:solidFill>
                      <a:prstDash val="solid"/>
                    </a:lnR>
                    <a:lnT w="9525" cmpd="sng">
                      <a:solidFill>
                        <a:srgbClr val="9E9E9E"/>
                      </a:solidFill>
                      <a:prstDash val="solid"/>
                    </a:lnT>
                    <a:lnB w="9525" cmpd="sng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43747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/>
                        <a:t/>
                      </a:r>
                    </a:p>
                  </a:txBody>
                  <a:tcPr marL="91425" marR="91425" marT="91425" marB="91425" anchor="ctr">
                    <a:lnR w="9525" cmpd="sng">
                      <a:solidFill>
                        <a:srgbClr val="9E9E9E"/>
                      </a:solidFill>
                      <a:prstDash val="solid"/>
                    </a:lnR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/>
                        <a:t/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rgbClr val="9E9E9E"/>
                      </a:solidFill>
                      <a:prstDash val="solid"/>
                    </a:lnL>
                    <a:lnR w="9525" cmpd="sng">
                      <a:solidFill>
                        <a:srgbClr val="9E9E9E"/>
                      </a:solidFill>
                      <a:prstDash val="solid"/>
                    </a:lnR>
                    <a:lnT w="9525" cmpd="sng">
                      <a:solidFill>
                        <a:srgbClr val="9E9E9E"/>
                      </a:solidFill>
                      <a:prstDash val="solid"/>
                    </a:lnT>
                    <a:lnB w="9525" cmpd="sng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/>
                        <a:t/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rgbClr val="9E9E9E"/>
                      </a:solidFill>
                      <a:prstDash val="solid"/>
                    </a:lnL>
                    <a:lnR w="9525" cmpd="sng">
                      <a:solidFill>
                        <a:srgbClr val="9E9E9E"/>
                      </a:solidFill>
                      <a:prstDash val="solid"/>
                    </a:lnR>
                    <a:lnT w="9525" cmpd="sng">
                      <a:solidFill>
                        <a:srgbClr val="9E9E9E"/>
                      </a:solidFill>
                      <a:prstDash val="solid"/>
                    </a:lnT>
                    <a:lnB w="9525" cmpd="sng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rgbClr val="9E9E9E"/>
                      </a:solidFill>
                      <a:prstDash val="solid"/>
                    </a:lnL>
                    <a:lnR w="9525" cmpd="sng">
                      <a:solidFill>
                        <a:srgbClr val="9E9E9E"/>
                      </a:solidFill>
                      <a:prstDash val="solid"/>
                    </a:lnR>
                    <a:lnT w="9525" cmpd="sng">
                      <a:solidFill>
                        <a:srgbClr val="9E9E9E"/>
                      </a:solidFill>
                      <a:prstDash val="solid"/>
                    </a:lnT>
                    <a:lnB w="9525" cmpd="sng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373200">
                <a:tc rowSpan="4"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/>
                        <a:t/>
                      </a:r>
                    </a:p>
                  </a:txBody>
                  <a:tcPr marL="91425" marR="91425" marT="91425" marB="91425" anchor="ctr">
                    <a:lnR w="9525" cmpd="sng">
                      <a:solidFill>
                        <a:srgbClr val="9E9E9E"/>
                      </a:solidFill>
                      <a:prstDash val="solid"/>
                    </a:lnR>
                    <a:solidFill>
                      <a:srgbClr val="F7CFC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/>
                        <a:t/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rgbClr val="9E9E9E"/>
                      </a:solidFill>
                      <a:prstDash val="solid"/>
                    </a:lnL>
                    <a:lnR w="9525" cmpd="sng">
                      <a:solidFill>
                        <a:srgbClr val="9E9E9E"/>
                      </a:solidFill>
                      <a:prstDash val="solid"/>
                    </a:lnR>
                    <a:lnT w="9525" cmpd="sng">
                      <a:solidFill>
                        <a:srgbClr val="9E9E9E"/>
                      </a:solidFill>
                      <a:prstDash val="solid"/>
                    </a:lnT>
                    <a:lnB w="9525" cmpd="sng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/>
                        <a:t/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rgbClr val="9E9E9E"/>
                      </a:solidFill>
                      <a:prstDash val="solid"/>
                    </a:lnL>
                    <a:lnR w="9525" cmpd="sng">
                      <a:solidFill>
                        <a:srgbClr val="9E9E9E"/>
                      </a:solidFill>
                      <a:prstDash val="solid"/>
                    </a:lnR>
                    <a:lnT w="9525" cmpd="sng">
                      <a:solidFill>
                        <a:srgbClr val="9E9E9E"/>
                      </a:solidFill>
                      <a:prstDash val="solid"/>
                    </a:lnT>
                    <a:lnB w="9525" cmpd="sng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rgbClr val="9E9E9E"/>
                      </a:solidFill>
                      <a:prstDash val="solid"/>
                    </a:lnL>
                    <a:lnR w="9525" cmpd="sng">
                      <a:solidFill>
                        <a:srgbClr val="9E9E9E"/>
                      </a:solidFill>
                      <a:prstDash val="solid"/>
                    </a:lnR>
                    <a:lnT w="9525" cmpd="sng">
                      <a:solidFill>
                        <a:srgbClr val="9E9E9E"/>
                      </a:solidFill>
                      <a:prstDash val="solid"/>
                    </a:lnT>
                    <a:lnB w="9525" cmpd="sng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437475"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/>
                        <a:t/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rgbClr val="9E9E9E"/>
                      </a:solidFill>
                      <a:prstDash val="solid"/>
                    </a:lnL>
                    <a:lnR w="9525" cmpd="sng">
                      <a:solidFill>
                        <a:srgbClr val="9E9E9E"/>
                      </a:solidFill>
                      <a:prstDash val="solid"/>
                    </a:lnR>
                    <a:lnT w="9525" cmpd="sng">
                      <a:solidFill>
                        <a:srgbClr val="9E9E9E"/>
                      </a:solidFill>
                      <a:prstDash val="solid"/>
                    </a:lnT>
                    <a:lnB w="9525" cmpd="sng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/>
                        <a:t/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rgbClr val="9E9E9E"/>
                      </a:solidFill>
                      <a:prstDash val="solid"/>
                    </a:lnL>
                    <a:lnR w="9525" cmpd="sng">
                      <a:solidFill>
                        <a:srgbClr val="9E9E9E"/>
                      </a:solidFill>
                      <a:prstDash val="solid"/>
                    </a:lnR>
                    <a:lnT w="9525" cmpd="sng">
                      <a:solidFill>
                        <a:srgbClr val="9E9E9E"/>
                      </a:solidFill>
                      <a:prstDash val="solid"/>
                    </a:lnT>
                    <a:lnB w="9525" cmpd="sng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rgbClr val="9E9E9E"/>
                      </a:solidFill>
                      <a:prstDash val="solid"/>
                    </a:lnL>
                    <a:lnR w="9525" cmpd="sng">
                      <a:solidFill>
                        <a:srgbClr val="9E9E9E"/>
                      </a:solidFill>
                      <a:prstDash val="solid"/>
                    </a:lnR>
                    <a:lnT w="9525" cmpd="sng">
                      <a:solidFill>
                        <a:srgbClr val="9E9E9E"/>
                      </a:solidFill>
                      <a:prstDash val="solid"/>
                    </a:lnT>
                    <a:lnB w="9525" cmpd="sng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437475"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/>
                        <a:t/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rgbClr val="9E9E9E"/>
                      </a:solidFill>
                      <a:prstDash val="solid"/>
                    </a:lnL>
                    <a:lnR w="9525" cmpd="sng">
                      <a:solidFill>
                        <a:srgbClr val="9E9E9E"/>
                      </a:solidFill>
                      <a:prstDash val="solid"/>
                    </a:lnR>
                    <a:lnT w="9525" cmpd="sng">
                      <a:solidFill>
                        <a:srgbClr val="9E9E9E"/>
                      </a:solidFill>
                      <a:prstDash val="solid"/>
                    </a:lnT>
                    <a:lnB w="9525" cmpd="sng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/>
                        <a:t/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rgbClr val="9E9E9E"/>
                      </a:solidFill>
                      <a:prstDash val="solid"/>
                    </a:lnL>
                    <a:lnR w="9525" cmpd="sng">
                      <a:solidFill>
                        <a:srgbClr val="9E9E9E"/>
                      </a:solidFill>
                      <a:prstDash val="solid"/>
                    </a:lnR>
                    <a:lnT w="9525" cmpd="sng">
                      <a:solidFill>
                        <a:srgbClr val="9E9E9E"/>
                      </a:solidFill>
                      <a:prstDash val="solid"/>
                    </a:lnT>
                    <a:lnB w="9525" cmpd="sng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rgbClr val="9E9E9E"/>
                      </a:solidFill>
                      <a:prstDash val="solid"/>
                    </a:lnL>
                    <a:lnR w="9525" cmpd="sng">
                      <a:solidFill>
                        <a:srgbClr val="9E9E9E"/>
                      </a:solidFill>
                      <a:prstDash val="solid"/>
                    </a:lnR>
                    <a:lnT w="9525" cmpd="sng">
                      <a:solidFill>
                        <a:srgbClr val="9E9E9E"/>
                      </a:solidFill>
                      <a:prstDash val="solid"/>
                    </a:lnT>
                    <a:lnB w="9525" cmpd="sng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437475"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/>
                        <a:t/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rgbClr val="9E9E9E"/>
                      </a:solidFill>
                      <a:prstDash val="solid"/>
                    </a:lnL>
                    <a:lnR w="9525" cmpd="sng">
                      <a:solidFill>
                        <a:srgbClr val="9E9E9E"/>
                      </a:solidFill>
                      <a:prstDash val="solid"/>
                    </a:lnR>
                    <a:lnT w="9525" cmpd="sng">
                      <a:solidFill>
                        <a:srgbClr val="9E9E9E"/>
                      </a:solidFill>
                      <a:prstDash val="solid"/>
                    </a:lnT>
                    <a:lnB w="9525" cmpd="sng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/>
                        <a:t/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rgbClr val="9E9E9E"/>
                      </a:solidFill>
                      <a:prstDash val="solid"/>
                    </a:lnL>
                    <a:lnR w="9525" cmpd="sng">
                      <a:solidFill>
                        <a:srgbClr val="9E9E9E"/>
                      </a:solidFill>
                      <a:prstDash val="solid"/>
                    </a:lnR>
                    <a:lnT w="9525" cmpd="sng">
                      <a:solidFill>
                        <a:srgbClr val="9E9E9E"/>
                      </a:solidFill>
                      <a:prstDash val="solid"/>
                    </a:lnT>
                    <a:lnB w="9525" cmpd="sng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rgbClr val="9E9E9E"/>
                      </a:solidFill>
                      <a:prstDash val="solid"/>
                    </a:lnL>
                    <a:lnR w="9525" cmpd="sng">
                      <a:solidFill>
                        <a:srgbClr val="9E9E9E"/>
                      </a:solidFill>
                      <a:prstDash val="solid"/>
                    </a:lnR>
                    <a:lnT w="9525" cmpd="sng">
                      <a:solidFill>
                        <a:srgbClr val="9E9E9E"/>
                      </a:solidFill>
                      <a:prstDash val="solid"/>
                    </a:lnT>
                    <a:lnB w="9525" cmpd="sng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94" name="sanitized-shape-1540">
            <a:extLst xmlns:a="http://schemas.openxmlformats.org/drawingml/2006/main">
              <a:ext uri="{FF2B5EF4-FFF2-40B4-BE49-F238E27FC236}">
                <a16:creationId xmlns:a16="http://schemas.microsoft.com/office/drawing/2014/main" id="{528E897C-740D-4E26-9ED8-4C56E080F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36" y="1564873"/>
            <a:ext cx="3874200" cy="18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 cmpd="sng">
            <a:solidFill>
              <a:srgbClr val="ED4D2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cxnSp>
        <p:nvCxnSpPr>
          <p:cNvPr id="2117" name="sanitized-shape-1541"/>
          <p:cNvCxnSpPr>
            <a:stCxn xmlns:a="http://schemas.openxmlformats.org/drawingml/2006/main" id="2094" idx="3"/>
          </p:cNvCxnSpPr>
          <p:nvPr/>
        </p:nvCxnSpPr>
        <p:spPr>
          <a:xfrm xmlns:a="http://schemas.openxmlformats.org/drawingml/2006/main" rot="10800000" flipH="1">
            <a:off x="4271336" y="1163473"/>
            <a:ext cx="642900" cy="49320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rgbClr val="EE4134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118" name="sanitized-shape-1542"/>
          <p:cNvCxnSpPr>
            <a:stCxn xmlns:a="http://schemas.openxmlformats.org/drawingml/2006/main" id="2094" idx="3"/>
          </p:cNvCxnSpPr>
          <p:nvPr/>
        </p:nvCxnSpPr>
        <p:spPr>
          <a:xfrm xmlns:a="http://schemas.openxmlformats.org/drawingml/2006/main">
            <a:off x="4271336" y="1656673"/>
            <a:ext cx="582900" cy="489000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rgbClr val="EE4134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097" name="sanitized-shape-1543">
            <a:extLst xmlns:a="http://schemas.openxmlformats.org/drawingml/2006/main">
              <a:ext uri="{FF2B5EF4-FFF2-40B4-BE49-F238E27FC236}">
                <a16:creationId xmlns:a16="http://schemas.microsoft.com/office/drawing/2014/main" id="{3EA6CBAA-D273-4803-BE95-066A7262B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710" y="1030288"/>
            <a:ext cx="1820100" cy="18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3250" tIns="93250" rIns="93250" bIns="9325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1428"/>
              </a:spcBef>
              <a:spcAft>
                <a:spcPts val="408"/>
              </a:spcAft>
              <a:buNone/>
            </a:pPr>
            <a:r>
              <a:rPr sz="924" b="1">
                <a:solidFill>
                  <a:schemeClr val="dk1"/>
                </a:solidFill>
              </a:rPr>
              <a:t/>
            </a:r>
          </a:p>
        </p:txBody>
      </p:sp>
      <p:sp>
        <p:nvSpPr>
          <p:cNvPr id="2098" name="sanitized-shape-1544">
            <a:extLst xmlns:a="http://schemas.openxmlformats.org/drawingml/2006/main">
              <a:ext uri="{FF2B5EF4-FFF2-40B4-BE49-F238E27FC236}">
                <a16:creationId xmlns:a16="http://schemas.microsoft.com/office/drawing/2014/main" id="{0EDEBAB9-18F1-4D82-B316-599E7A457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4485" y="763875"/>
            <a:ext cx="2371200" cy="21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3250" tIns="93250" rIns="93250" bIns="9325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1428"/>
              </a:spcBef>
              <a:spcAft>
                <a:spcPts val="408"/>
              </a:spcAft>
              <a:buNone/>
            </a:pPr>
            <a:r>
              <a:rPr sz="924" b="1">
                <a:solidFill>
                  <a:schemeClr val="dk1"/>
                </a:solidFill>
              </a:rPr>
              <a:t/>
            </a:r>
          </a:p>
        </p:txBody>
      </p:sp>
      <p:sp>
        <p:nvSpPr>
          <p:cNvPr id="2099" name="sanitized-shape-1545">
            <a:extLst xmlns:a="http://schemas.openxmlformats.org/drawingml/2006/main">
              <a:ext uri="{FF2B5EF4-FFF2-40B4-BE49-F238E27FC236}">
                <a16:creationId xmlns:a16="http://schemas.microsoft.com/office/drawing/2014/main" id="{7BE985AF-94E3-4378-B14B-9E1F8F0A8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9566" y="6356350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rPr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/>
            </a:fld>
          </a:p>
        </p:txBody>
      </p:sp>
    </p:spTree>
    <p:extLst>
      <p:ext uri="{BB962C8B-B14F-4D97-AF65-F5344CB8AC3E}">
        <p14:creationId xmlns:p14="http://schemas.microsoft.com/office/powerpoint/2010/main" val="97546433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05" name="sanitized-shape-1546">
            <a:extLst xmlns:a="http://schemas.openxmlformats.org/drawingml/2006/main">
              <a:ext uri="{FF2B5EF4-FFF2-40B4-BE49-F238E27FC236}">
                <a16:creationId xmlns:a16="http://schemas.microsoft.com/office/drawing/2014/main" id="{BF6A6C88-8164-45BA-8BBB-EB3A6D0E2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9991" y="6372775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rPr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/>
            </a:fld>
          </a:p>
        </p:txBody>
      </p:sp>
      <p:sp>
        <p:nvSpPr>
          <p:cNvPr id="2106" name="sanitized-shape-1547">
            <a:extLst xmlns:a="http://schemas.openxmlformats.org/drawingml/2006/main">
              <a:ext uri="{FF2B5EF4-FFF2-40B4-BE49-F238E27FC236}">
                <a16:creationId xmlns:a16="http://schemas.microsoft.com/office/drawing/2014/main" id="{D9F75CF2-6FF1-4D49-8660-6B257BA36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40" y="5486275"/>
            <a:ext cx="5130600" cy="53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5CD"/>
          </a:solidFill>
          <a:ln xmlns:a="http://schemas.openxmlformats.org/drawingml/2006/main" w="12700" cmpd="sng">
            <a:solidFill>
              <a:srgbClr val="EE4D2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46675" tIns="46675" rIns="46675" bIns="466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u="none" cap="none">
                <a:solidFill>
                  <a:srgbClr val="EE4D2D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107" name="sanitized-shape-1548">
            <a:extLst xmlns:a="http://schemas.openxmlformats.org/drawingml/2006/main">
              <a:ext uri="{FF2B5EF4-FFF2-40B4-BE49-F238E27FC236}">
                <a16:creationId xmlns:a16="http://schemas.microsoft.com/office/drawing/2014/main" id="{1D94C133-8F55-423A-AC08-211BA1167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1701" y="5474125"/>
            <a:ext cx="5255400" cy="56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7C3"/>
          </a:solidFill>
          <a:ln xmlns:a="http://schemas.openxmlformats.org/drawingml/2006/main" w="12700" cmpd="sng">
            <a:solidFill>
              <a:srgbClr val="F4C7C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46675" tIns="46675" rIns="46675" bIns="466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EE4D2D"/>
                </a:solidFill>
              </a:rPr>
              <a:t/>
            </a:r>
          </a:p>
        </p:txBody>
      </p:sp>
      <p:sp>
        <p:nvSpPr>
          <p:cNvPr id="2108" name="sanitized-shape-1549">
            <a:extLst xmlns:a="http://schemas.openxmlformats.org/drawingml/2006/main">
              <a:ext uri="{FF2B5EF4-FFF2-40B4-BE49-F238E27FC236}">
                <a16:creationId xmlns:a16="http://schemas.microsoft.com/office/drawing/2014/main" id="{5EAA8365-AC6A-4560-ACD0-44220B808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737812" y="3165150"/>
            <a:ext cx="2588400" cy="527700"/>
          </a:xfrm>
          <a:prstGeom xmlns:a="http://schemas.openxmlformats.org/drawingml/2006/main" prst="triangle">
            <a:avLst>
              <a:gd name="adj" fmla="val 50000"/>
            </a:avLst>
          </a:prstGeom>
          <a:solidFill xmlns:a="http://schemas.openxmlformats.org/drawingml/2006/main">
            <a:srgbClr val="EE4D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0350" tIns="120350" rIns="120350" bIns="12035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109" name="sanitized-shape-1550">
            <a:extLst xmlns:a="http://schemas.openxmlformats.org/drawingml/2006/main">
              <a:ext uri="{FF2B5EF4-FFF2-40B4-BE49-F238E27FC236}">
                <a16:creationId xmlns:a16="http://schemas.microsoft.com/office/drawing/2014/main" id="{63153F46-8496-4581-A0C2-9CF806C47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1701" y="992875"/>
            <a:ext cx="5255400" cy="44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7C7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7375" tIns="60175" rIns="47375" bIns="601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6"/>
              <a:buFont typeface="Arial"/>
              <a:buNone/>
            </a:pPr>
            <a:r>
              <a:rPr sz="1580" b="1"/>
              <a:t/>
            </a:r>
          </a:p>
        </p:txBody>
      </p:sp>
      <p:sp>
        <p:nvSpPr>
          <p:cNvPr id="2110" name="sanitized-shape-1551">
            <a:extLst xmlns:a="http://schemas.openxmlformats.org/drawingml/2006/main">
              <a:ext uri="{FF2B5EF4-FFF2-40B4-BE49-F238E27FC236}">
                <a16:creationId xmlns:a16="http://schemas.microsoft.com/office/drawing/2014/main" id="{50C67450-4EC6-4714-A19F-37E79DA83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39" y="992850"/>
            <a:ext cx="5130600" cy="44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7B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7375" tIns="60175" rIns="47375" bIns="601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6"/>
              <a:buFont typeface="Arial"/>
              <a:buNone/>
            </a:pPr>
            <a:r>
              <a:rPr sz="1500" b="1"/>
              <a:t/>
            </a:r>
          </a:p>
        </p:txBody>
      </p:sp>
      <p:sp>
        <p:nvSpPr>
          <p:cNvPr id="2111" name="sanitized-shape-1552">
            <a:extLst xmlns:a="http://schemas.openxmlformats.org/drawingml/2006/main">
              <a:ext uri="{FF2B5EF4-FFF2-40B4-BE49-F238E27FC236}">
                <a16:creationId xmlns:a16="http://schemas.microsoft.com/office/drawing/2014/main" id="{5DACDB40-DFB6-4BC7-8F37-482D53FC0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39" y="1611075"/>
            <a:ext cx="5130600" cy="28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rgbClr val="000000"/>
            </a:solidFill>
            <a:prstDash val="dash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>
                <a:solidFill>
                  <a:srgbClr val="EE4D2D"/>
                </a:solidFill>
              </a:rPr>
              <a:t/>
            </a:r>
          </a:p>
        </p:txBody>
      </p:sp>
      <p:sp>
        <p:nvSpPr>
          <p:cNvPr id="2112" name="sanitized-shape-1553">
            <a:extLst xmlns:a="http://schemas.openxmlformats.org/drawingml/2006/main">
              <a:ext uri="{FF2B5EF4-FFF2-40B4-BE49-F238E27FC236}">
                <a16:creationId xmlns:a16="http://schemas.microsoft.com/office/drawing/2014/main" id="{62CFF125-5E7F-4475-956C-A9CF1AC3B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001" y="1611125"/>
            <a:ext cx="5255400" cy="28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rgbClr val="000000"/>
            </a:solidFill>
            <a:prstDash val="dash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>
                <a:solidFill>
                  <a:srgbClr val="EE4D2D"/>
                </a:solidFill>
              </a:rPr>
              <a:t/>
            </a:r>
          </a:p>
        </p:txBody>
      </p:sp>
      <p:graphicFrame>
        <p:nvGraphicFramePr>
          <p:cNvPr id="2126" name="sanitized-table-4"/>
          <p:cNvGraphicFramePr/>
          <p:nvPr/>
        </p:nvGraphicFramePr>
        <p:xfrm>
          <a:off xmlns:a="http://schemas.openxmlformats.org/drawingml/2006/main" x="441627" y="2071525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{80D8D8A9-949E-4B8C-BB15-63F78EA36203}</a:tableStyleId>
              </a:tblPr>
              <a:tblGrid>
                <a:gridCol w="1658150"/>
                <a:gridCol w="3472350"/>
              </a:tblGrid>
              <a:tr h="906300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/>
                        <a:t/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rgbClr val="BDBDBD"/>
                      </a:solidFill>
                      <a:prstDash val="solid"/>
                    </a:lnL>
                    <a:lnR w="9525" cmpd="sng">
                      <a:solidFill>
                        <a:srgbClr val="BDBDBD"/>
                      </a:solidFill>
                      <a:prstDash val="solid"/>
                    </a:lnR>
                    <a:lnT w="9525" cmpd="sng">
                      <a:solidFill>
                        <a:srgbClr val="BDBDBD"/>
                      </a:solidFill>
                      <a:prstDash val="solid"/>
                    </a:lnT>
                    <a:lnB w="9525" cmpd="sng">
                      <a:solidFill>
                        <a:srgbClr val="BDBDBD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/>
                        <a:t/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rgbClr val="BDBDBD"/>
                      </a:solidFill>
                      <a:prstDash val="solid"/>
                    </a:lnL>
                    <a:lnR w="9525" cmpd="sng">
                      <a:solidFill>
                        <a:srgbClr val="BDBDBD"/>
                      </a:solidFill>
                      <a:prstDash val="solid"/>
                    </a:lnR>
                    <a:lnT w="9525" cmpd="sng">
                      <a:solidFill>
                        <a:srgbClr val="BDBDBD"/>
                      </a:solidFill>
                      <a:prstDash val="solid"/>
                    </a:lnT>
                    <a:lnB w="9525" cmpd="sng">
                      <a:solidFill>
                        <a:srgbClr val="BDBDBD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</a:tr>
              <a:tr h="823500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/>
                        <a:t/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rgbClr val="BDBDBD"/>
                      </a:solidFill>
                      <a:prstDash val="solid"/>
                    </a:lnL>
                    <a:lnR w="9525" cmpd="sng">
                      <a:solidFill>
                        <a:srgbClr val="BDBDBD"/>
                      </a:solidFill>
                      <a:prstDash val="solid"/>
                    </a:lnR>
                    <a:lnT w="9525" cmpd="sng">
                      <a:solidFill>
                        <a:srgbClr val="BDBDBD"/>
                      </a:solidFill>
                      <a:prstDash val="solid"/>
                    </a:lnT>
                    <a:lnB w="9525" cmpd="sng">
                      <a:solidFill>
                        <a:srgbClr val="BDBDBD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/>
                        <a:t/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rgbClr val="BDBDBD"/>
                      </a:solidFill>
                      <a:prstDash val="solid"/>
                    </a:lnL>
                    <a:lnR w="9525" cmpd="sng">
                      <a:solidFill>
                        <a:srgbClr val="BDBDBD"/>
                      </a:solidFill>
                      <a:prstDash val="solid"/>
                    </a:lnR>
                    <a:lnT w="9525" cmpd="sng">
                      <a:solidFill>
                        <a:srgbClr val="BDBDBD"/>
                      </a:solidFill>
                      <a:prstDash val="solid"/>
                    </a:lnT>
                    <a:lnB w="9525" cmpd="sng">
                      <a:solidFill>
                        <a:srgbClr val="BDBDBD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</a:tr>
              <a:tr h="756250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/>
                        <a:t/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rgbClr val="BDBDBD"/>
                      </a:solidFill>
                      <a:prstDash val="solid"/>
                    </a:lnL>
                    <a:lnR w="9525" cmpd="sng">
                      <a:solidFill>
                        <a:srgbClr val="BDBDBD"/>
                      </a:solidFill>
                      <a:prstDash val="solid"/>
                    </a:lnR>
                    <a:lnT w="9525" cmpd="sng">
                      <a:solidFill>
                        <a:srgbClr val="BDBDBD"/>
                      </a:solidFill>
                      <a:prstDash val="solid"/>
                    </a:lnT>
                    <a:lnB w="9525" cmpd="sng">
                      <a:solidFill>
                        <a:srgbClr val="BDBDBD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381000" lvl="0" indent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sz="1300"/>
                        <a:t/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rgbClr val="BDBDBD"/>
                      </a:solidFill>
                      <a:prstDash val="solid"/>
                    </a:lnL>
                    <a:lnR w="9525" cmpd="sng">
                      <a:solidFill>
                        <a:srgbClr val="BDBDBD"/>
                      </a:solidFill>
                      <a:prstDash val="solid"/>
                    </a:lnR>
                    <a:lnT w="9525" cmpd="sng">
                      <a:solidFill>
                        <a:srgbClr val="BDBDBD"/>
                      </a:solidFill>
                      <a:prstDash val="solid"/>
                    </a:lnT>
                    <a:lnB w="9525" cmpd="sng">
                      <a:solidFill>
                        <a:srgbClr val="BDBDBD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</a:tr>
              <a:tr h="756250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/>
                        <a:t/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rgbClr val="BDBDBD"/>
                      </a:solidFill>
                      <a:prstDash val="solid"/>
                    </a:lnL>
                    <a:lnR w="9525" cmpd="sng">
                      <a:solidFill>
                        <a:srgbClr val="BDBDBD"/>
                      </a:solidFill>
                      <a:prstDash val="solid"/>
                    </a:lnR>
                    <a:lnT w="9525" cmpd="sng">
                      <a:solidFill>
                        <a:srgbClr val="BDBDBD"/>
                      </a:solidFill>
                      <a:prstDash val="solid"/>
                    </a:lnT>
                    <a:lnB w="9525" cmpd="sng">
                      <a:solidFill>
                        <a:srgbClr val="BDBDBD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381000" lvl="0" indent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sz="1300"/>
                        <a:t/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rgbClr val="BDBDBD"/>
                      </a:solidFill>
                      <a:prstDash val="solid"/>
                    </a:lnL>
                    <a:lnR w="9525" cmpd="sng">
                      <a:solidFill>
                        <a:srgbClr val="BDBDBD"/>
                      </a:solidFill>
                      <a:prstDash val="solid"/>
                    </a:lnR>
                    <a:lnT w="9525" cmpd="sng">
                      <a:solidFill>
                        <a:srgbClr val="BDBDBD"/>
                      </a:solidFill>
                      <a:prstDash val="solid"/>
                    </a:lnT>
                    <a:lnB w="9525" cmpd="sng">
                      <a:solidFill>
                        <a:srgbClr val="BDBDBD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27" name="sanitized-table-5"/>
          <p:cNvGraphicFramePr/>
          <p:nvPr/>
        </p:nvGraphicFramePr>
        <p:xfrm>
          <a:off xmlns:a="http://schemas.openxmlformats.org/drawingml/2006/main" x="6491963" y="2065463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{80D8D8A9-949E-4B8C-BB15-63F78EA36203}</a:tableStyleId>
              </a:tblPr>
              <a:tblGrid>
                <a:gridCol w="1467550"/>
                <a:gridCol w="3787775"/>
              </a:tblGrid>
              <a:tr h="855325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/>
                        <a:t/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rgbClr val="BDBDBD"/>
                      </a:solidFill>
                      <a:prstDash val="solid"/>
                    </a:lnL>
                    <a:lnR w="9525" cmpd="sng">
                      <a:solidFill>
                        <a:srgbClr val="BDBDBD"/>
                      </a:solidFill>
                      <a:prstDash val="solid"/>
                    </a:lnR>
                    <a:lnT w="9525" cmpd="sng">
                      <a:solidFill>
                        <a:srgbClr val="BDBDBD"/>
                      </a:solidFill>
                      <a:prstDash val="solid"/>
                    </a:lnT>
                    <a:lnB w="9525" cmpd="sng">
                      <a:solidFill>
                        <a:srgbClr val="BDBDBD"/>
                      </a:solidFill>
                      <a:prstDash val="soli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/>
                        <a:t/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rgbClr val="BDBDBD"/>
                      </a:solidFill>
                      <a:prstDash val="solid"/>
                    </a:lnL>
                    <a:lnR w="9525" cmpd="sng">
                      <a:solidFill>
                        <a:srgbClr val="BDBDBD"/>
                      </a:solidFill>
                      <a:prstDash val="solid"/>
                    </a:lnR>
                    <a:lnT w="9525" cmpd="sng">
                      <a:solidFill>
                        <a:srgbClr val="BDBDBD"/>
                      </a:solidFill>
                      <a:prstDash val="solid"/>
                    </a:lnT>
                    <a:lnB w="9525" cmpd="sng">
                      <a:solidFill>
                        <a:srgbClr val="BDBDBD"/>
                      </a:solidFill>
                      <a:prstDash val="solid"/>
                    </a:lnB>
                    <a:solidFill>
                      <a:srgbClr val="FDECE9"/>
                    </a:solidFill>
                  </a:tcPr>
                </a:tc>
              </a:tr>
              <a:tr h="713725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/>
                        <a:t/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rgbClr val="BDBDBD"/>
                      </a:solidFill>
                      <a:prstDash val="solid"/>
                    </a:lnL>
                    <a:lnR w="9525" cmpd="sng">
                      <a:solidFill>
                        <a:srgbClr val="BDBDBD"/>
                      </a:solidFill>
                      <a:prstDash val="solid"/>
                    </a:lnR>
                    <a:lnT w="9525" cmpd="sng">
                      <a:solidFill>
                        <a:srgbClr val="BDBDBD"/>
                      </a:solidFill>
                      <a:prstDash val="solid"/>
                    </a:lnT>
                    <a:lnB w="9525" cmpd="sng">
                      <a:solidFill>
                        <a:srgbClr val="BDBDBD"/>
                      </a:solidFill>
                      <a:prstDash val="soli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381000" lvl="0" indent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sz="1300"/>
                        <a:t/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rgbClr val="BDBDBD"/>
                      </a:solidFill>
                      <a:prstDash val="solid"/>
                    </a:lnL>
                    <a:lnR w="9525" cmpd="sng">
                      <a:solidFill>
                        <a:srgbClr val="BDBDBD"/>
                      </a:solidFill>
                      <a:prstDash val="solid"/>
                    </a:lnR>
                    <a:lnT w="9525" cmpd="sng">
                      <a:solidFill>
                        <a:srgbClr val="BDBDBD"/>
                      </a:solidFill>
                      <a:prstDash val="solid"/>
                    </a:lnT>
                    <a:lnB w="9525" cmpd="sng">
                      <a:solidFill>
                        <a:srgbClr val="BDBDBD"/>
                      </a:solidFill>
                      <a:prstDash val="solid"/>
                    </a:lnB>
                    <a:solidFill>
                      <a:srgbClr val="FDECE9"/>
                    </a:solidFill>
                  </a:tcPr>
                </a:tc>
              </a:tr>
              <a:tr h="713725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/>
                        <a:t/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rgbClr val="BDBDBD"/>
                      </a:solidFill>
                      <a:prstDash val="solid"/>
                    </a:lnL>
                    <a:lnR w="9525" cmpd="sng">
                      <a:solidFill>
                        <a:srgbClr val="BDBDBD"/>
                      </a:solidFill>
                      <a:prstDash val="solid"/>
                    </a:lnR>
                    <a:lnT w="9525" cmpd="sng">
                      <a:solidFill>
                        <a:srgbClr val="BDBDBD"/>
                      </a:solidFill>
                      <a:prstDash val="solid"/>
                    </a:lnT>
                    <a:lnB w="9525" cmpd="sng">
                      <a:solidFill>
                        <a:srgbClr val="BDBDBD"/>
                      </a:solidFill>
                      <a:prstDash val="soli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381000" lvl="0" indent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sz="1300"/>
                        <a:t/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rgbClr val="BDBDBD"/>
                      </a:solidFill>
                      <a:prstDash val="solid"/>
                    </a:lnL>
                    <a:lnR w="9525" cmpd="sng">
                      <a:solidFill>
                        <a:srgbClr val="BDBDBD"/>
                      </a:solidFill>
                      <a:prstDash val="solid"/>
                    </a:lnR>
                    <a:lnT w="9525" cmpd="sng">
                      <a:solidFill>
                        <a:srgbClr val="BDBDBD"/>
                      </a:solidFill>
                      <a:prstDash val="solid"/>
                    </a:lnT>
                    <a:lnB w="9525" cmpd="sng">
                      <a:solidFill>
                        <a:srgbClr val="BDBDBD"/>
                      </a:solidFill>
                      <a:prstDash val="solid"/>
                    </a:lnB>
                    <a:solidFill>
                      <a:srgbClr val="FDECE9"/>
                    </a:solidFill>
                  </a:tcPr>
                </a:tc>
              </a:tr>
              <a:tr h="713725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/>
                        <a:t/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rgbClr val="BDBDBD"/>
                      </a:solidFill>
                      <a:prstDash val="solid"/>
                    </a:lnL>
                    <a:lnR w="9525" cmpd="sng">
                      <a:solidFill>
                        <a:srgbClr val="BDBDBD"/>
                      </a:solidFill>
                      <a:prstDash val="solid"/>
                    </a:lnR>
                    <a:lnT w="9525" cmpd="sng">
                      <a:solidFill>
                        <a:srgbClr val="BDBDBD"/>
                      </a:solidFill>
                      <a:prstDash val="solid"/>
                    </a:lnT>
                    <a:lnB w="9525" cmpd="sng">
                      <a:solidFill>
                        <a:srgbClr val="BDBDBD"/>
                      </a:solidFill>
                      <a:prstDash val="soli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381000" lvl="0" indent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sz="1300"/>
                        <a:t/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rgbClr val="BDBDBD"/>
                      </a:solidFill>
                      <a:prstDash val="solid"/>
                    </a:lnL>
                    <a:lnR w="9525" cmpd="sng">
                      <a:solidFill>
                        <a:srgbClr val="BDBDBD"/>
                      </a:solidFill>
                      <a:prstDash val="solid"/>
                    </a:lnR>
                    <a:lnT w="9525" cmpd="sng">
                      <a:solidFill>
                        <a:srgbClr val="BDBDBD"/>
                      </a:solidFill>
                      <a:prstDash val="solid"/>
                    </a:lnT>
                    <a:lnB w="9525" cmpd="sng">
                      <a:solidFill>
                        <a:srgbClr val="BDBDBD"/>
                      </a:solidFill>
                      <a:prstDash val="solid"/>
                    </a:lnB>
                    <a:solidFill>
                      <a:srgbClr val="FDECE9"/>
                    </a:solidFill>
                  </a:tcPr>
                </a:tc>
              </a:tr>
            </a:tbl>
          </a:graphicData>
        </a:graphic>
      </p:graphicFrame>
      <p:sp>
        <p:nvSpPr>
          <p:cNvPr id="2115" name="sanitized-shape-1554">
            <a:extLst xmlns:a="http://schemas.openxmlformats.org/drawingml/2006/main">
              <a:ext uri="{FF2B5EF4-FFF2-40B4-BE49-F238E27FC236}">
                <a16:creationId xmlns:a16="http://schemas.microsoft.com/office/drawing/2014/main" id="{DCBC4FA5-4DB4-414A-A131-DACC87C2A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923" y="314330"/>
            <a:ext cx="10787100" cy="56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EE4D2D"/>
                </a:solidFill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40221297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21" name="sanitized-shape-1555">
            <a:extLst xmlns:a="http://schemas.openxmlformats.org/drawingml/2006/main">
              <a:ext uri="{FF2B5EF4-FFF2-40B4-BE49-F238E27FC236}">
                <a16:creationId xmlns:a16="http://schemas.microsoft.com/office/drawing/2014/main" id="{1188B97A-4A23-48CB-BA8F-5CCF65FDA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738" y="1743195"/>
            <a:ext cx="4458000" cy="23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sz="900" b="1">
                <a:solidFill>
                  <a:srgbClr val="ED4D2D"/>
                </a:solidFill>
              </a:rPr>
              <a:t/>
            </a:r>
          </a:p>
        </p:txBody>
      </p:sp>
      <p:sp>
        <p:nvSpPr>
          <p:cNvPr id="2123" name="sanitized-shape-1556">
            <a:extLst xmlns:a="http://schemas.openxmlformats.org/drawingml/2006/main">
              <a:ext uri="{FF2B5EF4-FFF2-40B4-BE49-F238E27FC236}">
                <a16:creationId xmlns:a16="http://schemas.microsoft.com/office/drawing/2014/main" id="{3337FA80-D00D-405A-BE06-E919AF1A116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57674" y="6356349"/>
            <a:ext cx="2742000" cy="36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51425" tIns="25700" rIns="51425" bIns="2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69ADA83D-DF77-AA76-6DA0-7A70CD7A4D20}" type="slidenum">
              <a:t/>
            </a:fld>
          </a:p>
        </p:txBody>
      </p:sp>
      <p:sp>
        <p:nvSpPr>
          <p:cNvPr id="2124" name="sanitized-shape-1557">
            <a:extLst xmlns:a="http://schemas.openxmlformats.org/drawingml/2006/main">
              <a:ext uri="{FF2B5EF4-FFF2-40B4-BE49-F238E27FC236}">
                <a16:creationId xmlns:a16="http://schemas.microsoft.com/office/drawing/2014/main" id="{7E043C31-A9B0-4774-A4EA-3B5991D38D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679" y="174144"/>
            <a:ext cx="10767600" cy="563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68550" tIns="68550" rIns="68550" bIns="6855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600">
                <a:solidFill>
                  <a:srgbClr val="EE4D2D"/>
                </a:solidFill>
              </a:rPr>
              <a:t/>
            </a:r>
          </a:p>
        </p:txBody>
      </p:sp>
      <p:graphicFrame>
        <p:nvGraphicFramePr>
          <p:cNvPr id="2152" name="sanitized-table-6"/>
          <p:cNvGraphicFramePr/>
          <p:nvPr/>
        </p:nvGraphicFramePr>
        <p:xfrm>
          <a:off xmlns:a="http://schemas.openxmlformats.org/drawingml/2006/main" x="482554" y="1138113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{CDD7BB8A-1EDB-4F6B-BC6B-4E1E84436C22}</a:tableStyleId>
              </a:tblPr>
              <a:tblGrid>
                <a:gridCol w="833750"/>
                <a:gridCol w="1147825"/>
                <a:gridCol w="1238275"/>
                <a:gridCol w="1238275"/>
              </a:tblGrid>
              <a:tr h="950150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63"/>
                        <a:buFont typeface="Arial"/>
                        <a:buNone/>
                      </a:pPr>
                      <a:r>
                        <a:rPr sz="1000" b="1" u="non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76200" marR="76200" marT="85725" marB="76200"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63"/>
                        <a:buFont typeface="Arial"/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76200" marR="76200" marT="85725" marB="76200"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63"/>
                        <a:buFont typeface="Arial"/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76200" marR="76200" marT="85725" marB="76200"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63"/>
                        <a:buFont typeface="Arial"/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76200" marR="76200" marT="85725" marB="76200">
                    <a:solidFill>
                      <a:srgbClr val="152238"/>
                    </a:solidFill>
                  </a:tcPr>
                </a:tc>
              </a:tr>
              <a:tr h="1106875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033"/>
                        </a:buClr>
                        <a:buSzPts val="863"/>
                        <a:buFont typeface="Arial"/>
                        <a:buNone/>
                      </a:pPr>
                      <a:r>
                        <a:rPr sz="1000" b="1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76200" marR="76200" marT="85725" marB="76200">
                    <a:solidFill>
                      <a:srgbClr val="FFF1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415E"/>
                        </a:buClr>
                        <a:buSzPts val="795"/>
                        <a:buFont typeface="Arial"/>
                        <a:buNone/>
                      </a:pPr>
                      <a:r>
                        <a:rPr sz="1000">
                          <a:solidFill>
                            <a:srgbClr val="24415E"/>
                          </a:solidFill>
                        </a:rPr>
                        <a:t/>
                      </a:r>
                    </a:p>
                  </a:txBody>
                  <a:tcPr marL="85725" marR="85725" marT="85725" marB="76200"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415E"/>
                        </a:buClr>
                        <a:buSzPts val="795"/>
                        <a:buFont typeface="Arial"/>
                        <a:buNone/>
                      </a:pPr>
                      <a:r>
                        <a:rPr sz="1000">
                          <a:solidFill>
                            <a:srgbClr val="24415E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85725" marR="85725" marT="85725" marB="76200"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415E"/>
                        </a:buClr>
                        <a:buSzPts val="795"/>
                        <a:buFont typeface="Arial"/>
                        <a:buNone/>
                      </a:pPr>
                      <a:r>
                        <a:rPr sz="1000">
                          <a:solidFill>
                            <a:srgbClr val="24415E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85725" marR="85725" marT="85725" marB="76200">
                    <a:solidFill>
                      <a:srgbClr val="FFFDF9"/>
                    </a:solidFill>
                  </a:tcPr>
                </a:tc>
              </a:tr>
              <a:tr h="1106875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033"/>
                        </a:buClr>
                        <a:buSzPts val="863"/>
                        <a:buFont typeface="Arial"/>
                        <a:buNone/>
                      </a:pPr>
                      <a:r>
                        <a:rPr sz="1000" b="1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76200" marR="76200" marT="85725" marB="76200">
                    <a:solidFill>
                      <a:srgbClr val="FFF1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415E"/>
                        </a:buClr>
                        <a:buSzPts val="795"/>
                        <a:buFont typeface="Arial"/>
                        <a:buNone/>
                      </a:pPr>
                      <a:r>
                        <a:rPr sz="1000">
                          <a:solidFill>
                            <a:srgbClr val="24415E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85725" marR="85725" marT="85725" marB="76200">
                    <a:solidFill>
                      <a:srgbClr val="FFF8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415E"/>
                        </a:buClr>
                        <a:buSzPts val="795"/>
                        <a:buFont typeface="Arial"/>
                        <a:buNone/>
                      </a:pPr>
                      <a:r>
                        <a:rPr sz="1000">
                          <a:solidFill>
                            <a:srgbClr val="24415E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85725" marR="85725" marT="85725" marB="76200">
                    <a:solidFill>
                      <a:srgbClr val="FFF8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415E"/>
                        </a:buClr>
                        <a:buSzPts val="795"/>
                        <a:buFont typeface="Arial"/>
                        <a:buNone/>
                      </a:pPr>
                      <a:r>
                        <a:rPr sz="1000">
                          <a:solidFill>
                            <a:srgbClr val="24415E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85725" marR="85725" marT="85725" marB="76200">
                    <a:solidFill>
                      <a:srgbClr val="FFF8F2"/>
                    </a:solidFill>
                  </a:tcPr>
                </a:tc>
              </a:tr>
              <a:tr h="1106875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033"/>
                        </a:buClr>
                        <a:buSzPts val="863"/>
                        <a:buFont typeface="Arial"/>
                        <a:buNone/>
                      </a:pPr>
                      <a:r>
                        <a:rPr sz="1000" b="1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76200" marR="76200" marT="85725" marB="76200">
                    <a:solidFill>
                      <a:srgbClr val="FFF1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415E"/>
                        </a:buClr>
                        <a:buSzPts val="795"/>
                        <a:buFont typeface="Arial"/>
                        <a:buNone/>
                      </a:pPr>
                      <a:r>
                        <a:rPr sz="1000">
                          <a:solidFill>
                            <a:srgbClr val="24415E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85725" marR="85725" marT="85725" marB="76200"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415E"/>
                        </a:buClr>
                        <a:buSzPts val="795"/>
                        <a:buFont typeface="Arial"/>
                        <a:buNone/>
                      </a:pPr>
                      <a:r>
                        <a:rPr sz="1000">
                          <a:solidFill>
                            <a:srgbClr val="24415E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85725" marR="85725" marT="85725" marB="76200"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415E"/>
                        </a:buClr>
                        <a:buSzPts val="795"/>
                        <a:buFont typeface="Arial"/>
                        <a:buNone/>
                      </a:pPr>
                      <a:r>
                        <a:rPr sz="1000">
                          <a:solidFill>
                            <a:srgbClr val="24415E"/>
                          </a:solidFill>
                        </a:rPr>
                        <a:t/>
                      </a:r>
                    </a:p>
                  </a:txBody>
                  <a:tcPr marL="85725" marR="85725" marT="85725" marB="76200">
                    <a:solidFill>
                      <a:srgbClr val="FFFDF9"/>
                    </a:solidFill>
                  </a:tcPr>
                </a:tc>
              </a:tr>
              <a:tr h="1106875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033"/>
                        </a:buClr>
                        <a:buSzPts val="863"/>
                        <a:buFont typeface="Arial"/>
                        <a:buNone/>
                      </a:pPr>
                      <a:r>
                        <a:rPr sz="1000" b="1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76200" marR="76200" marT="85725" marB="76200">
                    <a:solidFill>
                      <a:srgbClr val="FFF1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415E"/>
                        </a:buClr>
                        <a:buSzPts val="795"/>
                        <a:buFont typeface="Arial"/>
                        <a:buNone/>
                      </a:pPr>
                      <a:r>
                        <a:rPr sz="1000">
                          <a:solidFill>
                            <a:srgbClr val="24415E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85725" marR="85725" marT="85725" marB="76200">
                    <a:solidFill>
                      <a:srgbClr val="FFF8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415E"/>
                        </a:buClr>
                        <a:buSzPts val="795"/>
                        <a:buFont typeface="Arial"/>
                        <a:buNone/>
                      </a:pPr>
                      <a:r>
                        <a:rPr sz="1000">
                          <a:solidFill>
                            <a:srgbClr val="24415E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85725" marR="85725" marT="85725" marB="76200">
                    <a:solidFill>
                      <a:srgbClr val="FFF8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415E"/>
                        </a:buClr>
                        <a:buSzPts val="795"/>
                        <a:buFont typeface="Arial"/>
                        <a:buNone/>
                      </a:pPr>
                      <a:r>
                        <a:rPr sz="1000">
                          <a:solidFill>
                            <a:srgbClr val="24415E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85725" marR="85725" marT="85725" marB="76200">
                    <a:solidFill>
                      <a:srgbClr val="FFF8F2"/>
                    </a:solidFill>
                  </a:tcPr>
                </a:tc>
              </a:tr>
            </a:tbl>
          </a:graphicData>
        </a:graphic>
      </p:graphicFrame>
      <p:sp>
        <p:nvSpPr>
          <p:cNvPr id="2126" name="sanitized-shape-1558">
            <a:extLst xmlns:a="http://schemas.openxmlformats.org/drawingml/2006/main">
              <a:ext uri="{FF2B5EF4-FFF2-40B4-BE49-F238E27FC236}">
                <a16:creationId xmlns:a16="http://schemas.microsoft.com/office/drawing/2014/main" id="{9B341983-D9B8-4975-99B7-CE8029891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454" y="823375"/>
            <a:ext cx="44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sz="1250" b="1">
                <a:solidFill>
                  <a:srgbClr val="172033"/>
                </a:solidFill>
              </a:rPr>
              <a:t/>
            </a:r>
          </a:p>
        </p:txBody>
      </p:sp>
      <p:sp>
        <p:nvSpPr>
          <p:cNvPr id="2128" name="sanitized-shape-1559">
            <a:extLst xmlns:a="http://schemas.openxmlformats.org/drawingml/2006/main">
              <a:ext uri="{FF2B5EF4-FFF2-40B4-BE49-F238E27FC236}">
                <a16:creationId xmlns:a16="http://schemas.microsoft.com/office/drawing/2014/main" id="{310C2B09-1354-4451-B02E-1468CE813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4948" y="817123"/>
            <a:ext cx="624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sz="1250" b="1">
                <a:solidFill>
                  <a:srgbClr val="172033"/>
                </a:solidFill>
              </a:rPr>
              <a:t/>
            </a:r>
          </a:p>
        </p:txBody>
      </p:sp>
      <p:cxnSp>
        <p:nvCxnSpPr>
          <p:cNvPr id="2155" name="sanitized-shape-1560"/>
          <p:cNvCxnSpPr/>
          <p:nvPr/>
        </p:nvCxnSpPr>
        <p:spPr>
          <a:xfrm xmlns:a="http://schemas.openxmlformats.org/drawingml/2006/main">
            <a:off x="5122743" y="932725"/>
            <a:ext cx="0" cy="56400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BDBDBD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30" name="sanitized-shape-1561">
            <a:extLst xmlns:a="http://schemas.openxmlformats.org/drawingml/2006/main">
              <a:ext uri="{FF2B5EF4-FFF2-40B4-BE49-F238E27FC236}">
                <a16:creationId xmlns:a16="http://schemas.microsoft.com/office/drawing/2014/main" id="{712FA1BD-AF24-4468-A42F-BFE18C7A5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4848" y="5180301"/>
            <a:ext cx="6307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sz="1250" b="1">
                <a:solidFill>
                  <a:srgbClr val="172033"/>
                </a:solidFill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77119808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35" name="sanitized-shape-1562">
            <a:extLst xmlns:a="http://schemas.openxmlformats.org/drawingml/2006/main">
              <a:ext uri="{FF2B5EF4-FFF2-40B4-BE49-F238E27FC236}">
                <a16:creationId xmlns:a16="http://schemas.microsoft.com/office/drawing/2014/main" id="{8491CECE-5426-400E-A6BC-72AC59EF2C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3625" y="133800"/>
            <a:ext cx="11082600" cy="486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68550" tIns="68550" rIns="68550" bIns="6855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136" name="sanitized-shape-1563">
            <a:extLst xmlns:a="http://schemas.openxmlformats.org/drawingml/2006/main">
              <a:ext uri="{FF2B5EF4-FFF2-40B4-BE49-F238E27FC236}">
                <a16:creationId xmlns:a16="http://schemas.microsoft.com/office/drawing/2014/main" id="{36D47DC0-BA2C-4D8D-97DF-6AA53C66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9991" y="6372775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rPr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/>
            </a:fld>
          </a:p>
        </p:txBody>
      </p:sp>
      <p:graphicFrame>
        <p:nvGraphicFramePr>
          <p:cNvPr id="2140" name="sanitized-table-7"/>
          <p:cNvGraphicFramePr/>
          <p:nvPr/>
        </p:nvGraphicFramePr>
        <p:xfrm>
          <a:off xmlns:a="http://schemas.openxmlformats.org/drawingml/2006/main" x="344147" y="909348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{80D8D8A9-949E-4B8C-BB15-63F78EA36203}</a:tableStyleId>
              </a:tblPr>
              <a:tblGrid>
                <a:gridCol w="739925"/>
                <a:gridCol w="1701800"/>
                <a:gridCol w="8934400"/>
              </a:tblGrid>
              <a:tr h="526225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/>
                        <a:t/>
                      </a:r>
                    </a:p>
                  </a:txBody>
                  <a:tcPr marL="121875" marR="121875" marT="121900" marB="121900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/>
                        <a:t/>
                      </a:r>
                    </a:p>
                  </a:txBody>
                  <a:tcPr marL="121875" marR="121875" marT="121900" marB="121900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/>
                        <a:t/>
                      </a:r>
                    </a:p>
                  </a:txBody>
                  <a:tcPr marL="121875" marR="121875" marT="121900" marB="121900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33325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/>
                        <a:t/>
                      </a:r>
                    </a:p>
                  </a:txBody>
                  <a:tcPr marL="121875" marR="121875" marT="121900" marB="121900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sz="1500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121875" marR="121875" marT="121900" marB="121900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32385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AutoNum type="arabicPeriod"/>
                      </a:pPr>
                      <a:r>
                        <a:rPr sz="1500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121875" marR="121875" marT="121900" marB="121900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49775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/>
                        <a:t/>
                      </a:r>
                    </a:p>
                  </a:txBody>
                  <a:tcPr marL="121875" marR="121875" marT="121900" marB="121900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sz="1500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121875" marR="121875" marT="121900" marB="121900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sz="1500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121875" marR="121875" marT="121900" marB="121900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943250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/>
                        <a:t/>
                      </a:r>
                    </a:p>
                  </a:txBody>
                  <a:tcPr marL="121875" marR="121875" marT="121900" marB="121900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121875" marR="121875" marT="121900" marB="121900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32385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AutoNum type="arabicPeriod"/>
                      </a:pPr>
                      <a:r>
                        <a:rPr sz="1500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121875" marR="121875" marT="121900" marB="121900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06564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42" name="sanitized-shape-1564">
            <a:extLst xmlns:a="http://schemas.openxmlformats.org/drawingml/2006/main">
              <a:ext uri="{FF2B5EF4-FFF2-40B4-BE49-F238E27FC236}">
                <a16:creationId xmlns:a16="http://schemas.microsoft.com/office/drawing/2014/main" id="{95AE51DE-A303-4125-ABC5-D9F250FAC9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33033" y="183700"/>
            <a:ext cx="11211600" cy="42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68550" tIns="68550" rIns="68550" bIns="6855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rgbClr val="E93F33"/>
                </a:solidFill>
              </a:rPr>
              <a:t/>
            </a:r>
          </a:p>
        </p:txBody>
      </p:sp>
      <p:sp>
        <p:nvSpPr>
          <p:cNvPr id="2143" name="sanitized-shape-1565">
            <a:extLst xmlns:a="http://schemas.openxmlformats.org/drawingml/2006/main">
              <a:ext uri="{FF2B5EF4-FFF2-40B4-BE49-F238E27FC236}">
                <a16:creationId xmlns:a16="http://schemas.microsoft.com/office/drawing/2014/main" id="{03649729-FAFE-42F9-B7BB-657B51B1629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944993" y="4767262"/>
            <a:ext cx="2057100" cy="27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51425" tIns="25700" rIns="51425" bIns="25700" anchor="ctr">
            <a:norm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69ADA83D-DF77-AA76-6DA0-7A70CD7A4D20}" type="slidenum">
              <a:t/>
            </a:fld>
          </a:p>
        </p:txBody>
      </p:sp>
      <p:sp>
        <p:nvSpPr>
          <p:cNvPr id="2144" name="sanitized-shape-1566">
            <a:extLst xmlns:a="http://schemas.openxmlformats.org/drawingml/2006/main">
              <a:ext uri="{FF2B5EF4-FFF2-40B4-BE49-F238E27FC236}">
                <a16:creationId xmlns:a16="http://schemas.microsoft.com/office/drawing/2014/main" id="{E5F876B7-F4E6-4771-ABC1-8E3BFAF54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184" y="4722550"/>
            <a:ext cx="11379600" cy="154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60925" rIns="121875" bIns="609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chemeClr val="dk1"/>
                </a:solidFill>
              </a:rPr>
              <a:t/>
            </a:r>
          </a:p>
        </p:txBody>
      </p:sp>
      <p:sp>
        <p:nvSpPr>
          <p:cNvPr id="2145" name="sanitized-shape-1567">
            <a:extLst xmlns:a="http://schemas.openxmlformats.org/drawingml/2006/main">
              <a:ext uri="{FF2B5EF4-FFF2-40B4-BE49-F238E27FC236}">
                <a16:creationId xmlns:a16="http://schemas.microsoft.com/office/drawing/2014/main" id="{62DA2F3A-7B68-4FFA-9507-035C6A4F9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345" y="4973851"/>
            <a:ext cx="154500" cy="14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3F3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2146" name="sanitized-shape-1568">
            <a:extLst xmlns:a="http://schemas.openxmlformats.org/drawingml/2006/main">
              <a:ext uri="{FF2B5EF4-FFF2-40B4-BE49-F238E27FC236}">
                <a16:creationId xmlns:a16="http://schemas.microsoft.com/office/drawing/2014/main" id="{1CA3669C-9882-40B9-80E7-11D386CDB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353" y="5376591"/>
            <a:ext cx="154500" cy="14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3F3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2147" name="sanitized-shape-1569">
            <a:extLst xmlns:a="http://schemas.openxmlformats.org/drawingml/2006/main">
              <a:ext uri="{FF2B5EF4-FFF2-40B4-BE49-F238E27FC236}">
                <a16:creationId xmlns:a16="http://schemas.microsoft.com/office/drawing/2014/main" id="{1D6B3D07-4A83-4141-A93C-A2E8376CA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175" y="6297735"/>
            <a:ext cx="10767600" cy="24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121875" rIns="0" bIns="1218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highlight>
                  <a:schemeClr val="lt1"/>
                </a:highlight>
              </a:rPr>
              <a:t/>
            </a:r>
          </a:p>
        </p:txBody>
      </p:sp>
      <p:sp>
        <p:nvSpPr>
          <p:cNvPr id="2148" name="sanitized-shape-1570">
            <a:extLst xmlns:a="http://schemas.openxmlformats.org/drawingml/2006/main">
              <a:ext uri="{FF2B5EF4-FFF2-40B4-BE49-F238E27FC236}">
                <a16:creationId xmlns:a16="http://schemas.microsoft.com/office/drawing/2014/main" id="{19637923-57C9-4195-BEAE-3B6A4675F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174" y="864770"/>
            <a:ext cx="6863400" cy="30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200" b="1"/>
              <a:t/>
            </a:r>
          </a:p>
        </p:txBody>
      </p:sp>
      <p:graphicFrame>
        <p:nvGraphicFramePr>
          <p:cNvPr id="2166" name="sanitized-table-8"/>
          <p:cNvGraphicFramePr/>
          <p:nvPr/>
        </p:nvGraphicFramePr>
        <p:xfrm>
          <a:off xmlns:a="http://schemas.openxmlformats.org/drawingml/2006/main" x="365225" y="1184438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{CDD7BB8A-1EDB-4F6B-BC6B-4E1E84436C22}</a:tableStyleId>
              </a:tblPr>
              <a:tblGrid>
                <a:gridCol w="1371225"/>
                <a:gridCol w="1358700"/>
                <a:gridCol w="1219525"/>
                <a:gridCol w="853350"/>
                <a:gridCol w="782600"/>
                <a:gridCol w="1155950"/>
                <a:gridCol w="773000"/>
                <a:gridCol w="773000"/>
                <a:gridCol w="773000"/>
                <a:gridCol w="721475"/>
                <a:gridCol w="650725"/>
                <a:gridCol w="946800"/>
              </a:tblGrid>
              <a:tr h="249275">
                <a:tc rowSpan="3"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</a:p>
                  </a:txBody>
                  <a:tcPr marL="38100" marR="38100" marT="25400" marB="25400" anchor="b">
                    <a:lnL w="10175" cmpd="sng">
                      <a:solidFill>
                        <a:srgbClr val="000000"/>
                      </a:solidFill>
                      <a:prstDash val="solid"/>
                    </a:lnL>
                    <a:lnR w="10175" cmpd="sng">
                      <a:solidFill>
                        <a:srgbClr val="000000"/>
                      </a:solidFill>
                      <a:prstDash val="solid"/>
                    </a:lnR>
                    <a:lnT w="10175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b">
                    <a:lnL w="10175" cmpd="sng">
                      <a:solidFill>
                        <a:srgbClr val="000000"/>
                      </a:solidFill>
                      <a:prstDash val="solid"/>
                    </a:lnL>
                    <a:lnR w="10175" cmpd="sng">
                      <a:solidFill>
                        <a:srgbClr val="FFFFFF"/>
                      </a:solidFill>
                      <a:prstDash val="solid"/>
                    </a:lnR>
                    <a:lnT w="10175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ctr">
                    <a:lnL w="10175" cmpd="sng">
                      <a:solidFill>
                        <a:srgbClr val="FFFFFF"/>
                      </a:solidFill>
                      <a:prstDash val="solid"/>
                    </a:lnL>
                    <a:lnR w="10175" cmpd="sng">
                      <a:solidFill>
                        <a:srgbClr val="FFFFFF"/>
                      </a:solidFill>
                      <a:prstDash val="solid"/>
                    </a:lnR>
                    <a:lnT w="10175" cmpd="sng">
                      <a:solidFill>
                        <a:srgbClr val="000000"/>
                      </a:solidFill>
                      <a:prstDash val="solid"/>
                    </a:lnT>
                    <a:lnB w="10175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 gridSpan="9"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b">
                    <a:lnL w="10175" cmpd="sng">
                      <a:solidFill>
                        <a:srgbClr val="FFFFFF"/>
                      </a:solidFill>
                      <a:prstDash val="solid"/>
                    </a:lnL>
                    <a:lnR w="10175" cmpd="sng">
                      <a:solidFill>
                        <a:srgbClr val="FFFFFF"/>
                      </a:solidFill>
                      <a:prstDash val="solid"/>
                    </a:lnR>
                    <a:lnB w="10175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</a:tr>
              <a:tr h="139300"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b">
                    <a:lnL w="10175" cmpd="sng">
                      <a:solidFill>
                        <a:srgbClr val="FFFFFF"/>
                      </a:solidFill>
                      <a:prstDash val="solid"/>
                    </a:lnL>
                    <a:lnR w="10175" cmpd="sng">
                      <a:solidFill>
                        <a:srgbClr val="FFFFFF"/>
                      </a:solidFill>
                      <a:prstDash val="solid"/>
                    </a:lnR>
                    <a:lnT w="10175" cmpd="sng">
                      <a:solidFill>
                        <a:srgbClr val="FFFFFF"/>
                      </a:solidFill>
                      <a:prstDash val="solid"/>
                    </a:lnT>
                    <a:lnB w="10175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solidFill>
                            <a:schemeClr val="lt1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b">
                    <a:lnL w="10175" cmpd="sng">
                      <a:solidFill>
                        <a:srgbClr val="FFFFFF"/>
                      </a:solidFill>
                      <a:prstDash val="solid"/>
                    </a:lnL>
                    <a:lnR w="10175" cmpd="sng">
                      <a:solidFill>
                        <a:srgbClr val="FFFFFF"/>
                      </a:solidFill>
                      <a:prstDash val="solid"/>
                    </a:lnR>
                    <a:lnT w="10175" cmpd="sng">
                      <a:solidFill>
                        <a:srgbClr val="FFFFFF"/>
                      </a:solidFill>
                      <a:prstDash val="solid"/>
                    </a:lnT>
                    <a:lnB w="10175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solidFill>
                            <a:schemeClr val="lt1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b">
                    <a:lnL w="10175" cmpd="sng">
                      <a:solidFill>
                        <a:srgbClr val="FFFFFF"/>
                      </a:solidFill>
                      <a:prstDash val="solid"/>
                    </a:lnL>
                    <a:lnR w="10175" cmpd="sng">
                      <a:solidFill>
                        <a:srgbClr val="FFFFFF"/>
                      </a:solidFill>
                      <a:prstDash val="solid"/>
                    </a:lnR>
                    <a:lnT w="10175" cmpd="sng">
                      <a:solidFill>
                        <a:srgbClr val="FFFFFF"/>
                      </a:solidFill>
                      <a:prstDash val="solid"/>
                    </a:lnT>
                    <a:lnB w="10175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b">
                    <a:lnL w="10175" cmpd="sng">
                      <a:solidFill>
                        <a:srgbClr val="FFFFFF"/>
                      </a:solidFill>
                      <a:prstDash val="solid"/>
                    </a:lnL>
                    <a:lnR w="10175" cmpd="sng">
                      <a:solidFill>
                        <a:srgbClr val="FFFFFF"/>
                      </a:solidFill>
                      <a:prstDash val="solid"/>
                    </a:lnR>
                    <a:lnT w="10175" cmpd="sng">
                      <a:solidFill>
                        <a:srgbClr val="FFFFFF"/>
                      </a:solidFill>
                      <a:prstDash val="solid"/>
                    </a:lnT>
                    <a:lnB w="10175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solidFill>
                            <a:schemeClr val="lt1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b">
                    <a:lnL w="10175" cmpd="sng">
                      <a:solidFill>
                        <a:srgbClr val="FFFFFF"/>
                      </a:solidFill>
                      <a:prstDash val="solid"/>
                    </a:lnL>
                    <a:lnR w="10175" cmpd="sng">
                      <a:solidFill>
                        <a:srgbClr val="FFFFFF"/>
                      </a:solidFill>
                      <a:prstDash val="solid"/>
                    </a:lnR>
                    <a:lnT w="10175" cmpd="sng">
                      <a:solidFill>
                        <a:srgbClr val="FFFFFF"/>
                      </a:solidFill>
                      <a:prstDash val="solid"/>
                    </a:lnT>
                    <a:lnB w="10175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solidFill>
                            <a:schemeClr val="lt1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b">
                    <a:lnL w="10175" cmpd="sng">
                      <a:solidFill>
                        <a:srgbClr val="FFFFFF"/>
                      </a:solidFill>
                      <a:prstDash val="solid"/>
                    </a:lnL>
                    <a:lnR w="10175" cmpd="sng">
                      <a:solidFill>
                        <a:srgbClr val="FFFFFF"/>
                      </a:solidFill>
                      <a:prstDash val="solid"/>
                    </a:lnR>
                    <a:lnT w="10175" cmpd="sng">
                      <a:solidFill>
                        <a:srgbClr val="FFFFFF"/>
                      </a:solidFill>
                      <a:prstDash val="solid"/>
                    </a:lnT>
                    <a:lnB w="10175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sz="1100" b="1">
                          <a:solidFill>
                            <a:schemeClr val="lt1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b">
                    <a:lnL w="10175" cmpd="sng">
                      <a:solidFill>
                        <a:srgbClr val="FFFFFF"/>
                      </a:solidFill>
                      <a:prstDash val="solid"/>
                    </a:lnL>
                    <a:lnR w="10175" cmpd="sng">
                      <a:solidFill>
                        <a:srgbClr val="FFFFFF"/>
                      </a:solidFill>
                      <a:prstDash val="solid"/>
                    </a:lnR>
                    <a:lnT w="10175" cmpd="sng">
                      <a:solidFill>
                        <a:srgbClr val="FFFFFF"/>
                      </a:solidFill>
                      <a:prstDash val="solid"/>
                    </a:lnT>
                    <a:lnB w="10175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241300"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b">
                    <a:lnL w="10175" cmpd="sng">
                      <a:solidFill>
                        <a:srgbClr val="FFFFFF"/>
                      </a:solidFill>
                      <a:prstDash val="solid"/>
                    </a:lnL>
                    <a:lnR w="10175" cmpd="sng">
                      <a:solidFill>
                        <a:srgbClr val="FFFFFF"/>
                      </a:solidFill>
                      <a:prstDash val="solid"/>
                    </a:lnR>
                    <a:lnT w="10175" cmpd="sng">
                      <a:solidFill>
                        <a:srgbClr val="FFFFFF"/>
                      </a:solidFill>
                      <a:prstDash val="solid"/>
                    </a:lnT>
                    <a:lnB w="25400" cmpd="sng">
                      <a:solidFill>
                        <a:srgbClr val="E93F3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b">
                    <a:lnL w="10175" cmpd="sng">
                      <a:solidFill>
                        <a:srgbClr val="FFFFFF"/>
                      </a:solidFill>
                      <a:prstDash val="solid"/>
                    </a:lnL>
                    <a:lnR w="10175" cmpd="sng">
                      <a:solidFill>
                        <a:srgbClr val="FFFFFF"/>
                      </a:solidFill>
                      <a:prstDash val="solid"/>
                    </a:lnR>
                    <a:lnT w="10175" cmpd="sng">
                      <a:solidFill>
                        <a:srgbClr val="FFFFFF"/>
                      </a:solidFill>
                      <a:prstDash val="solid"/>
                    </a:lnT>
                    <a:lnB w="1017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b">
                    <a:lnL w="10175" cmpd="sng">
                      <a:solidFill>
                        <a:srgbClr val="FFFFFF"/>
                      </a:solidFill>
                      <a:prstDash val="solid"/>
                    </a:lnL>
                    <a:lnR w="10175" cmpd="sng">
                      <a:solidFill>
                        <a:srgbClr val="FFFFFF"/>
                      </a:solidFill>
                      <a:prstDash val="solid"/>
                    </a:lnR>
                    <a:lnT w="10175" cmpd="sng">
                      <a:solidFill>
                        <a:srgbClr val="FFFFFF"/>
                      </a:solidFill>
                      <a:prstDash val="solid"/>
                    </a:lnT>
                    <a:lnB w="1017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b">
                    <a:lnL w="10175" cmpd="sng">
                      <a:solidFill>
                        <a:srgbClr val="FFFFFF"/>
                      </a:solidFill>
                      <a:prstDash val="solid"/>
                    </a:lnL>
                    <a:lnR w="10175" cmpd="sng">
                      <a:solidFill>
                        <a:srgbClr val="FFFFFF"/>
                      </a:solidFill>
                      <a:prstDash val="solid"/>
                    </a:lnR>
                    <a:lnT w="10175" cmpd="sng">
                      <a:solidFill>
                        <a:srgbClr val="FFFFFF"/>
                      </a:solidFill>
                      <a:prstDash val="solid"/>
                    </a:lnT>
                    <a:lnB w="25400" cmpd="sng">
                      <a:solidFill>
                        <a:srgbClr val="E93F3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b">
                    <a:lnL w="10175" cmpd="sng">
                      <a:solidFill>
                        <a:srgbClr val="FFFFFF"/>
                      </a:solidFill>
                      <a:prstDash val="solid"/>
                    </a:lnL>
                    <a:lnR w="10175" cmpd="sng">
                      <a:solidFill>
                        <a:srgbClr val="FFFFFF"/>
                      </a:solidFill>
                      <a:prstDash val="solid"/>
                    </a:lnR>
                    <a:lnT w="10175" cmpd="sng">
                      <a:solidFill>
                        <a:srgbClr val="FFFFFF"/>
                      </a:solidFill>
                      <a:prstDash val="solid"/>
                    </a:lnT>
                    <a:lnB w="25400" cmpd="sng">
                      <a:solidFill>
                        <a:srgbClr val="E93F3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b">
                    <a:lnL w="10175" cmpd="sng">
                      <a:solidFill>
                        <a:srgbClr val="FFFFFF"/>
                      </a:solidFill>
                      <a:prstDash val="solid"/>
                    </a:lnL>
                    <a:lnR w="10175" cmpd="sng">
                      <a:solidFill>
                        <a:srgbClr val="FFFFFF"/>
                      </a:solidFill>
                      <a:prstDash val="solid"/>
                    </a:lnR>
                    <a:lnT w="10175" cmpd="sng">
                      <a:solidFill>
                        <a:srgbClr val="FFFFFF"/>
                      </a:solidFill>
                      <a:prstDash val="solid"/>
                    </a:lnT>
                    <a:lnB w="25400" cmpd="sng">
                      <a:solidFill>
                        <a:srgbClr val="E93F3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b">
                    <a:lnL w="10175" cmpd="sng">
                      <a:solidFill>
                        <a:srgbClr val="FFFFFF"/>
                      </a:solidFill>
                      <a:prstDash val="solid"/>
                    </a:lnL>
                    <a:lnR w="10175" cmpd="sng">
                      <a:solidFill>
                        <a:srgbClr val="FFFFFF"/>
                      </a:solidFill>
                      <a:prstDash val="solid"/>
                    </a:lnR>
                    <a:lnT w="10175" cmpd="sng">
                      <a:solidFill>
                        <a:srgbClr val="FFFFFF"/>
                      </a:solidFill>
                      <a:prstDash val="solid"/>
                    </a:lnT>
                    <a:lnB w="25400" cmpd="sng">
                      <a:solidFill>
                        <a:srgbClr val="E93F3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b">
                    <a:lnL w="10175" cmpd="sng">
                      <a:solidFill>
                        <a:srgbClr val="FFFFFF"/>
                      </a:solidFill>
                      <a:prstDash val="solid"/>
                    </a:lnL>
                    <a:lnR w="10175" cmpd="sng">
                      <a:solidFill>
                        <a:srgbClr val="FFFFFF"/>
                      </a:solidFill>
                      <a:prstDash val="solid"/>
                    </a:lnR>
                    <a:lnT w="10175" cmpd="sng">
                      <a:solidFill>
                        <a:srgbClr val="FFFFFF"/>
                      </a:solidFill>
                      <a:prstDash val="solid"/>
                    </a:lnT>
                    <a:lnB w="25400" cmpd="sng">
                      <a:solidFill>
                        <a:srgbClr val="E93F3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b">
                    <a:lnL w="10175" cmpd="sng">
                      <a:solidFill>
                        <a:srgbClr val="FFFFFF"/>
                      </a:solidFill>
                      <a:prstDash val="solid"/>
                    </a:lnL>
                    <a:lnR w="10175" cmpd="sng">
                      <a:solidFill>
                        <a:srgbClr val="FFFFFF"/>
                      </a:solidFill>
                      <a:prstDash val="solid"/>
                    </a:lnR>
                    <a:lnT w="10175" cmpd="sng">
                      <a:solidFill>
                        <a:srgbClr val="FFFFFF"/>
                      </a:solidFill>
                      <a:prstDash val="solid"/>
                    </a:lnT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b">
                    <a:lnL w="10175" cmpd="sng">
                      <a:solidFill>
                        <a:srgbClr val="FFFFFF"/>
                      </a:solidFill>
                      <a:prstDash val="solid"/>
                    </a:lnL>
                    <a:lnR w="10175" cmpd="sng">
                      <a:solidFill>
                        <a:srgbClr val="FFFFFF"/>
                      </a:solidFill>
                      <a:prstDash val="solid"/>
                    </a:lnR>
                    <a:lnT w="10175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100000">
                <a:tc rowSpan="5"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/>
                        <a:t/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0175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/>
                        <a:t/>
                      </a:r>
                    </a:p>
                  </a:txBody>
                  <a:tcPr marL="38100" marR="38100" marT="25400" marB="25400" anchor="b">
                    <a:lnL w="10175" cmpd="sng">
                      <a:solidFill>
                        <a:srgbClr val="000000"/>
                      </a:solidFill>
                      <a:prstDash val="solid"/>
                    </a:lnL>
                    <a:lnR w="25400" cmpd="sng">
                      <a:solidFill>
                        <a:srgbClr val="E93F33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/>
                        <a:t/>
                      </a:r>
                    </a:p>
                  </a:txBody>
                  <a:tcPr marL="38100" marR="38100" marT="25400" marB="25400" anchor="b">
                    <a:lnL w="25400" cmpd="sng">
                      <a:solidFill>
                        <a:srgbClr val="E93F33"/>
                      </a:solidFill>
                      <a:prstDash val="solid"/>
                    </a:lnL>
                    <a:lnR w="25400" cmpd="sng">
                      <a:solidFill>
                        <a:srgbClr val="E93F33"/>
                      </a:solidFill>
                      <a:prstDash val="solid"/>
                    </a:lnR>
                    <a:lnT w="25400" cmpd="sng">
                      <a:solidFill>
                        <a:srgbClr val="E93F33"/>
                      </a:solidFill>
                      <a:prstDash val="solid"/>
                    </a:lnT>
                    <a:solidFill>
                      <a:srgbClr val="B7E1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/>
                        <a:t/>
                      </a:r>
                    </a:p>
                  </a:txBody>
                  <a:tcPr marL="38100" marR="38100" marT="25400" marB="25400" anchor="b">
                    <a:lnL w="25400" cmpd="sng">
                      <a:solidFill>
                        <a:srgbClr val="E93F33"/>
                      </a:solidFill>
                      <a:prstDash val="solid"/>
                    </a:lnL>
                    <a:lnT w="10175" cmpd="sng">
                      <a:solidFill>
                        <a:srgbClr val="000000"/>
                      </a:solidFill>
                      <a:prstDash val="solid"/>
                    </a:lnT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/>
                        <a:t/>
                      </a:r>
                    </a:p>
                  </a:txBody>
                  <a:tcPr marL="38100" marR="38100" marT="25400" marB="25400" anchor="b">
                    <a:lnR w="25400" cmpd="sng">
                      <a:solidFill>
                        <a:srgbClr val="E93F33"/>
                      </a:solidFill>
                      <a:prstDash val="solid"/>
                    </a:lnR>
                    <a:lnT w="10175" cmpd="sng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/>
                        <a:t/>
                      </a:r>
                    </a:p>
                  </a:txBody>
                  <a:tcPr marL="38100" marR="38100" marT="25400" marB="25400" anchor="b">
                    <a:lnL w="25400" cmpd="sng">
                      <a:solidFill>
                        <a:srgbClr val="E93F33"/>
                      </a:solidFill>
                      <a:prstDash val="solid"/>
                    </a:lnL>
                    <a:lnT w="25400" cmpd="sng">
                      <a:solidFill>
                        <a:srgbClr val="E93F33"/>
                      </a:solidFill>
                      <a:prstDash val="solid"/>
                    </a:lnT>
                    <a:solidFill>
                      <a:srgbClr val="B7E1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/>
                        <a:t/>
                      </a:r>
                    </a:p>
                  </a:txBody>
                  <a:tcPr marL="38100" marR="38100" marT="25400" marB="25400" anchor="b">
                    <a:lnT w="25400" cmpd="sng">
                      <a:solidFill>
                        <a:srgbClr val="E93F33"/>
                      </a:solidFill>
                      <a:prstDash val="solid"/>
                    </a:lnT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/>
                        <a:t/>
                      </a:r>
                    </a:p>
                  </a:txBody>
                  <a:tcPr marL="38100" marR="38100" marT="25400" marB="25400" anchor="b">
                    <a:lnT w="25400" cmpd="sng">
                      <a:solidFill>
                        <a:srgbClr val="E93F33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/>
                        <a:t/>
                      </a:r>
                    </a:p>
                  </a:txBody>
                  <a:tcPr marL="38100" marR="38100" marT="25400" marB="25400" anchor="b">
                    <a:lnT w="25400" cmpd="sng">
                      <a:solidFill>
                        <a:srgbClr val="E93F33"/>
                      </a:solidFill>
                      <a:prstDash val="solid"/>
                    </a:lnT>
                    <a:solidFill>
                      <a:srgbClr val="B7E1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/>
                        <a:t/>
                      </a:r>
                    </a:p>
                  </a:txBody>
                  <a:tcPr marL="38100" marR="38100" marT="25400" marB="25400" anchor="b">
                    <a:lnR w="25400" cmpd="sng">
                      <a:solidFill>
                        <a:srgbClr val="E93F33"/>
                      </a:solidFill>
                      <a:prstDash val="solid"/>
                    </a:lnR>
                    <a:lnT w="25400" cmpd="sng">
                      <a:solidFill>
                        <a:srgbClr val="E93F33"/>
                      </a:solidFill>
                      <a:prstDash val="solid"/>
                    </a:lnT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/>
                        <a:t/>
                      </a:r>
                    </a:p>
                  </a:txBody>
                  <a:tcPr marL="38100" marR="38100" marT="25400" marB="25400" anchor="b">
                    <a:lnL w="25400" cmpd="sng">
                      <a:solidFill>
                        <a:srgbClr val="E93F33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/>
                        <a:t/>
                      </a:r>
                    </a:p>
                  </a:txBody>
                  <a:tcPr marL="38100" marR="38100" marT="25400" marB="25400" anchor="b"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solidFill>
                      <a:srgbClr val="B7E1CD"/>
                    </a:solidFill>
                  </a:tcPr>
                </a:tc>
              </a:tr>
              <a:tr h="241300"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38100" marR="38100" marT="25400" marB="25400" anchor="b">
                    <a:lnL w="10175" cmpd="sng">
                      <a:solidFill>
                        <a:srgbClr val="000000"/>
                      </a:solidFill>
                      <a:prstDash val="solid"/>
                    </a:lnL>
                    <a:lnR w="25400" cmpd="sng">
                      <a:solidFill>
                        <a:srgbClr val="E93F33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38100" marR="38100" marT="25400" marB="25400" anchor="b">
                    <a:lnL w="25400" cmpd="sng">
                      <a:solidFill>
                        <a:srgbClr val="E93F33"/>
                      </a:solidFill>
                      <a:prstDash val="solid"/>
                    </a:lnL>
                    <a:lnR w="25400" cmpd="sng">
                      <a:solidFill>
                        <a:srgbClr val="E93F33"/>
                      </a:solidFill>
                      <a:prstDash val="solid"/>
                    </a:lnR>
                    <a:solidFill>
                      <a:srgbClr val="B7E1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38100" marR="38100" marT="25400" marB="25400" anchor="b">
                    <a:lnL w="25400" cmpd="sng">
                      <a:solidFill>
                        <a:srgbClr val="E93F33"/>
                      </a:solidFill>
                      <a:prstDash val="solid"/>
                    </a:lnL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38100" marR="38100" marT="25400" marB="25400" anchor="b">
                    <a:lnR w="25400" cmpd="sng">
                      <a:solidFill>
                        <a:srgbClr val="E93F33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38100" marR="38100" marT="25400" marB="25400" anchor="b">
                    <a:lnL w="25400" cmpd="sng">
                      <a:solidFill>
                        <a:srgbClr val="E93F33"/>
                      </a:solidFill>
                      <a:prstDash val="solid"/>
                    </a:lnL>
                    <a:solidFill>
                      <a:srgbClr val="B7E1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38100" marR="38100" marT="25400" marB="25400" anchor="b"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38100" marR="38100" marT="25400" marB="25400" anchor="b"/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38100" marR="38100" marT="25400" marB="25400" anchor="b"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38100" marR="38100" marT="25400" marB="25400" anchor="b">
                    <a:lnR w="25400" cmpd="sng">
                      <a:solidFill>
                        <a:srgbClr val="E93F33"/>
                      </a:solidFill>
                      <a:prstDash val="solid"/>
                    </a:lnR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38100" marR="38100" marT="25400" marB="25400" anchor="b">
                    <a:lnL w="25400" cmpd="sng">
                      <a:solidFill>
                        <a:srgbClr val="E93F33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38100" marR="38100" marT="25400" marB="25400" anchor="b">
                    <a:lnR w="12700" cmpd="sng">
                      <a:solidFill>
                        <a:schemeClr val="dk1"/>
                      </a:solidFill>
                      <a:prstDash val="solid"/>
                    </a:lnR>
                    <a:solidFill>
                      <a:srgbClr val="B7E1CD"/>
                    </a:solidFill>
                  </a:tcPr>
                </a:tc>
              </a:tr>
              <a:tr h="241300"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38100" marR="38100" marT="25400" marB="25400" anchor="b">
                    <a:lnL w="10175" cmpd="sng">
                      <a:solidFill>
                        <a:srgbClr val="000000"/>
                      </a:solidFill>
                      <a:prstDash val="solid"/>
                    </a:lnL>
                    <a:lnR w="25400" cmpd="sng">
                      <a:solidFill>
                        <a:srgbClr val="E93F33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38100" marR="38100" marT="25400" marB="25400" anchor="b">
                    <a:lnL w="25400" cmpd="sng">
                      <a:solidFill>
                        <a:srgbClr val="E93F33"/>
                      </a:solidFill>
                      <a:prstDash val="solid"/>
                    </a:lnL>
                    <a:lnR w="25400" cmpd="sng">
                      <a:solidFill>
                        <a:srgbClr val="E93F33"/>
                      </a:solidFill>
                      <a:prstDash val="solid"/>
                    </a:lnR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38100" marR="38100" marT="25400" marB="25400" anchor="b">
                    <a:lnL w="25400" cmpd="sng">
                      <a:solidFill>
                        <a:srgbClr val="E93F33"/>
                      </a:solidFill>
                      <a:prstDash val="solid"/>
                    </a:lnL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38100" marR="38100" marT="25400" marB="25400" anchor="b">
                    <a:lnR w="25400" cmpd="sng">
                      <a:solidFill>
                        <a:srgbClr val="E93F33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38100" marR="38100" marT="25400" marB="25400" anchor="b">
                    <a:lnL w="25400" cmpd="sng">
                      <a:solidFill>
                        <a:srgbClr val="E93F33"/>
                      </a:solidFill>
                      <a:prstDash val="solid"/>
                    </a:lnL>
                    <a:lnB w="25400" cmpd="sng">
                      <a:solidFill>
                        <a:srgbClr val="E93F33"/>
                      </a:solidFill>
                      <a:prstDash val="solid"/>
                    </a:lnB>
                    <a:solidFill>
                      <a:srgbClr val="B7E1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38100" marR="38100" marT="25400" marB="25400" anchor="b">
                    <a:lnB w="25400" cmpd="sng">
                      <a:solidFill>
                        <a:srgbClr val="E93F33"/>
                      </a:solidFill>
                      <a:prstDash val="soli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38100" marR="38100" marT="25400" marB="25400" anchor="b">
                    <a:lnB w="25400" cmpd="sng">
                      <a:solidFill>
                        <a:srgbClr val="E93F3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38100" marR="38100" marT="25400" marB="25400" anchor="b">
                    <a:lnB w="25400" cmpd="sng">
                      <a:solidFill>
                        <a:srgbClr val="E93F33"/>
                      </a:solidFill>
                      <a:prstDash val="solid"/>
                    </a:lnB>
                    <a:solidFill>
                      <a:srgbClr val="B7E1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38100" marR="38100" marT="25400" marB="25400" anchor="b">
                    <a:lnR w="25400" cmpd="sng">
                      <a:solidFill>
                        <a:srgbClr val="E93F33"/>
                      </a:solidFill>
                      <a:prstDash val="solid"/>
                    </a:lnR>
                    <a:lnB w="25400" cmpd="sng">
                      <a:solidFill>
                        <a:srgbClr val="E93F33"/>
                      </a:solidFill>
                      <a:prstDash val="soli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38100" marR="38100" marT="25400" marB="25400" anchor="b">
                    <a:lnL w="25400" cmpd="sng">
                      <a:solidFill>
                        <a:srgbClr val="E93F33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38100" marR="38100" marT="25400" marB="25400" anchor="b">
                    <a:lnR w="12700" cmpd="sng">
                      <a:solidFill>
                        <a:schemeClr val="dk1"/>
                      </a:solidFill>
                      <a:prstDash val="solid"/>
                    </a:lnR>
                    <a:solidFill>
                      <a:srgbClr val="B7E1CD"/>
                    </a:solidFill>
                  </a:tcPr>
                </a:tc>
              </a:tr>
              <a:tr h="241300"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38100" marR="38100" marT="25400" marB="25400" anchor="b">
                    <a:lnL w="10175" cmpd="sng">
                      <a:solidFill>
                        <a:srgbClr val="000000"/>
                      </a:solidFill>
                      <a:prstDash val="solid"/>
                    </a:lnL>
                    <a:lnR w="25400" cmpd="sng">
                      <a:solidFill>
                        <a:srgbClr val="E93F33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38100" marR="38100" marT="25400" marB="25400" anchor="b">
                    <a:lnL w="25400" cmpd="sng">
                      <a:solidFill>
                        <a:srgbClr val="E93F33"/>
                      </a:solidFill>
                      <a:prstDash val="solid"/>
                    </a:lnL>
                    <a:lnR w="25400" cmpd="sng">
                      <a:solidFill>
                        <a:srgbClr val="E93F33"/>
                      </a:solidFill>
                      <a:prstDash val="solid"/>
                    </a:lnR>
                    <a:solidFill>
                      <a:srgbClr val="B7E1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38100" marR="38100" marT="25400" marB="25400" anchor="b">
                    <a:lnL w="25400" cmpd="sng">
                      <a:solidFill>
                        <a:srgbClr val="E93F33"/>
                      </a:solidFill>
                      <a:prstDash val="solid"/>
                    </a:lnL>
                    <a:solidFill>
                      <a:srgbClr val="B7E1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38100" marR="38100" marT="25400" marB="25400" anchor="b"/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38100" marR="38100" marT="25400" marB="25400" anchor="b">
                    <a:lnT w="25400" cmpd="sng">
                      <a:solidFill>
                        <a:srgbClr val="E93F33"/>
                      </a:solidFill>
                      <a:prstDash val="solid"/>
                    </a:lnT>
                    <a:solidFill>
                      <a:srgbClr val="B7E1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38100" marR="38100" marT="25400" marB="25400" anchor="b">
                    <a:lnT w="25400" cmpd="sng">
                      <a:solidFill>
                        <a:srgbClr val="E93F33"/>
                      </a:solidFill>
                      <a:prstDash val="solid"/>
                    </a:lnT>
                    <a:solidFill>
                      <a:srgbClr val="B7E1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38100" marR="38100" marT="25400" marB="25400" anchor="b">
                    <a:lnT w="25400" cmpd="sng">
                      <a:solidFill>
                        <a:srgbClr val="E93F33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38100" marR="38100" marT="25400" marB="25400" anchor="b">
                    <a:lnT w="25400" cmpd="sng">
                      <a:solidFill>
                        <a:srgbClr val="E93F33"/>
                      </a:solidFill>
                      <a:prstDash val="solid"/>
                    </a:lnT>
                    <a:solidFill>
                      <a:srgbClr val="B7E1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38100" marR="38100" marT="25400" marB="25400" anchor="b">
                    <a:lnT w="25400" cmpd="sng">
                      <a:solidFill>
                        <a:srgbClr val="E93F33"/>
                      </a:solidFill>
                      <a:prstDash val="solid"/>
                    </a:lnT>
                    <a:solidFill>
                      <a:srgbClr val="B7E1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38100" marR="38100" marT="25400" marB="25400" anchor="b"/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38100" marR="38100" marT="25400" marB="25400" anchor="b">
                    <a:lnR w="12700" cmpd="sng">
                      <a:solidFill>
                        <a:schemeClr val="dk1"/>
                      </a:solidFill>
                      <a:prstDash val="solid"/>
                    </a:lnR>
                    <a:solidFill>
                      <a:srgbClr val="B7E1CD"/>
                    </a:solidFill>
                  </a:tcPr>
                </a:tc>
              </a:tr>
              <a:tr h="241300"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38100" marR="38100" marT="25400" marB="25400" anchor="b">
                    <a:lnL w="10175" cmpd="sng">
                      <a:solidFill>
                        <a:srgbClr val="000000"/>
                      </a:solidFill>
                      <a:prstDash val="solid"/>
                    </a:lnL>
                    <a:lnR w="25400" cmpd="sng">
                      <a:solidFill>
                        <a:srgbClr val="E93F33"/>
                      </a:solidFill>
                      <a:prstDash val="solid"/>
                    </a:lnR>
                    <a:lnB w="12700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38100" marR="38100" marT="25400" marB="25400" anchor="b">
                    <a:lnL w="25400" cmpd="sng">
                      <a:solidFill>
                        <a:srgbClr val="E93F33"/>
                      </a:solidFill>
                      <a:prstDash val="solid"/>
                    </a:lnL>
                    <a:lnR w="25400" cmpd="sng">
                      <a:solidFill>
                        <a:srgbClr val="E93F33"/>
                      </a:solidFill>
                      <a:prstDash val="solid"/>
                    </a:lnR>
                    <a:lnB w="25400" cmpd="sng">
                      <a:solidFill>
                        <a:srgbClr val="E93F33"/>
                      </a:solidFill>
                      <a:prstDash val="solid"/>
                    </a:lnB>
                    <a:solidFill>
                      <a:srgbClr val="B7E1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38100" marR="38100" marT="25400" marB="25400" anchor="b">
                    <a:lnL w="25400" cmpd="sng">
                      <a:solidFill>
                        <a:srgbClr val="E93F33"/>
                      </a:solidFill>
                      <a:prstDash val="solid"/>
                    </a:lnL>
                    <a:lnB w="1017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B7E1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38100" marR="38100" marT="25400" marB="25400" anchor="b">
                    <a:lnB w="101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38100" marR="38100" marT="25400" marB="25400" anchor="b">
                    <a:lnB w="1017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B7E1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38100" marR="38100" marT="25400" marB="25400" anchor="b">
                    <a:lnB w="1017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B7E1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38100" marR="38100" marT="25400" marB="25400" anchor="b">
                    <a:lnB w="101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38100" marR="38100" marT="25400" marB="25400" anchor="b">
                    <a:lnB w="1017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B7E1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38100" marR="38100" marT="25400" marB="25400" anchor="b">
                    <a:lnB w="1017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B7E1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38100" marR="38100" marT="25400" marB="25400" anchor="b">
                    <a:lnB w="101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38100" marR="38100" marT="25400" marB="25400" anchor="b">
                    <a:lnR w="12700" cmpd="sng">
                      <a:solidFill>
                        <a:schemeClr val="dk1"/>
                      </a:solidFill>
                      <a:prstDash val="solid"/>
                    </a:lnR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B7E1CD"/>
                    </a:solidFill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</a:p>
                  </a:txBody>
                  <a:tcPr marL="38100" marR="38100" marT="25400" marB="25400" anchor="ctr">
                    <a:lnL w="10175" cmpd="sng">
                      <a:solidFill>
                        <a:schemeClr val="dk1"/>
                      </a:solidFill>
                      <a:prstDash val="solid"/>
                    </a:lnL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</a:p>
                  </a:txBody>
                  <a:tcPr marL="38100" marR="38100" marT="25400" marB="25400" anchor="b"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</a:p>
                  </a:txBody>
                  <a:tcPr marL="38100" marR="38100" marT="25400" marB="25400" anchor="b">
                    <a:lnT w="25400" cmpd="sng">
                      <a:solidFill>
                        <a:srgbClr val="E93F33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</a:p>
                  </a:txBody>
                  <a:tcPr marL="38100" marR="38100" marT="25400" marB="25400" anchor="b">
                    <a:lnT w="10175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</a:p>
                  </a:txBody>
                  <a:tcPr marL="38100" marR="38100" marT="25400" marB="25400" anchor="b">
                    <a:lnT w="10175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</a:p>
                  </a:txBody>
                  <a:tcPr marL="38100" marR="38100" marT="25400" marB="25400" anchor="b">
                    <a:lnT w="10175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</a:p>
                  </a:txBody>
                  <a:tcPr marL="38100" marR="38100" marT="25400" marB="25400" anchor="b">
                    <a:lnT w="10175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</a:p>
                  </a:txBody>
                  <a:tcPr marL="38100" marR="38100" marT="25400" marB="25400" anchor="b">
                    <a:lnT w="10175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</a:p>
                  </a:txBody>
                  <a:tcPr marL="38100" marR="38100" marT="25400" marB="25400" anchor="b">
                    <a:lnT w="10175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</a:p>
                  </a:txBody>
                  <a:tcPr marL="38100" marR="38100" marT="25400" marB="25400" anchor="b">
                    <a:lnT w="10175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</a:p>
                  </a:txBody>
                  <a:tcPr marL="38100" marR="38100" marT="25400" marB="25400" anchor="b">
                    <a:lnT w="10175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</a:p>
                  </a:txBody>
                  <a:tcPr marL="38100" marR="38100" marT="25400" marB="25400" anchor="b"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241300">
                <a:tc rowSpan="5"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/>
                        <a:t/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0175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/>
                        <a:t/>
                      </a:r>
                    </a:p>
                  </a:txBody>
                  <a:tcPr marL="38100" marR="38100" marT="25400" marB="25400" anchor="b">
                    <a:lnL w="10175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chemeClr val="dk2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/>
                        <a:t/>
                      </a:r>
                    </a:p>
                  </a:txBody>
                  <a:tcPr marL="38100" marR="38100" marT="25400" marB="25400" anchor="b">
                    <a:lnL w="12700" cmpd="sng">
                      <a:solidFill>
                        <a:schemeClr val="dk2"/>
                      </a:solidFill>
                      <a:prstDash val="solid"/>
                    </a:lnL>
                    <a:lnT w="12700" cmpd="sng">
                      <a:solidFill>
                        <a:schemeClr val="dk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/>
                        <a:t/>
                      </a:r>
                    </a:p>
                  </a:txBody>
                  <a:tcPr marL="38100" marR="38100" marT="25400" marB="25400" anchor="b">
                    <a:lnT w="12700" cmpd="sng">
                      <a:solidFill>
                        <a:schemeClr val="dk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</a:p>
                  </a:txBody>
                  <a:tcPr marL="38100" marR="38100" marT="25400" marB="25400" anchor="b">
                    <a:lnT w="12700" cmpd="sng">
                      <a:solidFill>
                        <a:schemeClr val="dk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/>
                        <a:t/>
                      </a:r>
                    </a:p>
                  </a:txBody>
                  <a:tcPr marL="38100" marR="38100" marT="25400" marB="25400" anchor="b">
                    <a:lnT w="12700" cmpd="sng">
                      <a:solidFill>
                        <a:schemeClr val="dk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/>
                        <a:t/>
                      </a:r>
                    </a:p>
                  </a:txBody>
                  <a:tcPr marL="38100" marR="38100" marT="25400" marB="25400" anchor="b">
                    <a:lnT w="12700" cmpd="sng">
                      <a:solidFill>
                        <a:schemeClr val="dk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</a:p>
                  </a:txBody>
                  <a:tcPr marL="38100" marR="38100" marT="25400" marB="25400" anchor="b">
                    <a:lnT w="12700" cmpd="sng">
                      <a:solidFill>
                        <a:schemeClr val="dk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/>
                        <a:t/>
                      </a:r>
                    </a:p>
                  </a:txBody>
                  <a:tcPr marL="38100" marR="38100" marT="25400" marB="25400" anchor="b">
                    <a:lnT w="12700" cmpd="sng">
                      <a:solidFill>
                        <a:schemeClr val="dk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/>
                        <a:t/>
                      </a:r>
                    </a:p>
                  </a:txBody>
                  <a:tcPr marL="38100" marR="38100" marT="25400" marB="25400" anchor="b">
                    <a:lnT w="12700" cmpd="sng">
                      <a:solidFill>
                        <a:schemeClr val="dk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</a:p>
                  </a:txBody>
                  <a:tcPr marL="38100" marR="38100" marT="25400" marB="25400" anchor="b">
                    <a:lnT w="12700" cmpd="sng">
                      <a:solidFill>
                        <a:schemeClr val="dk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/>
                        <a:t/>
                      </a:r>
                    </a:p>
                  </a:txBody>
                  <a:tcPr marL="38100" marR="38100" marT="25400" marB="25400" anchor="b"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</a:tcPr>
                </a:tc>
              </a:tr>
              <a:tr h="241300"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38100" marR="38100" marT="25400" marB="25400" anchor="b">
                    <a:lnL w="10175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chemeClr val="dk2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38100" marR="38100" marT="25400" marB="25400" anchor="b">
                    <a:lnL w="12700" cmpd="sng">
                      <a:solidFill>
                        <a:schemeClr val="dk2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38100" marR="38100" marT="25400" marB="25400" anchor="b"/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</a:p>
                  </a:txBody>
                  <a:tcPr marL="38100" marR="38100" marT="25400" marB="25400" anchor="b"/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38100" marR="38100" marT="25400" marB="25400" anchor="b"/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38100" marR="38100" marT="25400" marB="25400" anchor="b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</a:p>
                  </a:txBody>
                  <a:tcPr marL="38100" marR="38100" marT="25400" marB="25400" anchor="b"/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38100" marR="38100" marT="25400" marB="25400" anchor="b"/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38100" marR="38100" marT="25400" marB="25400" anchor="b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</a:p>
                  </a:txBody>
                  <a:tcPr marL="38100" marR="38100" marT="25400" marB="25400" anchor="b"/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38100" marR="38100" marT="25400" marB="25400" anchor="b">
                    <a:lnR w="12700" cmpd="sng">
                      <a:solidFill>
                        <a:schemeClr val="dk1"/>
                      </a:solidFill>
                      <a:prstDash val="solid"/>
                    </a:lnR>
                  </a:tcPr>
                </a:tc>
              </a:tr>
              <a:tr h="241300"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38100" marR="38100" marT="25400" marB="25400" anchor="b">
                    <a:lnL w="10175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chemeClr val="dk2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38100" marR="38100" marT="25400" marB="25400" anchor="b">
                    <a:lnL w="12700" cmpd="sng">
                      <a:solidFill>
                        <a:schemeClr val="dk2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38100" marR="38100" marT="25400" marB="25400" anchor="b"/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</a:p>
                  </a:txBody>
                  <a:tcPr marL="38100" marR="38100" marT="25400" marB="25400" anchor="b"/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38100" marR="38100" marT="25400" marB="25400" anchor="b"/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38100" marR="38100" marT="25400" marB="25400" anchor="b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</a:p>
                  </a:txBody>
                  <a:tcPr marL="38100" marR="38100" marT="25400" marB="25400" anchor="b"/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38100" marR="38100" marT="25400" marB="25400" anchor="b"/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38100" marR="38100" marT="25400" marB="25400" anchor="b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</a:p>
                  </a:txBody>
                  <a:tcPr marL="38100" marR="38100" marT="25400" marB="25400" anchor="b"/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38100" marR="38100" marT="25400" marB="25400" anchor="b">
                    <a:lnR w="12700" cmpd="sng">
                      <a:solidFill>
                        <a:schemeClr val="dk1"/>
                      </a:solidFill>
                      <a:prstDash val="solid"/>
                    </a:lnR>
                  </a:tcPr>
                </a:tc>
              </a:tr>
              <a:tr h="241300"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38100" marR="38100" marT="25400" marB="25400" anchor="b">
                    <a:lnL w="10175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chemeClr val="dk2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38100" marR="38100" marT="25400" marB="25400" anchor="b">
                    <a:lnL w="12700" cmpd="sng">
                      <a:solidFill>
                        <a:schemeClr val="dk2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38100" marR="38100" marT="25400" marB="25400" anchor="b"/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</a:p>
                  </a:txBody>
                  <a:tcPr marL="38100" marR="38100" marT="25400" marB="25400" anchor="b"/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38100" marR="38100" marT="25400" marB="25400" anchor="b"/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38100" marR="38100" marT="25400" marB="25400" anchor="b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</a:p>
                  </a:txBody>
                  <a:tcPr marL="38100" marR="38100" marT="25400" marB="25400" anchor="b"/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38100" marR="38100" marT="25400" marB="25400" anchor="b"/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38100" marR="38100" marT="25400" marB="25400" anchor="b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</a:p>
                  </a:txBody>
                  <a:tcPr marL="38100" marR="38100" marT="25400" marB="25400" anchor="b"/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38100" marR="38100" marT="25400" marB="25400" anchor="b">
                    <a:lnR w="12700" cmpd="sng">
                      <a:solidFill>
                        <a:schemeClr val="dk1"/>
                      </a:solidFill>
                      <a:prstDash val="solid"/>
                    </a:lnR>
                  </a:tcPr>
                </a:tc>
              </a:tr>
              <a:tr h="241300"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38100" marR="38100" marT="25400" marB="25400" anchor="b">
                    <a:lnL w="10175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chemeClr val="dk2"/>
                      </a:solidFill>
                      <a:prstDash val="solid"/>
                    </a:lnR>
                    <a:lnB w="12700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38100" marR="38100" marT="25400" marB="25400" anchor="b">
                    <a:lnL w="12700" cmpd="sng">
                      <a:solidFill>
                        <a:schemeClr val="dk2"/>
                      </a:solidFill>
                      <a:prstDash val="solid"/>
                    </a:lnL>
                    <a:lnB w="12700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38100" marR="38100" marT="25400" marB="25400" anchor="b">
                    <a:lnB w="12700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</a:p>
                  </a:txBody>
                  <a:tcPr marL="38100" marR="38100" marT="25400" marB="25400" anchor="b">
                    <a:lnB w="12700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38100" marR="38100" marT="25400" marB="25400" anchor="b">
                    <a:lnB w="12700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38100" marR="38100" marT="25400" marB="25400" anchor="b">
                    <a:lnB w="12700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</a:p>
                  </a:txBody>
                  <a:tcPr marL="38100" marR="38100" marT="25400" marB="25400" anchor="b">
                    <a:lnB w="12700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38100" marR="38100" marT="25400" marB="25400" anchor="b">
                    <a:lnB w="12700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38100" marR="38100" marT="25400" marB="25400" anchor="b">
                    <a:lnB w="12700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</a:p>
                  </a:txBody>
                  <a:tcPr marL="38100" marR="38100" marT="25400" marB="25400" anchor="b">
                    <a:lnB w="12700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38100" marR="38100" marT="25400" marB="25400" anchor="b">
                    <a:lnR w="12700" cmpd="sng">
                      <a:solidFill>
                        <a:schemeClr val="dk1"/>
                      </a:solidFill>
                      <a:prstDash val="solid"/>
                    </a:lnR>
                    <a:lnB w="12700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151" name="sanitized-shape-1571">
            <a:extLst xmlns:a="http://schemas.openxmlformats.org/drawingml/2006/main">
              <a:ext uri="{FF2B5EF4-FFF2-40B4-BE49-F238E27FC236}">
                <a16:creationId xmlns:a16="http://schemas.microsoft.com/office/drawing/2014/main" id="{1A87B24B-CB5D-494A-903E-255A648B1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46403" y="1023131"/>
            <a:ext cx="265120" cy="88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CCC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152" name="sanitized-shape-1572">
            <a:extLst xmlns:a="http://schemas.openxmlformats.org/drawingml/2006/main">
              <a:ext uri="{FF2B5EF4-FFF2-40B4-BE49-F238E27FC236}">
                <a16:creationId xmlns:a16="http://schemas.microsoft.com/office/drawing/2014/main" id="{0F2A8F8B-7D30-4B15-8FAA-E4A78A1A0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46403" y="866423"/>
            <a:ext cx="265120" cy="88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D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153" name="sanitized-shape-1573">
            <a:extLst xmlns:a="http://schemas.openxmlformats.org/drawingml/2006/main">
              <a:ext uri="{FF2B5EF4-FFF2-40B4-BE49-F238E27FC236}">
                <a16:creationId xmlns:a16="http://schemas.microsoft.com/office/drawing/2014/main" id="{2495BDFB-0D56-4D2E-8109-1D6DB1CD4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50726" y="866412"/>
            <a:ext cx="1901729" cy="870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i="1"/>
              <a:t/>
            </a:r>
          </a:p>
        </p:txBody>
      </p:sp>
      <p:sp>
        <p:nvSpPr>
          <p:cNvPr id="2154" name="sanitized-shape-1574">
            <a:extLst xmlns:a="http://schemas.openxmlformats.org/drawingml/2006/main">
              <a:ext uri="{FF2B5EF4-FFF2-40B4-BE49-F238E27FC236}">
                <a16:creationId xmlns:a16="http://schemas.microsoft.com/office/drawing/2014/main" id="{805DA0A8-8A50-4E11-BF34-13D703A4D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50726" y="1023812"/>
            <a:ext cx="1955851" cy="870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i="1"/>
              <a:t/>
            </a:r>
          </a:p>
        </p:txBody>
      </p:sp>
      <p:sp>
        <p:nvSpPr>
          <p:cNvPr id="2155" name="sanitized-shape-1575">
            <a:extLst xmlns:a="http://schemas.openxmlformats.org/drawingml/2006/main">
              <a:ext uri="{FF2B5EF4-FFF2-40B4-BE49-F238E27FC236}">
                <a16:creationId xmlns:a16="http://schemas.microsoft.com/office/drawing/2014/main" id="{8F4BC4B0-AAAE-4529-A460-10555E55A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4355" y="1862621"/>
            <a:ext cx="154500" cy="14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3F3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2156" name="sanitized-shape-1576">
            <a:extLst xmlns:a="http://schemas.openxmlformats.org/drawingml/2006/main">
              <a:ext uri="{FF2B5EF4-FFF2-40B4-BE49-F238E27FC236}">
                <a16:creationId xmlns:a16="http://schemas.microsoft.com/office/drawing/2014/main" id="{792EDAF5-FFD4-4826-9D07-13C924201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3555" y="1862621"/>
            <a:ext cx="154500" cy="14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3F3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2157" name="sanitized-shape-1577">
            <a:extLst xmlns:a="http://schemas.openxmlformats.org/drawingml/2006/main">
              <a:ext uri="{FF2B5EF4-FFF2-40B4-BE49-F238E27FC236}">
                <a16:creationId xmlns:a16="http://schemas.microsoft.com/office/drawing/2014/main" id="{B7858C00-1ECA-463E-B032-395C4BDA74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59991" y="6356349"/>
            <a:ext cx="2742600" cy="36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51425" tIns="25700" rIns="51425" bIns="2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69ADA83D-DF77-AA76-6DA0-7A70CD7A4D20}" type="slidenum">
              <a:rPr sz="1200">
                <a:solidFill>
                  <a:schemeClr val="dk1"/>
                </a:solidFill>
              </a:rPr>
              <a:t/>
            </a:fld>
          </a:p>
        </p:txBody>
      </p:sp>
    </p:spTree>
    <p:extLst>
      <p:ext uri="{BB962C8B-B14F-4D97-AF65-F5344CB8AC3E}">
        <p14:creationId xmlns:p14="http://schemas.microsoft.com/office/powerpoint/2010/main" val="151786418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2169" name="sanitized-table-9"/>
          <p:cNvGraphicFramePr/>
          <p:nvPr/>
        </p:nvGraphicFramePr>
        <p:xfrm>
          <a:off xmlns:a="http://schemas.openxmlformats.org/drawingml/2006/main" x="340490" y="858708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{CDD7BB8A-1EDB-4F6B-BC6B-4E1E84436C22}</a:tableStyleId>
              </a:tblPr>
              <a:tblGrid>
                <a:gridCol w="973850"/>
                <a:gridCol w="4706225"/>
                <a:gridCol w="2491275"/>
                <a:gridCol w="2647375"/>
                <a:gridCol w="689400"/>
              </a:tblGrid>
              <a:tr h="244925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0" marR="0" marT="0" marB="0" anchor="ctr">
                    <a:lnL w="20325" cmpd="sng">
                      <a:solidFill>
                        <a:srgbClr val="000000"/>
                      </a:solidFill>
                      <a:prstDash val="solid"/>
                    </a:lnL>
                    <a:lnR w="10175" cmpd="sng">
                      <a:solidFill>
                        <a:srgbClr val="000000"/>
                      </a:solidFill>
                      <a:prstDash val="solid"/>
                    </a:lnR>
                    <a:lnT w="20325" cmpd="sng">
                      <a:solidFill>
                        <a:srgbClr val="000000"/>
                      </a:solidFill>
                      <a:prstDash val="solid"/>
                    </a:lnT>
                    <a:lnB w="1017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0" marR="0" marT="0" marB="0" anchor="ctr">
                    <a:lnL w="10175" cmpd="sng">
                      <a:solidFill>
                        <a:srgbClr val="000000"/>
                      </a:solidFill>
                      <a:prstDash val="solid"/>
                    </a:lnL>
                    <a:lnR w="10175" cmpd="sng">
                      <a:solidFill>
                        <a:srgbClr val="000000"/>
                      </a:solidFill>
                      <a:prstDash val="solid"/>
                    </a:lnR>
                    <a:lnT w="20325" cmpd="sng">
                      <a:solidFill>
                        <a:srgbClr val="000000"/>
                      </a:solidFill>
                      <a:prstDash val="solid"/>
                    </a:lnT>
                    <a:lnB w="1017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sz="1200" b="1">
                          <a:solidFill>
                            <a:schemeClr val="lt1"/>
                          </a:solidFill>
                        </a:rPr>
                        <a:t/>
                      </a:r>
                    </a:p>
                  </a:txBody>
                  <a:tcPr marL="0" marR="0" marT="0" marB="0" anchor="ctr">
                    <a:lnL w="10175" cmpd="sng">
                      <a:solidFill>
                        <a:srgbClr val="000000"/>
                      </a:solidFill>
                      <a:prstDash val="solid"/>
                    </a:lnL>
                    <a:lnR w="10175" cmpd="sng">
                      <a:solidFill>
                        <a:srgbClr val="000000"/>
                      </a:solidFill>
                      <a:prstDash val="solid"/>
                    </a:lnR>
                    <a:lnT w="20325" cmpd="sng">
                      <a:solidFill>
                        <a:srgbClr val="000000"/>
                      </a:solidFill>
                      <a:prstDash val="solid"/>
                    </a:lnT>
                    <a:lnB w="1017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0" marR="0" marT="0" marB="0" anchor="ctr">
                    <a:lnL w="10175" cmpd="sng">
                      <a:solidFill>
                        <a:srgbClr val="000000"/>
                      </a:solidFill>
                      <a:prstDash val="solid"/>
                    </a:lnL>
                    <a:lnR w="13575" cmpd="sng">
                      <a:solidFill>
                        <a:srgbClr val="000000"/>
                      </a:solidFill>
                      <a:prstDash val="solid"/>
                    </a:lnR>
                    <a:lnT w="20325" cmpd="sng">
                      <a:solidFill>
                        <a:srgbClr val="000000"/>
                      </a:solidFill>
                      <a:prstDash val="solid"/>
                    </a:lnT>
                    <a:lnB w="1017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0" marR="0" marT="0" marB="0" anchor="ctr">
                    <a:lnL w="1357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27100" cmpd="sng">
                      <a:solidFill>
                        <a:srgbClr val="000000"/>
                      </a:solidFill>
                      <a:prstDash val="solid"/>
                    </a:lnT>
                    <a:lnB w="1357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730825">
                <a:tc rowSpan="2"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solidFill>
                            <a:srgbClr val="E93F33"/>
                          </a:solidFill>
                        </a:rPr>
                        <a:t/>
                      </a:r>
                    </a:p>
                  </a:txBody>
                  <a:tcPr marL="24350" marR="24350" marT="0" marB="0" anchor="ctr">
                    <a:lnL w="10175" cmpd="sng">
                      <a:solidFill>
                        <a:srgbClr val="000000"/>
                      </a:solidFill>
                      <a:prstDash val="solid"/>
                    </a:lnL>
                    <a:lnR w="10175" cmpd="sng">
                      <a:solidFill>
                        <a:srgbClr val="000000"/>
                      </a:solidFill>
                      <a:prstDash val="solid"/>
                    </a:lnR>
                    <a:lnT w="10175" cmpd="sng">
                      <a:solidFill>
                        <a:srgbClr val="000000"/>
                      </a:solidFill>
                      <a:prstDash val="solid"/>
                    </a:lnT>
                    <a:lnB w="13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solidFill>
                            <a:srgbClr val="E93F33"/>
                          </a:solidFill>
                        </a:rPr>
                        <a:t/>
                      </a:r>
                    </a:p>
                  </a:txBody>
                  <a:tcPr marL="24350" marR="24350" marT="0" marB="0" anchor="ctr">
                    <a:lnL w="10175" cmpd="sng">
                      <a:solidFill>
                        <a:srgbClr val="000000"/>
                      </a:solidFill>
                      <a:prstDash val="solid"/>
                    </a:lnL>
                    <a:lnR w="10175" cmpd="sng">
                      <a:solidFill>
                        <a:srgbClr val="000000"/>
                      </a:solidFill>
                      <a:prstDash val="solid"/>
                    </a:lnR>
                    <a:lnT w="10175" cmpd="sng">
                      <a:solidFill>
                        <a:srgbClr val="000000"/>
                      </a:solidFill>
                      <a:prstDash val="solid"/>
                    </a:lnT>
                    <a:lnB w="101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sz="1000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24350" marR="24350" marT="0" marB="0" anchor="ctr">
                    <a:lnL w="10175" cmpd="sng">
                      <a:solidFill>
                        <a:srgbClr val="000000"/>
                      </a:solidFill>
                      <a:prstDash val="solid"/>
                    </a:lnL>
                    <a:lnR w="10175" cmpd="sng">
                      <a:solidFill>
                        <a:srgbClr val="000000"/>
                      </a:solidFill>
                      <a:prstDash val="solid"/>
                    </a:lnR>
                    <a:lnT w="10175" cmpd="sng">
                      <a:solidFill>
                        <a:srgbClr val="000000"/>
                      </a:solidFill>
                      <a:prstDash val="solid"/>
                    </a:lnT>
                    <a:lnB w="13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24350" marR="24350" marT="0" marB="0" anchor="ctr">
                    <a:lnL w="10175" cmpd="sng">
                      <a:solidFill>
                        <a:srgbClr val="000000"/>
                      </a:solidFill>
                      <a:prstDash val="solid"/>
                    </a:lnL>
                    <a:lnR w="13575" cmpd="sng">
                      <a:solidFill>
                        <a:srgbClr val="000000"/>
                      </a:solidFill>
                      <a:prstDash val="solid"/>
                    </a:lnR>
                    <a:lnT w="10175" cmpd="sng">
                      <a:solidFill>
                        <a:srgbClr val="000000"/>
                      </a:solidFill>
                      <a:prstDash val="solid"/>
                    </a:lnT>
                    <a:lnB w="13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24350" marR="24350" marT="0" marB="0" anchor="ctr">
                    <a:lnL w="1357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13575" cmpd="sng">
                      <a:solidFill>
                        <a:srgbClr val="000000"/>
                      </a:solidFill>
                      <a:prstDash val="solid"/>
                    </a:lnT>
                    <a:lnB w="13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479900"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sz="1000" b="1">
                          <a:solidFill>
                            <a:srgbClr val="E93F33"/>
                          </a:solidFill>
                        </a:rPr>
                        <a:t/>
                      </a:r>
                    </a:p>
                  </a:txBody>
                  <a:tcPr marL="24350" marR="24350" marT="0" marB="0" anchor="ctr">
                    <a:lnL w="10175" cmpd="sng">
                      <a:solidFill>
                        <a:srgbClr val="000000"/>
                      </a:solidFill>
                      <a:prstDash val="solid"/>
                    </a:lnL>
                    <a:lnR w="13575" cmpd="sng">
                      <a:solidFill>
                        <a:srgbClr val="000000"/>
                      </a:solidFill>
                      <a:prstDash val="solid"/>
                    </a:lnR>
                    <a:lnT w="10175" cmpd="sng">
                      <a:solidFill>
                        <a:srgbClr val="000000"/>
                      </a:solidFill>
                      <a:prstDash val="solid"/>
                    </a:lnT>
                    <a:lnB w="13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50775" marR="50775" marT="33875" marB="33875" anchor="ctr">
                    <a:lnL w="13575" cmpd="sng">
                      <a:solidFill>
                        <a:srgbClr val="000000"/>
                      </a:solidFill>
                      <a:prstDash val="solid"/>
                    </a:lnL>
                    <a:lnR w="13575" cmpd="sng">
                      <a:solidFill>
                        <a:srgbClr val="000000"/>
                      </a:solidFill>
                      <a:prstDash val="solid"/>
                    </a:lnR>
                    <a:lnT w="13575" cmpd="sng">
                      <a:solidFill>
                        <a:srgbClr val="000000"/>
                      </a:solidFill>
                      <a:prstDash val="solid"/>
                    </a:lnT>
                    <a:lnB w="13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sz="1000" b="1"/>
                        <a:t/>
                      </a:r>
                    </a:p>
                  </a:txBody>
                  <a:tcPr marL="50775" marR="50775" marT="33875" marB="33875" anchor="ctr">
                    <a:lnL w="13575" cmpd="sng">
                      <a:solidFill>
                        <a:srgbClr val="000000"/>
                      </a:solidFill>
                      <a:prstDash val="solid"/>
                    </a:lnL>
                    <a:lnR w="13575" cmpd="sng">
                      <a:solidFill>
                        <a:srgbClr val="000000"/>
                      </a:solidFill>
                      <a:prstDash val="solid"/>
                    </a:lnR>
                    <a:lnT w="13575" cmpd="sng">
                      <a:solidFill>
                        <a:srgbClr val="000000"/>
                      </a:solidFill>
                      <a:prstDash val="solid"/>
                    </a:lnT>
                    <a:lnB w="13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24350" marR="24350" marT="0" marB="0" anchor="ctr">
                    <a:lnL w="1357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13575" cmpd="sng">
                      <a:solidFill>
                        <a:srgbClr val="000000"/>
                      </a:solidFill>
                      <a:prstDash val="solid"/>
                    </a:lnT>
                    <a:lnB w="13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068775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solidFill>
                            <a:srgbClr val="E93F33"/>
                          </a:solidFill>
                        </a:rPr>
                        <a:t/>
                      </a:r>
                    </a:p>
                  </a:txBody>
                  <a:tcPr marL="24350" marR="24350" marT="0" marB="0" anchor="ctr">
                    <a:lnL w="13575" cmpd="sng">
                      <a:solidFill>
                        <a:srgbClr val="000000"/>
                      </a:solidFill>
                      <a:prstDash val="solid"/>
                    </a:lnL>
                    <a:lnR w="13575" cmpd="sng">
                      <a:solidFill>
                        <a:srgbClr val="000000"/>
                      </a:solidFill>
                      <a:prstDash val="solid"/>
                    </a:lnR>
                    <a:lnT w="13575" cmpd="sng">
                      <a:solidFill>
                        <a:srgbClr val="000000"/>
                      </a:solidFill>
                      <a:prstDash val="solid"/>
                    </a:lnT>
                    <a:lnB w="13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solidFill>
                            <a:srgbClr val="E93F33"/>
                          </a:solidFill>
                        </a:rPr>
                        <a:t/>
                      </a:r>
                    </a:p>
                  </a:txBody>
                  <a:tcPr marL="24350" marR="24350" marT="0" marB="0" anchor="ctr">
                    <a:lnL w="13575" cmpd="sng">
                      <a:solidFill>
                        <a:srgbClr val="000000"/>
                      </a:solidFill>
                      <a:prstDash val="solid"/>
                    </a:lnL>
                    <a:lnR w="13575" cmpd="sng">
                      <a:solidFill>
                        <a:srgbClr val="000000"/>
                      </a:solidFill>
                      <a:prstDash val="solid"/>
                    </a:lnR>
                    <a:lnT w="13575" cmpd="sng">
                      <a:solidFill>
                        <a:srgbClr val="000000"/>
                      </a:solidFill>
                      <a:prstDash val="solid"/>
                    </a:lnT>
                    <a:lnB w="13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sz="1000" b="1"/>
                        <a:t/>
                      </a:r>
                    </a:p>
                  </a:txBody>
                  <a:tcPr marL="24350" marR="24350" marT="0" marB="0" anchor="ctr">
                    <a:lnL w="13575" cmpd="sng">
                      <a:solidFill>
                        <a:srgbClr val="000000"/>
                      </a:solidFill>
                      <a:prstDash val="solid"/>
                    </a:lnL>
                    <a:lnR w="13575" cmpd="sng">
                      <a:solidFill>
                        <a:srgbClr val="000000"/>
                      </a:solidFill>
                      <a:prstDash val="solid"/>
                    </a:lnR>
                    <a:lnT w="13575" cmpd="sng">
                      <a:solidFill>
                        <a:srgbClr val="000000"/>
                      </a:solidFill>
                      <a:prstDash val="solid"/>
                    </a:lnT>
                    <a:lnB w="13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24350" marR="24350" marT="0" marB="0" anchor="ctr">
                    <a:lnL w="13575" cmpd="sng">
                      <a:solidFill>
                        <a:srgbClr val="000000"/>
                      </a:solidFill>
                      <a:prstDash val="solid"/>
                    </a:lnL>
                    <a:lnR w="13575" cmpd="sng">
                      <a:solidFill>
                        <a:srgbClr val="000000"/>
                      </a:solidFill>
                      <a:prstDash val="solid"/>
                    </a:lnR>
                    <a:lnT w="13575" cmpd="sng">
                      <a:solidFill>
                        <a:srgbClr val="000000"/>
                      </a:solidFill>
                      <a:prstDash val="solid"/>
                    </a:lnT>
                    <a:lnB w="13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24350" marR="24350" marT="0" marB="0" anchor="ctr">
                    <a:lnL w="1357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13575" cmpd="sng">
                      <a:solidFill>
                        <a:srgbClr val="000000"/>
                      </a:solidFill>
                      <a:prstDash val="solid"/>
                    </a:lnT>
                    <a:lnB w="13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315475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solidFill>
                            <a:srgbClr val="E93F33"/>
                          </a:solidFill>
                        </a:rPr>
                        <a:t/>
                      </a:r>
                    </a:p>
                  </a:txBody>
                  <a:tcPr marL="24350" marR="24350" marT="0" marB="0" anchor="ctr">
                    <a:lnL w="10175" cmpd="sng">
                      <a:solidFill>
                        <a:srgbClr val="000000"/>
                      </a:solidFill>
                      <a:prstDash val="solid"/>
                    </a:lnL>
                    <a:lnR w="10175" cmpd="sng">
                      <a:solidFill>
                        <a:srgbClr val="000000"/>
                      </a:solidFill>
                      <a:prstDash val="solid"/>
                    </a:lnR>
                    <a:lnT w="13575" cmpd="sng">
                      <a:solidFill>
                        <a:srgbClr val="000000"/>
                      </a:solidFill>
                      <a:prstDash val="solid"/>
                    </a:lnT>
                    <a:lnB w="101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24350" marR="24350" marT="0" marB="0" anchor="ctr">
                    <a:lnL w="10175" cmpd="sng">
                      <a:solidFill>
                        <a:srgbClr val="000000"/>
                      </a:solidFill>
                      <a:prstDash val="solid"/>
                    </a:lnL>
                    <a:lnR w="10175" cmpd="sng">
                      <a:solidFill>
                        <a:srgbClr val="000000"/>
                      </a:solidFill>
                      <a:prstDash val="solid"/>
                    </a:lnR>
                    <a:lnT w="13575" cmpd="sng">
                      <a:solidFill>
                        <a:srgbClr val="000000"/>
                      </a:solidFill>
                      <a:prstDash val="solid"/>
                    </a:lnT>
                    <a:lnB w="101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24350" marR="24350" marT="0" marB="0" anchor="ctr">
                    <a:lnL w="10175" cmpd="sng">
                      <a:solidFill>
                        <a:srgbClr val="000000"/>
                      </a:solidFill>
                      <a:prstDash val="solid"/>
                    </a:lnL>
                    <a:lnR w="10175" cmpd="sng">
                      <a:solidFill>
                        <a:srgbClr val="000000"/>
                      </a:solidFill>
                      <a:prstDash val="solid"/>
                    </a:lnR>
                    <a:lnT w="13575" cmpd="sng">
                      <a:solidFill>
                        <a:srgbClr val="000000"/>
                      </a:solidFill>
                      <a:prstDash val="solid"/>
                    </a:lnT>
                    <a:lnB w="101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24350" marR="24350" marT="0" marB="0" anchor="ctr">
                    <a:lnL w="10175" cmpd="sng">
                      <a:solidFill>
                        <a:srgbClr val="000000"/>
                      </a:solidFill>
                      <a:prstDash val="solid"/>
                    </a:lnL>
                    <a:lnR w="13575" cmpd="sng">
                      <a:solidFill>
                        <a:srgbClr val="000000"/>
                      </a:solidFill>
                      <a:prstDash val="solid"/>
                    </a:lnR>
                    <a:lnT w="13575" cmpd="sng">
                      <a:solidFill>
                        <a:srgbClr val="000000"/>
                      </a:solidFill>
                      <a:prstDash val="solid"/>
                    </a:lnT>
                    <a:lnB w="101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24350" marR="24350" marT="0" marB="0" anchor="ctr">
                    <a:lnL w="1357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13575" cmpd="sng">
                      <a:solidFill>
                        <a:srgbClr val="000000"/>
                      </a:solidFill>
                      <a:prstDash val="solid"/>
                    </a:lnT>
                    <a:lnB w="13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57750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solidFill>
                            <a:srgbClr val="E93F33"/>
                          </a:solidFill>
                        </a:rPr>
                        <a:t/>
                      </a:r>
                    </a:p>
                  </a:txBody>
                  <a:tcPr marL="24350" marR="24350" marT="0" marB="0" anchor="ctr">
                    <a:lnL w="10175" cmpd="sng">
                      <a:solidFill>
                        <a:srgbClr val="000000"/>
                      </a:solidFill>
                      <a:prstDash val="solid"/>
                    </a:lnL>
                    <a:lnR w="10175" cmpd="sng">
                      <a:solidFill>
                        <a:srgbClr val="000000"/>
                      </a:solidFill>
                      <a:prstDash val="solid"/>
                    </a:lnR>
                    <a:lnT w="10175" cmpd="sng">
                      <a:solidFill>
                        <a:srgbClr val="000000"/>
                      </a:solidFill>
                      <a:prstDash val="solid"/>
                    </a:lnT>
                    <a:lnB w="101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/>
                        <a:t/>
                      </a:r>
                    </a:p>
                  </a:txBody>
                  <a:tcPr marL="24350" marR="24350" marT="0" marB="0" anchor="ctr">
                    <a:lnL w="10175" cmpd="sng">
                      <a:solidFill>
                        <a:srgbClr val="000000"/>
                      </a:solidFill>
                      <a:prstDash val="solid"/>
                    </a:lnL>
                    <a:lnR w="10175" cmpd="sng">
                      <a:solidFill>
                        <a:srgbClr val="000000"/>
                      </a:solidFill>
                      <a:prstDash val="solid"/>
                    </a:lnR>
                    <a:lnT w="10175" cmpd="sng">
                      <a:solidFill>
                        <a:srgbClr val="000000"/>
                      </a:solidFill>
                      <a:prstDash val="solid"/>
                    </a:lnT>
                    <a:lnB w="101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24350" marR="24350" marT="0" marB="0" anchor="ctr">
                    <a:lnL w="10175" cmpd="sng">
                      <a:solidFill>
                        <a:srgbClr val="000000"/>
                      </a:solidFill>
                      <a:prstDash val="solid"/>
                    </a:lnL>
                    <a:lnR w="10175" cmpd="sng">
                      <a:solidFill>
                        <a:srgbClr val="000000"/>
                      </a:solidFill>
                      <a:prstDash val="solid"/>
                    </a:lnR>
                    <a:lnT w="10175" cmpd="sng">
                      <a:solidFill>
                        <a:srgbClr val="000000"/>
                      </a:solidFill>
                      <a:prstDash val="solid"/>
                    </a:lnT>
                    <a:lnB w="101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sz="1000" b="1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24350" marR="24350" marT="0" marB="0" anchor="ctr">
                    <a:lnL w="10175" cmpd="sng">
                      <a:solidFill>
                        <a:srgbClr val="000000"/>
                      </a:solidFill>
                      <a:prstDash val="solid"/>
                    </a:lnL>
                    <a:lnR w="13575" cmpd="sng">
                      <a:solidFill>
                        <a:srgbClr val="000000"/>
                      </a:solidFill>
                      <a:prstDash val="solid"/>
                    </a:lnR>
                    <a:lnT w="10175" cmpd="sng">
                      <a:solidFill>
                        <a:srgbClr val="000000"/>
                      </a:solidFill>
                      <a:prstDash val="solid"/>
                    </a:lnT>
                    <a:lnB w="101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sz="100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24350" marR="24350" marT="0" marB="0" anchor="ctr">
                    <a:lnL w="1357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13575" cmpd="sng">
                      <a:solidFill>
                        <a:srgbClr val="000000"/>
                      </a:solidFill>
                      <a:prstDash val="solid"/>
                    </a:lnT>
                    <a:lnB w="13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163" name="sanitized-shape-1578">
            <a:extLst xmlns:a="http://schemas.openxmlformats.org/drawingml/2006/main">
              <a:ext uri="{FF2B5EF4-FFF2-40B4-BE49-F238E27FC236}">
                <a16:creationId xmlns:a16="http://schemas.microsoft.com/office/drawing/2014/main" id="{A7BC88F9-10A0-4B8B-B996-F0187D562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7878" y="6435700"/>
            <a:ext cx="1656900" cy="24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164" name="sanitized-shape-1579">
            <a:extLst xmlns:a="http://schemas.openxmlformats.org/drawingml/2006/main">
              <a:ext uri="{FF2B5EF4-FFF2-40B4-BE49-F238E27FC236}">
                <a16:creationId xmlns:a16="http://schemas.microsoft.com/office/drawing/2014/main" id="{E2B54B9E-7CD0-4C01-8E92-B0BD143120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55350" y="170854"/>
            <a:ext cx="8076000" cy="42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68550" tIns="68550" rIns="68550" bIns="68550" anchor="b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rgbClr val="E93F33"/>
                </a:solidFill>
              </a:rPr>
              <a:t/>
            </a:r>
          </a:p>
        </p:txBody>
      </p:sp>
      <p:sp>
        <p:nvSpPr>
          <p:cNvPr id="2165" name="sanitized-shape-1580">
            <a:extLst xmlns:a="http://schemas.openxmlformats.org/drawingml/2006/main">
              <a:ext uri="{FF2B5EF4-FFF2-40B4-BE49-F238E27FC236}">
                <a16:creationId xmlns:a16="http://schemas.microsoft.com/office/drawing/2014/main" id="{AA5FE035-8FE1-4729-BEAA-E2568D1D6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498" y="6476345"/>
            <a:ext cx="10767600" cy="24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121875" rIns="0" bIns="1218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00"/>
              <a:t/>
            </a:r>
          </a:p>
        </p:txBody>
      </p:sp>
      <p:sp>
        <p:nvSpPr>
          <p:cNvPr id="2166" name="sanitized-shape-1581">
            <a:extLst xmlns:a="http://schemas.openxmlformats.org/drawingml/2006/main">
              <a:ext uri="{FF2B5EF4-FFF2-40B4-BE49-F238E27FC236}">
                <a16:creationId xmlns:a16="http://schemas.microsoft.com/office/drawing/2014/main" id="{AFAE4BC9-722B-4B51-B004-D60223437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0" y="4383129"/>
            <a:ext cx="198000" cy="19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3F3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2167" name="sanitized-shape-1582">
            <a:extLst xmlns:a="http://schemas.openxmlformats.org/drawingml/2006/main">
              <a:ext uri="{FF2B5EF4-FFF2-40B4-BE49-F238E27FC236}">
                <a16:creationId xmlns:a16="http://schemas.microsoft.com/office/drawing/2014/main" id="{EA6572AB-D1F5-4407-842D-2AF95100646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59991" y="6356349"/>
            <a:ext cx="2742600" cy="36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51425" tIns="25700" rIns="51425" bIns="2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69ADA83D-DF77-AA76-6DA0-7A70CD7A4D20}" type="slidenum">
              <a:rPr sz="1200">
                <a:solidFill>
                  <a:schemeClr val="dk1"/>
                </a:solidFill>
              </a:rPr>
              <a:t/>
            </a:fld>
          </a:p>
        </p:txBody>
      </p:sp>
    </p:spTree>
    <p:extLst>
      <p:ext uri="{BB962C8B-B14F-4D97-AF65-F5344CB8AC3E}">
        <p14:creationId xmlns:p14="http://schemas.microsoft.com/office/powerpoint/2010/main" val="136256793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2179" name="sanitized-table-10"/>
          <p:cNvGraphicFramePr/>
          <p:nvPr/>
        </p:nvGraphicFramePr>
        <p:xfrm>
          <a:off xmlns:a="http://schemas.openxmlformats.org/drawingml/2006/main" x="152437" y="1242468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{CDD7BB8A-1EDB-4F6B-BC6B-4E1E84436C22}</a:tableStyleId>
              </a:tblPr>
              <a:tblGrid>
                <a:gridCol w="552250"/>
                <a:gridCol w="1235900"/>
                <a:gridCol w="811700"/>
                <a:gridCol w="945075"/>
                <a:gridCol w="411625"/>
                <a:gridCol w="1578700"/>
                <a:gridCol w="1578700"/>
                <a:gridCol w="1578700"/>
                <a:gridCol w="1578700"/>
                <a:gridCol w="1578700"/>
              </a:tblGrid>
              <a:tr h="253175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28550" marR="28550" marT="19075" marB="19075" anchor="ctr">
                    <a:lnL w="11900" cmpd="sng">
                      <a:solidFill>
                        <a:srgbClr val="CCCCCC"/>
                      </a:solidFill>
                      <a:prstDash val="solid"/>
                    </a:lnL>
                    <a:lnR w="11900" cmpd="sng">
                      <a:solidFill>
                        <a:srgbClr val="CCCCCC"/>
                      </a:solidFill>
                      <a:prstDash val="solid"/>
                    </a:lnR>
                    <a:lnT w="11900" cmpd="sng">
                      <a:solidFill>
                        <a:srgbClr val="CCCCCC"/>
                      </a:solidFill>
                      <a:prstDash val="solid"/>
                    </a:lnT>
                    <a:lnB w="1190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28550" marR="28550" marT="19075" marB="19075" anchor="ctr">
                    <a:lnL w="11900" cmpd="sng">
                      <a:solidFill>
                        <a:srgbClr val="CCCCCC"/>
                      </a:solidFill>
                      <a:prstDash val="solid"/>
                    </a:lnL>
                    <a:lnR w="11900" cmpd="sng">
                      <a:solidFill>
                        <a:srgbClr val="CCCCCC"/>
                      </a:solidFill>
                      <a:prstDash val="solid"/>
                    </a:lnR>
                    <a:lnT w="11900" cmpd="sng">
                      <a:solidFill>
                        <a:srgbClr val="CCCCCC"/>
                      </a:solidFill>
                      <a:prstDash val="solid"/>
                    </a:lnT>
                    <a:lnB w="1190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28550" marR="28550" marT="19075" marB="19075" anchor="ctr">
                    <a:lnL w="11900" cmpd="sng">
                      <a:solidFill>
                        <a:srgbClr val="CCCCCC"/>
                      </a:solidFill>
                      <a:prstDash val="solid"/>
                    </a:lnL>
                    <a:lnR w="11900" cmpd="sng">
                      <a:solidFill>
                        <a:srgbClr val="CCCCCC"/>
                      </a:solidFill>
                      <a:prstDash val="solid"/>
                    </a:lnR>
                    <a:lnT w="11900" cmpd="sng">
                      <a:solidFill>
                        <a:srgbClr val="CCCCCC"/>
                      </a:solidFill>
                      <a:prstDash val="solid"/>
                    </a:lnT>
                    <a:lnB w="1190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28550" marR="28550" marT="19075" marB="19075" anchor="ctr">
                    <a:lnL w="11900" cmpd="sng">
                      <a:solidFill>
                        <a:srgbClr val="CCCCCC"/>
                      </a:solidFill>
                      <a:prstDash val="solid"/>
                    </a:lnL>
                    <a:lnR w="11900" cmpd="sng">
                      <a:solidFill>
                        <a:srgbClr val="CCCCCC"/>
                      </a:solidFill>
                      <a:prstDash val="solid"/>
                    </a:lnR>
                    <a:lnT w="11900" cmpd="sng">
                      <a:solidFill>
                        <a:srgbClr val="CCCCCC"/>
                      </a:solidFill>
                      <a:prstDash val="solid"/>
                    </a:lnT>
                    <a:lnB w="1190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28550" marR="28550" marT="19075" marB="19075" anchor="ctr">
                    <a:lnL w="11900" cmpd="sng">
                      <a:solidFill>
                        <a:srgbClr val="CCCCCC"/>
                      </a:solidFill>
                      <a:prstDash val="solid"/>
                    </a:lnL>
                    <a:lnR w="11900" cmpd="sng">
                      <a:solidFill>
                        <a:srgbClr val="CCCCCC"/>
                      </a:solidFill>
                      <a:prstDash val="solid"/>
                    </a:lnR>
                    <a:lnT w="11900" cmpd="sng">
                      <a:solidFill>
                        <a:srgbClr val="CCCCCC"/>
                      </a:solidFill>
                      <a:prstDash val="solid"/>
                    </a:lnT>
                    <a:lnB w="1190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28550" marR="28550" marT="19075" marB="19075" anchor="ctr">
                    <a:lnL w="11900" cmpd="sng">
                      <a:solidFill>
                        <a:srgbClr val="CCCCCC"/>
                      </a:solidFill>
                      <a:prstDash val="solid"/>
                    </a:lnL>
                    <a:lnR w="11900" cmpd="sng">
                      <a:solidFill>
                        <a:srgbClr val="CCCCCC"/>
                      </a:solidFill>
                      <a:prstDash val="solid"/>
                    </a:lnR>
                    <a:lnT w="11900" cmpd="sng">
                      <a:solidFill>
                        <a:srgbClr val="CCCCCC"/>
                      </a:solidFill>
                      <a:prstDash val="solid"/>
                    </a:lnT>
                    <a:lnB w="1190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28550" marR="28550" marT="19075" marB="19075" anchor="ctr">
                    <a:lnL w="11900" cmpd="sng">
                      <a:solidFill>
                        <a:srgbClr val="CCCCCC"/>
                      </a:solidFill>
                      <a:prstDash val="solid"/>
                    </a:lnL>
                    <a:lnR w="11900" cmpd="sng">
                      <a:solidFill>
                        <a:srgbClr val="CCCCCC"/>
                      </a:solidFill>
                      <a:prstDash val="solid"/>
                    </a:lnR>
                    <a:lnT w="11900" cmpd="sng">
                      <a:solidFill>
                        <a:srgbClr val="CCCCCC"/>
                      </a:solidFill>
                      <a:prstDash val="solid"/>
                    </a:lnT>
                    <a:lnB w="1190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28550" marR="28550" marT="19075" marB="19075" anchor="ctr">
                    <a:lnL w="11900" cmpd="sng">
                      <a:solidFill>
                        <a:srgbClr val="CCCCCC"/>
                      </a:solidFill>
                      <a:prstDash val="solid"/>
                    </a:lnL>
                    <a:lnR w="11900" cmpd="sng">
                      <a:solidFill>
                        <a:srgbClr val="CCCCCC"/>
                      </a:solidFill>
                      <a:prstDash val="solid"/>
                    </a:lnR>
                    <a:lnT w="11900" cmpd="sng">
                      <a:solidFill>
                        <a:srgbClr val="CCCCCC"/>
                      </a:solidFill>
                      <a:prstDash val="solid"/>
                    </a:lnT>
                    <a:lnB w="1190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28550" marR="28550" marT="19075" marB="19075" anchor="ctr">
                    <a:lnL w="11900" cmpd="sng">
                      <a:solidFill>
                        <a:srgbClr val="CCCCCC"/>
                      </a:solidFill>
                      <a:prstDash val="solid"/>
                    </a:lnL>
                    <a:lnR w="11900" cmpd="sng">
                      <a:solidFill>
                        <a:srgbClr val="CCCCCC"/>
                      </a:solidFill>
                      <a:prstDash val="solid"/>
                    </a:lnR>
                    <a:lnT w="11900" cmpd="sng">
                      <a:solidFill>
                        <a:srgbClr val="CCCCCC"/>
                      </a:solidFill>
                      <a:prstDash val="solid"/>
                    </a:lnT>
                    <a:lnB w="1190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28550" marR="28550" marT="19075" marB="19075" anchor="ctr">
                    <a:lnL w="11900" cmpd="sng">
                      <a:solidFill>
                        <a:srgbClr val="CCCCCC"/>
                      </a:solidFill>
                      <a:prstDash val="solid"/>
                    </a:lnL>
                    <a:lnR w="11900" cmpd="sng">
                      <a:solidFill>
                        <a:srgbClr val="CCCCCC"/>
                      </a:solidFill>
                      <a:prstDash val="solid"/>
                    </a:lnR>
                    <a:lnT w="11900" cmpd="sng">
                      <a:solidFill>
                        <a:srgbClr val="CCCCCC"/>
                      </a:solidFill>
                      <a:prstDash val="solid"/>
                    </a:lnT>
                    <a:lnB w="1190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434343"/>
                    </a:solidFill>
                  </a:tcPr>
                </a:tc>
              </a:tr>
              <a:tr h="388175">
                <a:tc rowSpan="3"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28550" marR="28550" marT="19075" marB="19075" anchor="ctr">
                    <a:lnL w="11900" cmpd="sng">
                      <a:solidFill>
                        <a:srgbClr val="CCCCCC"/>
                      </a:solidFill>
                      <a:prstDash val="solid"/>
                    </a:lnL>
                    <a:lnR w="11900" cmpd="sng">
                      <a:solidFill>
                        <a:srgbClr val="CCCCCC"/>
                      </a:solidFill>
                      <a:prstDash val="solid"/>
                    </a:lnR>
                    <a:lnT w="11900" cmpd="sng">
                      <a:solidFill>
                        <a:srgbClr val="CCCCCC"/>
                      </a:solidFill>
                      <a:prstDash val="solid"/>
                    </a:lnT>
                    <a:lnB w="1190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28550" marR="28550" marT="19075" marB="19075" anchor="ctr">
                    <a:lnL w="11900" cmpd="sng">
                      <a:solidFill>
                        <a:srgbClr val="CCCCCC"/>
                      </a:solidFill>
                      <a:prstDash val="solid"/>
                    </a:lnL>
                    <a:lnR w="11900" cmpd="sng">
                      <a:solidFill>
                        <a:srgbClr val="CCCCCC"/>
                      </a:solidFill>
                      <a:prstDash val="solid"/>
                    </a:lnR>
                    <a:lnT w="11900" cmpd="sng">
                      <a:solidFill>
                        <a:srgbClr val="CCCCCC"/>
                      </a:solidFill>
                      <a:prstDash val="solid"/>
                    </a:lnT>
                    <a:lnB w="1190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28550" marR="28550" marT="19075" marB="19075" anchor="ctr">
                    <a:lnL w="11900" cmpd="sng">
                      <a:solidFill>
                        <a:srgbClr val="CCCCCC"/>
                      </a:solidFill>
                      <a:prstDash val="solid"/>
                    </a:lnL>
                    <a:lnR w="11900" cmpd="sng">
                      <a:solidFill>
                        <a:srgbClr val="CCCCCC"/>
                      </a:solidFill>
                      <a:prstDash val="solid"/>
                    </a:lnR>
                    <a:lnT w="11900" cmpd="sng">
                      <a:solidFill>
                        <a:srgbClr val="CCCCCC"/>
                      </a:solidFill>
                      <a:prstDash val="solid"/>
                    </a:lnT>
                    <a:lnB w="1190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28550" marR="28550" marT="19075" marB="19075" anchor="ctr">
                    <a:lnL w="11900" cmpd="sng">
                      <a:solidFill>
                        <a:srgbClr val="CCCCCC"/>
                      </a:solidFill>
                      <a:prstDash val="solid"/>
                    </a:lnL>
                    <a:lnR w="11900" cmpd="sng">
                      <a:solidFill>
                        <a:srgbClr val="CCCCCC"/>
                      </a:solidFill>
                      <a:prstDash val="solid"/>
                    </a:lnR>
                    <a:lnT w="11900" cmpd="sng">
                      <a:solidFill>
                        <a:srgbClr val="CCCCCC"/>
                      </a:solidFill>
                      <a:prstDash val="solid"/>
                    </a:lnT>
                    <a:lnB w="1190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28550" marR="28550" marT="19075" marB="19075" anchor="ctr">
                    <a:lnL w="11900" cmpd="sng">
                      <a:solidFill>
                        <a:srgbClr val="CCCCCC"/>
                      </a:solidFill>
                      <a:prstDash val="solid"/>
                    </a:lnL>
                    <a:lnR w="11900" cmpd="sng">
                      <a:solidFill>
                        <a:srgbClr val="CCCCCC"/>
                      </a:solidFill>
                      <a:prstDash val="solid"/>
                    </a:lnR>
                    <a:lnT w="11900" cmpd="sng">
                      <a:solidFill>
                        <a:srgbClr val="CCCCCC"/>
                      </a:solidFill>
                      <a:prstDash val="solid"/>
                    </a:lnT>
                    <a:lnB w="1190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 gridSpan="5"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/>
                        <a:t/>
                      </a:r>
                    </a:p>
                  </a:txBody>
                  <a:tcPr marL="28550" marR="28550" marT="19075" marB="19075">
                    <a:lnL w="11900" cmpd="sng">
                      <a:solidFill>
                        <a:srgbClr val="CCCCCC"/>
                      </a:solidFill>
                      <a:prstDash val="solid"/>
                    </a:lnL>
                    <a:lnR w="11900" cmpd="sng">
                      <a:solidFill>
                        <a:srgbClr val="CCCCCC"/>
                      </a:solidFill>
                      <a:prstDash val="solid"/>
                    </a:lnR>
                    <a:lnT w="11900" cmpd="sng">
                      <a:solidFill>
                        <a:srgbClr val="CCCCCC"/>
                      </a:solidFill>
                      <a:prstDash val="solid"/>
                    </a:lnT>
                    <a:lnB w="1190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</a:tr>
              <a:tr h="270025"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28550" marR="28550" marT="19075" marB="19075" anchor="ctr">
                    <a:lnL w="11900" cmpd="sng">
                      <a:solidFill>
                        <a:srgbClr val="CCCCCC"/>
                      </a:solidFill>
                      <a:prstDash val="solid"/>
                    </a:lnL>
                    <a:lnR w="11900" cmpd="sng">
                      <a:solidFill>
                        <a:srgbClr val="CCCCCC"/>
                      </a:solidFill>
                      <a:prstDash val="solid"/>
                    </a:lnR>
                    <a:lnT w="11900" cmpd="sng">
                      <a:solidFill>
                        <a:srgbClr val="CCCCCC"/>
                      </a:solidFill>
                      <a:prstDash val="solid"/>
                    </a:lnT>
                    <a:lnB w="1190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28550" marR="28550" marT="19075" marB="19075" anchor="ctr">
                    <a:lnL w="11900" cmpd="sng">
                      <a:solidFill>
                        <a:srgbClr val="CCCCCC"/>
                      </a:solidFill>
                      <a:prstDash val="solid"/>
                    </a:lnL>
                    <a:lnR w="11900" cmpd="sng">
                      <a:solidFill>
                        <a:srgbClr val="CCCCCC"/>
                      </a:solidFill>
                      <a:prstDash val="solid"/>
                    </a:lnR>
                    <a:lnT w="11900" cmpd="sng">
                      <a:solidFill>
                        <a:srgbClr val="CCCCCC"/>
                      </a:solidFill>
                      <a:prstDash val="solid"/>
                    </a:lnT>
                    <a:lnB w="1190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 gridSpan="5"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FF0000"/>
                          </a:solidFill>
                        </a:rPr>
                        <a:t/>
                      </a:r>
                    </a:p>
                  </a:txBody>
                  <a:tcPr marL="28550" marR="28550" marT="19075" marB="19075">
                    <a:lnL w="11900" cmpd="sng">
                      <a:solidFill>
                        <a:srgbClr val="CCCCCC"/>
                      </a:solidFill>
                      <a:prstDash val="solid"/>
                    </a:lnL>
                    <a:lnR w="11900" cmpd="sng">
                      <a:solidFill>
                        <a:srgbClr val="CCCCCC"/>
                      </a:solidFill>
                      <a:prstDash val="solid"/>
                    </a:lnR>
                    <a:lnT w="11900" cmpd="sng">
                      <a:solidFill>
                        <a:srgbClr val="CCCCCC"/>
                      </a:solidFill>
                      <a:prstDash val="solid"/>
                    </a:lnT>
                    <a:lnB w="1190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</a:tr>
              <a:tr h="506300"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28550" marR="28550" marT="19075" marB="19075" anchor="ctr">
                    <a:lnL w="11900" cmpd="sng">
                      <a:solidFill>
                        <a:srgbClr val="CCCCCC"/>
                      </a:solidFill>
                      <a:prstDash val="solid"/>
                    </a:lnL>
                    <a:lnR w="11900" cmpd="sng">
                      <a:solidFill>
                        <a:srgbClr val="CCCCCC"/>
                      </a:solidFill>
                      <a:prstDash val="solid"/>
                    </a:lnR>
                    <a:lnT w="11900" cmpd="sng">
                      <a:solidFill>
                        <a:srgbClr val="CCCCCC"/>
                      </a:solidFill>
                      <a:prstDash val="solid"/>
                    </a:lnT>
                    <a:lnB w="1190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28550" marR="28550" marT="19075" marB="19075" anchor="ctr">
                    <a:lnL w="11900" cmpd="sng">
                      <a:solidFill>
                        <a:srgbClr val="CCCCCC"/>
                      </a:solidFill>
                      <a:prstDash val="solid"/>
                    </a:lnL>
                    <a:lnR w="11900" cmpd="sng">
                      <a:solidFill>
                        <a:srgbClr val="CCCCCC"/>
                      </a:solidFill>
                      <a:prstDash val="solid"/>
                    </a:lnR>
                    <a:lnT w="11900" cmpd="sng">
                      <a:solidFill>
                        <a:srgbClr val="CCCCCC"/>
                      </a:solidFill>
                      <a:prstDash val="solid"/>
                    </a:lnT>
                    <a:lnB w="1190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28550" marR="28550" marT="19075" marB="19075" anchor="ctr">
                    <a:lnL w="11900" cmpd="sng">
                      <a:solidFill>
                        <a:srgbClr val="CCCCCC"/>
                      </a:solidFill>
                      <a:prstDash val="solid"/>
                    </a:lnL>
                    <a:lnR w="11900" cmpd="sng">
                      <a:solidFill>
                        <a:srgbClr val="CCCCCC"/>
                      </a:solidFill>
                      <a:prstDash val="solid"/>
                    </a:lnR>
                    <a:lnT w="11900" cmpd="sng">
                      <a:solidFill>
                        <a:srgbClr val="CCCCCC"/>
                      </a:solidFill>
                      <a:prstDash val="solid"/>
                    </a:lnT>
                    <a:lnB w="1190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/>
                        <a:t/>
                      </a:r>
                    </a:p>
                  </a:txBody>
                  <a:tcPr marL="28550" marR="28550" marT="19075" marB="19075">
                    <a:lnL w="11900" cmpd="sng">
                      <a:solidFill>
                        <a:srgbClr val="CCCCCC"/>
                      </a:solidFill>
                      <a:prstDash val="solid"/>
                    </a:lnL>
                    <a:lnR w="11900" cmpd="sng">
                      <a:solidFill>
                        <a:srgbClr val="CCCCCC"/>
                      </a:solidFill>
                      <a:prstDash val="solid"/>
                    </a:lnR>
                    <a:lnT w="11900" cmpd="sng">
                      <a:solidFill>
                        <a:srgbClr val="CCCCCC"/>
                      </a:solidFill>
                      <a:prstDash val="solid"/>
                    </a:lnT>
                    <a:lnB w="1190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gridSpan="2"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/>
                        <a:t/>
                      </a:r>
                    </a:p>
                  </a:txBody>
                  <a:tcPr marL="28550" marR="28550" marT="19075" marB="19075">
                    <a:lnL w="11900" cmpd="sng">
                      <a:solidFill>
                        <a:srgbClr val="CCCCCC"/>
                      </a:solidFill>
                      <a:prstDash val="solid"/>
                    </a:lnL>
                    <a:lnR w="11900" cmpd="sng">
                      <a:solidFill>
                        <a:srgbClr val="CCCCCC"/>
                      </a:solidFill>
                      <a:prstDash val="solid"/>
                    </a:lnR>
                    <a:lnT w="11900" cmpd="sng">
                      <a:solidFill>
                        <a:srgbClr val="CCCCCC"/>
                      </a:solidFill>
                      <a:prstDash val="solid"/>
                    </a:lnT>
                    <a:lnB w="1190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/>
                        <a:t/>
                      </a:r>
                    </a:p>
                  </a:txBody>
                  <a:tcPr marL="28550" marR="28550" marT="19075" marB="19075">
                    <a:lnL w="11900" cmpd="sng">
                      <a:solidFill>
                        <a:srgbClr val="CCCCCC"/>
                      </a:solidFill>
                      <a:prstDash val="solid"/>
                    </a:lnL>
                    <a:lnR w="11900" cmpd="sng">
                      <a:solidFill>
                        <a:srgbClr val="CCCCCC"/>
                      </a:solidFill>
                      <a:prstDash val="solid"/>
                    </a:lnR>
                    <a:lnT w="11900" cmpd="sng">
                      <a:solidFill>
                        <a:srgbClr val="CCCCCC"/>
                      </a:solidFill>
                      <a:prstDash val="solid"/>
                    </a:lnT>
                    <a:lnB w="1190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</a:tr>
              <a:tr h="506300">
                <a:tc rowSpan="5"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28550" marR="28550" marT="19075" marB="19075" anchor="ctr">
                    <a:lnL w="11900" cmpd="sng">
                      <a:solidFill>
                        <a:srgbClr val="CCCCCC"/>
                      </a:solidFill>
                      <a:prstDash val="solid"/>
                    </a:lnL>
                    <a:lnR w="11900" cmpd="sng">
                      <a:solidFill>
                        <a:srgbClr val="CCCCCC"/>
                      </a:solidFill>
                      <a:prstDash val="solid"/>
                    </a:lnR>
                    <a:lnT w="11900" cmpd="sng">
                      <a:solidFill>
                        <a:srgbClr val="CCCCCC"/>
                      </a:solidFill>
                      <a:prstDash val="solid"/>
                    </a:lnT>
                    <a:lnB w="1190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 rowSpan="5"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28550" marR="28550" marT="19075" marB="19075" anchor="ctr">
                    <a:lnL w="11900" cmpd="sng">
                      <a:solidFill>
                        <a:srgbClr val="CCCCCC"/>
                      </a:solidFill>
                      <a:prstDash val="solid"/>
                    </a:lnL>
                    <a:lnR w="11900" cmpd="sng">
                      <a:solidFill>
                        <a:srgbClr val="CCCCCC"/>
                      </a:solidFill>
                      <a:prstDash val="solid"/>
                    </a:lnR>
                    <a:lnT w="11900" cmpd="sng">
                      <a:solidFill>
                        <a:srgbClr val="CCCCCC"/>
                      </a:solidFill>
                      <a:prstDash val="solid"/>
                    </a:lnT>
                    <a:lnB w="1190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28550" marR="28550" marT="19075" marB="19075" anchor="ctr">
                    <a:lnL w="11900" cmpd="sng">
                      <a:solidFill>
                        <a:srgbClr val="CCCCCC"/>
                      </a:solidFill>
                      <a:prstDash val="solid"/>
                    </a:lnL>
                    <a:lnR w="11900" cmpd="sng">
                      <a:solidFill>
                        <a:srgbClr val="CCCCCC"/>
                      </a:solidFill>
                      <a:prstDash val="solid"/>
                    </a:lnR>
                    <a:lnT w="11900" cmpd="sng">
                      <a:solidFill>
                        <a:srgbClr val="CCCCCC"/>
                      </a:solidFill>
                      <a:prstDash val="solid"/>
                    </a:lnT>
                    <a:lnB w="1190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28550" marR="28550" marT="19075" marB="19075" anchor="ctr">
                    <a:lnL w="11900" cmpd="sng">
                      <a:solidFill>
                        <a:srgbClr val="CCCCCC"/>
                      </a:solidFill>
                      <a:prstDash val="solid"/>
                    </a:lnL>
                    <a:lnR w="11900" cmpd="sng">
                      <a:solidFill>
                        <a:srgbClr val="CCCCCC"/>
                      </a:solidFill>
                      <a:prstDash val="solid"/>
                    </a:lnR>
                    <a:lnT w="11900" cmpd="sng">
                      <a:solidFill>
                        <a:srgbClr val="CCCCCC"/>
                      </a:solidFill>
                      <a:prstDash val="solid"/>
                    </a:lnT>
                    <a:lnB w="1190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28550" marR="28550" marT="19075" marB="19075" anchor="ctr">
                    <a:lnL w="11900" cmpd="sng">
                      <a:solidFill>
                        <a:srgbClr val="CCCCCC"/>
                      </a:solidFill>
                      <a:prstDash val="solid"/>
                    </a:lnL>
                    <a:lnR w="11900" cmpd="sng">
                      <a:solidFill>
                        <a:srgbClr val="CCCCCC"/>
                      </a:solidFill>
                      <a:prstDash val="solid"/>
                    </a:lnR>
                    <a:lnT w="11900" cmpd="sng">
                      <a:solidFill>
                        <a:srgbClr val="CCCCCC"/>
                      </a:solidFill>
                      <a:prstDash val="solid"/>
                    </a:lnT>
                    <a:lnB w="1190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28550" marR="28550" marT="19075" marB="19075" anchor="ctr">
                    <a:lnL w="11900" cmpd="sng">
                      <a:solidFill>
                        <a:srgbClr val="CCCCCC"/>
                      </a:solidFill>
                      <a:prstDash val="solid"/>
                    </a:lnL>
                    <a:lnR w="11900" cmpd="sng">
                      <a:solidFill>
                        <a:srgbClr val="CCCCCC"/>
                      </a:solidFill>
                      <a:prstDash val="solid"/>
                    </a:lnR>
                    <a:lnT w="11900" cmpd="sng">
                      <a:solidFill>
                        <a:srgbClr val="CCCCCC"/>
                      </a:solidFill>
                      <a:prstDash val="solid"/>
                    </a:lnT>
                    <a:lnB w="1190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3F3F3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/>
                        <a:t/>
                      </a:r>
                    </a:p>
                  </a:txBody>
                  <a:tcPr marL="28550" marR="28550" marT="19075" marB="19075">
                    <a:lnL w="11900" cmpd="sng">
                      <a:solidFill>
                        <a:srgbClr val="CCCCCC"/>
                      </a:solidFill>
                      <a:prstDash val="solid"/>
                    </a:lnL>
                    <a:lnR w="11900" cmpd="sng">
                      <a:solidFill>
                        <a:srgbClr val="CCCCCC"/>
                      </a:solidFill>
                      <a:prstDash val="solid"/>
                    </a:lnR>
                    <a:lnT w="11900" cmpd="sng">
                      <a:solidFill>
                        <a:srgbClr val="CCCCCC"/>
                      </a:solidFill>
                      <a:prstDash val="solid"/>
                    </a:lnT>
                    <a:lnB w="1190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28550" marR="28550" marT="19075" marB="19075" anchor="ctr">
                    <a:lnL w="11900" cmpd="sng">
                      <a:solidFill>
                        <a:srgbClr val="CCCCCC"/>
                      </a:solidFill>
                      <a:prstDash val="solid"/>
                    </a:lnL>
                    <a:lnR w="11900" cmpd="sng">
                      <a:solidFill>
                        <a:srgbClr val="CCCCCC"/>
                      </a:solidFill>
                      <a:prstDash val="solid"/>
                    </a:lnR>
                    <a:lnT w="11900" cmpd="sng">
                      <a:solidFill>
                        <a:srgbClr val="CCCCCC"/>
                      </a:solidFill>
                      <a:prstDash val="solid"/>
                    </a:lnT>
                    <a:lnB w="1190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3F3F3"/>
                    </a:solidFill>
                  </a:tcPr>
                </a:tc>
              </a:tr>
              <a:tr h="742575"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rowSpan="2"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28550" marR="28550" marT="19075" marB="19075" anchor="ctr">
                    <a:lnL w="11900" cmpd="sng">
                      <a:solidFill>
                        <a:srgbClr val="CCCCCC"/>
                      </a:solidFill>
                      <a:prstDash val="solid"/>
                    </a:lnL>
                    <a:lnR w="11900" cmpd="sng">
                      <a:solidFill>
                        <a:srgbClr val="CCCCCC"/>
                      </a:solidFill>
                      <a:prstDash val="solid"/>
                    </a:lnR>
                    <a:lnT w="11900" cmpd="sng">
                      <a:solidFill>
                        <a:srgbClr val="CCCCCC"/>
                      </a:solidFill>
                      <a:prstDash val="solid"/>
                    </a:lnT>
                    <a:lnB w="1190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FF0000"/>
                          </a:solidFill>
                        </a:rPr>
                        <a:t/>
                      </a:r>
                    </a:p>
                  </a:txBody>
                  <a:tcPr marL="28550" marR="28550" marT="19075" marB="19075" anchor="ctr">
                    <a:lnL w="11900" cmpd="sng">
                      <a:solidFill>
                        <a:srgbClr val="CCCCCC"/>
                      </a:solidFill>
                      <a:prstDash val="solid"/>
                    </a:lnL>
                    <a:lnR w="11900" cmpd="sng">
                      <a:solidFill>
                        <a:srgbClr val="CCCCCC"/>
                      </a:solidFill>
                      <a:prstDash val="solid"/>
                    </a:lnR>
                    <a:lnT w="11900" cmpd="sng">
                      <a:solidFill>
                        <a:srgbClr val="CCCCCC"/>
                      </a:solidFill>
                      <a:prstDash val="solid"/>
                    </a:lnT>
                    <a:lnB w="1190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28550" marR="28550" marT="19075" marB="19075" anchor="ctr">
                    <a:lnL w="11900" cmpd="sng">
                      <a:solidFill>
                        <a:srgbClr val="CCCCCC"/>
                      </a:solidFill>
                      <a:prstDash val="solid"/>
                    </a:lnL>
                    <a:lnR w="11900" cmpd="sng">
                      <a:solidFill>
                        <a:srgbClr val="CCCCCC"/>
                      </a:solidFill>
                      <a:prstDash val="solid"/>
                    </a:lnR>
                    <a:lnT w="11900" cmpd="sng">
                      <a:solidFill>
                        <a:srgbClr val="CCCCCC"/>
                      </a:solidFill>
                      <a:prstDash val="solid"/>
                    </a:lnT>
                    <a:lnB w="1190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3F3F3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FF0000"/>
                          </a:solidFill>
                        </a:rPr>
                        <a:t/>
                      </a:r>
                    </a:p>
                  </a:txBody>
                  <a:tcPr marL="28550" marR="28550" marT="19075" marB="19075">
                    <a:lnL w="11900" cmpd="sng">
                      <a:solidFill>
                        <a:srgbClr val="CCCCCC"/>
                      </a:solidFill>
                      <a:prstDash val="solid"/>
                    </a:lnL>
                    <a:lnR w="11900" cmpd="sng">
                      <a:solidFill>
                        <a:srgbClr val="CCCCCC"/>
                      </a:solidFill>
                      <a:prstDash val="solid"/>
                    </a:lnR>
                    <a:lnT w="11900" cmpd="sng">
                      <a:solidFill>
                        <a:srgbClr val="CCCCCC"/>
                      </a:solidFill>
                      <a:prstDash val="solid"/>
                    </a:lnT>
                    <a:lnB w="1190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FF0000"/>
                          </a:solidFill>
                        </a:rPr>
                        <a:t/>
                      </a:r>
                    </a:p>
                  </a:txBody>
                  <a:tcPr marL="28550" marR="28550" marT="19075" marB="19075">
                    <a:lnL w="11900" cmpd="sng">
                      <a:solidFill>
                        <a:srgbClr val="CCCCCC"/>
                      </a:solidFill>
                      <a:prstDash val="solid"/>
                    </a:lnL>
                    <a:lnR w="11900" cmpd="sng">
                      <a:solidFill>
                        <a:srgbClr val="CCCCCC"/>
                      </a:solidFill>
                      <a:prstDash val="solid"/>
                    </a:lnR>
                    <a:lnT w="11900" cmpd="sng">
                      <a:solidFill>
                        <a:srgbClr val="CCCCCC"/>
                      </a:solidFill>
                      <a:prstDash val="solid"/>
                    </a:lnT>
                    <a:lnB w="1190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FF0000"/>
                          </a:solidFill>
                        </a:rPr>
                        <a:t/>
                      </a:r>
                    </a:p>
                  </a:txBody>
                  <a:tcPr marL="28550" marR="28550" marT="19075" marB="19075">
                    <a:lnL w="11900" cmpd="sng">
                      <a:solidFill>
                        <a:srgbClr val="CCCCCC"/>
                      </a:solidFill>
                      <a:prstDash val="solid"/>
                    </a:lnL>
                    <a:lnR w="11900" cmpd="sng">
                      <a:solidFill>
                        <a:srgbClr val="CCCCCC"/>
                      </a:solidFill>
                      <a:prstDash val="solid"/>
                    </a:lnR>
                    <a:lnT w="11900" cmpd="sng">
                      <a:solidFill>
                        <a:srgbClr val="CCCCCC"/>
                      </a:solidFill>
                      <a:prstDash val="solid"/>
                    </a:lnT>
                    <a:lnB w="1190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</a:tr>
              <a:tr h="270025"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gridSpan="2"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hMerge="1"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gridSpan="3"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FF0000"/>
                          </a:solidFill>
                        </a:rPr>
                        <a:t/>
                      </a:r>
                    </a:p>
                  </a:txBody>
                  <a:tcPr marL="28550" marR="28550" marT="19075" marB="19075">
                    <a:lnL w="11900" cmpd="sng">
                      <a:solidFill>
                        <a:srgbClr val="CCCCCC"/>
                      </a:solidFill>
                      <a:prstDash val="solid"/>
                    </a:lnL>
                    <a:lnR w="11900" cmpd="sng">
                      <a:solidFill>
                        <a:srgbClr val="CCCCCC"/>
                      </a:solidFill>
                      <a:prstDash val="solid"/>
                    </a:lnR>
                    <a:lnT w="11900" cmpd="sng">
                      <a:solidFill>
                        <a:srgbClr val="CCCCCC"/>
                      </a:solidFill>
                      <a:prstDash val="solid"/>
                    </a:lnT>
                    <a:lnB w="1190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</a:tr>
              <a:tr h="1215100"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rowSpan="2"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28550" marR="28550" marT="19075" marB="19075" anchor="ctr">
                    <a:lnL w="11900" cmpd="sng">
                      <a:solidFill>
                        <a:srgbClr val="CCCCCC"/>
                      </a:solidFill>
                      <a:prstDash val="solid"/>
                    </a:lnL>
                    <a:lnR w="11900" cmpd="sng">
                      <a:solidFill>
                        <a:srgbClr val="CCCCCC"/>
                      </a:solidFill>
                      <a:prstDash val="solid"/>
                    </a:lnR>
                    <a:lnT w="11900" cmpd="sng">
                      <a:solidFill>
                        <a:srgbClr val="CCCCCC"/>
                      </a:solidFill>
                      <a:prstDash val="solid"/>
                    </a:lnT>
                    <a:lnB w="1190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28550" marR="28550" marT="19075" marB="19075" anchor="ctr">
                    <a:lnL w="11900" cmpd="sng">
                      <a:solidFill>
                        <a:srgbClr val="CCCCCC"/>
                      </a:solidFill>
                      <a:prstDash val="solid"/>
                    </a:lnL>
                    <a:lnR w="11900" cmpd="sng">
                      <a:solidFill>
                        <a:srgbClr val="CCCCCC"/>
                      </a:solidFill>
                      <a:prstDash val="solid"/>
                    </a:lnR>
                    <a:lnT w="11900" cmpd="sng">
                      <a:solidFill>
                        <a:srgbClr val="CCCCCC"/>
                      </a:solidFill>
                      <a:prstDash val="solid"/>
                    </a:lnT>
                    <a:lnB w="1190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FF0000"/>
                          </a:solidFill>
                        </a:rPr>
                        <a:t/>
                      </a:r>
                    </a:p>
                  </a:txBody>
                  <a:tcPr marL="28550" marR="28550" marT="19075" marB="19075" anchor="ctr">
                    <a:lnL w="11900" cmpd="sng">
                      <a:solidFill>
                        <a:srgbClr val="CCCCCC"/>
                      </a:solidFill>
                      <a:prstDash val="solid"/>
                    </a:lnL>
                    <a:lnR w="11900" cmpd="sng">
                      <a:solidFill>
                        <a:srgbClr val="CCCCCC"/>
                      </a:solidFill>
                      <a:prstDash val="solid"/>
                    </a:lnR>
                    <a:lnT w="11900" cmpd="sng">
                      <a:solidFill>
                        <a:srgbClr val="CCCCCC"/>
                      </a:solidFill>
                      <a:prstDash val="solid"/>
                    </a:lnT>
                    <a:lnB w="1190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28550" marR="28550" marT="19075" marB="19075" anchor="ctr">
                    <a:lnL w="11900" cmpd="sng">
                      <a:solidFill>
                        <a:srgbClr val="CCCCCC"/>
                      </a:solidFill>
                      <a:prstDash val="solid"/>
                    </a:lnL>
                    <a:lnR w="11900" cmpd="sng">
                      <a:solidFill>
                        <a:srgbClr val="CCCCCC"/>
                      </a:solidFill>
                      <a:prstDash val="solid"/>
                    </a:lnR>
                    <a:lnT w="11900" cmpd="sng">
                      <a:solidFill>
                        <a:srgbClr val="CCCCCC"/>
                      </a:solidFill>
                      <a:prstDash val="solid"/>
                    </a:lnT>
                    <a:lnB w="1190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FF0000"/>
                          </a:solidFill>
                        </a:rPr>
                        <a:t/>
                      </a:r>
                    </a:p>
                  </a:txBody>
                  <a:tcPr marL="28550" marR="28550" marT="19075" marB="19075">
                    <a:lnL w="11900" cmpd="sng">
                      <a:solidFill>
                        <a:srgbClr val="CCCCCC"/>
                      </a:solidFill>
                      <a:prstDash val="solid"/>
                    </a:lnL>
                    <a:lnR w="11900" cmpd="sng">
                      <a:solidFill>
                        <a:srgbClr val="CCCCCC"/>
                      </a:solidFill>
                      <a:prstDash val="solid"/>
                    </a:lnR>
                    <a:lnT w="11900" cmpd="sng">
                      <a:solidFill>
                        <a:srgbClr val="CCCCCC"/>
                      </a:solidFill>
                      <a:prstDash val="solid"/>
                    </a:lnT>
                    <a:lnB w="1190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FF0000"/>
                          </a:solidFill>
                        </a:rPr>
                        <a:t/>
                      </a:r>
                    </a:p>
                  </a:txBody>
                  <a:tcPr marL="28550" marR="28550" marT="19075" marB="19075">
                    <a:lnL w="11900" cmpd="sng">
                      <a:solidFill>
                        <a:srgbClr val="CCCCCC"/>
                      </a:solidFill>
                      <a:prstDash val="solid"/>
                    </a:lnL>
                    <a:lnR w="11900" cmpd="sng">
                      <a:solidFill>
                        <a:srgbClr val="CCCCCC"/>
                      </a:solidFill>
                      <a:prstDash val="solid"/>
                    </a:lnR>
                    <a:lnT w="11900" cmpd="sng">
                      <a:solidFill>
                        <a:srgbClr val="CCCCCC"/>
                      </a:solidFill>
                      <a:prstDash val="solid"/>
                    </a:lnT>
                    <a:lnB w="1190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FF0000"/>
                          </a:solidFill>
                        </a:rPr>
                        <a:t/>
                      </a:r>
                    </a:p>
                  </a:txBody>
                  <a:tcPr marL="28550" marR="28550" marT="19075" marB="19075">
                    <a:lnL w="11900" cmpd="sng">
                      <a:solidFill>
                        <a:srgbClr val="CCCCCC"/>
                      </a:solidFill>
                      <a:prstDash val="solid"/>
                    </a:lnL>
                    <a:lnR w="11900" cmpd="sng">
                      <a:solidFill>
                        <a:srgbClr val="CCCCCC"/>
                      </a:solidFill>
                      <a:prstDash val="solid"/>
                    </a:lnR>
                    <a:lnT w="11900" cmpd="sng">
                      <a:solidFill>
                        <a:srgbClr val="CCCCCC"/>
                      </a:solidFill>
                      <a:prstDash val="solid"/>
                    </a:lnT>
                    <a:lnB w="1190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FF0000"/>
                          </a:solidFill>
                        </a:rPr>
                        <a:t/>
                      </a:r>
                    </a:p>
                  </a:txBody>
                  <a:tcPr marL="28550" marR="28550" marT="19075" marB="19075">
                    <a:lnL w="11900" cmpd="sng">
                      <a:solidFill>
                        <a:srgbClr val="CCCCCC"/>
                      </a:solidFill>
                      <a:prstDash val="solid"/>
                    </a:lnL>
                    <a:lnR w="11900" cmpd="sng">
                      <a:solidFill>
                        <a:srgbClr val="CCCCCC"/>
                      </a:solidFill>
                      <a:prstDash val="solid"/>
                    </a:lnR>
                    <a:lnT w="11900" cmpd="sng">
                      <a:solidFill>
                        <a:srgbClr val="CCCCCC"/>
                      </a:solidFill>
                      <a:prstDash val="solid"/>
                    </a:lnT>
                    <a:lnB w="1190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</a:tr>
              <a:tr h="174275"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gridSpan="4"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FF0000"/>
                          </a:solidFill>
                        </a:rPr>
                        <a:t/>
                      </a:r>
                    </a:p>
                  </a:txBody>
                  <a:tcPr marL="28550" marR="28550" marT="19075" marB="19075">
                    <a:lnL w="11900" cmpd="sng">
                      <a:solidFill>
                        <a:srgbClr val="CCCCCC"/>
                      </a:solidFill>
                      <a:prstDash val="solid"/>
                    </a:lnL>
                    <a:lnR w="11900" cmpd="sng">
                      <a:solidFill>
                        <a:srgbClr val="CCCCCC"/>
                      </a:solidFill>
                      <a:prstDash val="solid"/>
                    </a:lnR>
                    <a:lnT w="11900" cmpd="sng">
                      <a:solidFill>
                        <a:srgbClr val="CCCCCC"/>
                      </a:solidFill>
                      <a:prstDash val="solid"/>
                    </a:lnT>
                    <a:lnB w="1190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2173" name="sanitized-shape-1583">
            <a:extLst xmlns:a="http://schemas.openxmlformats.org/drawingml/2006/main">
              <a:ext uri="{FF2B5EF4-FFF2-40B4-BE49-F238E27FC236}">
                <a16:creationId xmlns:a16="http://schemas.microsoft.com/office/drawing/2014/main" id="{7CBDED4D-0A9C-4F14-8D14-A1514B03112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715876" y="6356334"/>
            <a:ext cx="286800" cy="34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69ADA83D-DF77-AA76-6DA0-7A70CD7A4D20}" type="slidenum">
              <a:t/>
            </a:fld>
          </a:p>
        </p:txBody>
      </p:sp>
      <p:sp>
        <p:nvSpPr>
          <p:cNvPr id="2174" name="sanitized-shape-1584">
            <a:extLst xmlns:a="http://schemas.openxmlformats.org/drawingml/2006/main">
              <a:ext uri="{FF2B5EF4-FFF2-40B4-BE49-F238E27FC236}">
                <a16:creationId xmlns:a16="http://schemas.microsoft.com/office/drawing/2014/main" id="{67439C86-76A4-4BC0-AFAA-E97C7F24DB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04699" y="54675"/>
            <a:ext cx="11298000" cy="67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sz="1600">
                <a:solidFill>
                  <a:srgbClr val="E93F33"/>
                </a:solidFill>
              </a:rPr>
              <a:t/>
            </a:r>
          </a:p>
        </p:txBody>
      </p:sp>
      <p:sp>
        <p:nvSpPr>
          <p:cNvPr id="2176" name="sanitized-shape-1585">
            <a:extLst xmlns:a="http://schemas.openxmlformats.org/drawingml/2006/main">
              <a:ext uri="{FF2B5EF4-FFF2-40B4-BE49-F238E27FC236}">
                <a16:creationId xmlns:a16="http://schemas.microsoft.com/office/drawing/2014/main" id="{E2D0F8C9-3DD0-42DB-9538-380D73F78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6451" y="3276792"/>
            <a:ext cx="4738500" cy="109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75" cmpd="sng">
            <a:solidFill>
              <a:srgbClr val="D0011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177" name="sanitized-shape-1586">
            <a:extLst xmlns:a="http://schemas.openxmlformats.org/drawingml/2006/main">
              <a:ext uri="{FF2B5EF4-FFF2-40B4-BE49-F238E27FC236}">
                <a16:creationId xmlns:a16="http://schemas.microsoft.com/office/drawing/2014/main" id="{8140BA44-AA7F-493D-A243-B44F84CCA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7677" y="4369058"/>
            <a:ext cx="6307200" cy="138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75" cmpd="sng">
            <a:solidFill>
              <a:srgbClr val="D0011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97175730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2188" name="sanitized-table-11"/>
          <p:cNvGraphicFramePr/>
          <p:nvPr/>
        </p:nvGraphicFramePr>
        <p:xfrm>
          <a:off xmlns:a="http://schemas.openxmlformats.org/drawingml/2006/main" x="152437" y="1242468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{CDD7BB8A-1EDB-4F6B-BC6B-4E1E84436C22}</a:tableStyleId>
              </a:tblPr>
              <a:tblGrid>
                <a:gridCol w="552250"/>
                <a:gridCol w="1235900"/>
                <a:gridCol w="811700"/>
                <a:gridCol w="945075"/>
                <a:gridCol w="411625"/>
                <a:gridCol w="1578700"/>
                <a:gridCol w="1578700"/>
                <a:gridCol w="1578700"/>
                <a:gridCol w="1578700"/>
                <a:gridCol w="1578700"/>
              </a:tblGrid>
              <a:tr h="217375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28550" marR="28550" marT="19075" marB="19075" anchor="ctr">
                    <a:lnL w="11900" cmpd="sng">
                      <a:solidFill>
                        <a:srgbClr val="CCCCCC"/>
                      </a:solidFill>
                      <a:prstDash val="solid"/>
                    </a:lnL>
                    <a:lnR w="11900" cmpd="sng">
                      <a:solidFill>
                        <a:srgbClr val="CCCCCC"/>
                      </a:solidFill>
                      <a:prstDash val="solid"/>
                    </a:lnR>
                    <a:lnT w="11900" cmpd="sng">
                      <a:solidFill>
                        <a:srgbClr val="CCCCCC"/>
                      </a:solidFill>
                      <a:prstDash val="solid"/>
                    </a:lnT>
                    <a:lnB w="1190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28550" marR="28550" marT="19075" marB="19075" anchor="ctr">
                    <a:lnL w="11900" cmpd="sng">
                      <a:solidFill>
                        <a:srgbClr val="CCCCCC"/>
                      </a:solidFill>
                      <a:prstDash val="solid"/>
                    </a:lnL>
                    <a:lnR w="11900" cmpd="sng">
                      <a:solidFill>
                        <a:srgbClr val="CCCCCC"/>
                      </a:solidFill>
                      <a:prstDash val="solid"/>
                    </a:lnR>
                    <a:lnT w="11900" cmpd="sng">
                      <a:solidFill>
                        <a:srgbClr val="CCCCCC"/>
                      </a:solidFill>
                      <a:prstDash val="solid"/>
                    </a:lnT>
                    <a:lnB w="1190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28550" marR="28550" marT="19075" marB="19075" anchor="ctr">
                    <a:lnL w="11900" cmpd="sng">
                      <a:solidFill>
                        <a:srgbClr val="CCCCCC"/>
                      </a:solidFill>
                      <a:prstDash val="solid"/>
                    </a:lnL>
                    <a:lnR w="11900" cmpd="sng">
                      <a:solidFill>
                        <a:srgbClr val="CCCCCC"/>
                      </a:solidFill>
                      <a:prstDash val="solid"/>
                    </a:lnR>
                    <a:lnT w="11900" cmpd="sng">
                      <a:solidFill>
                        <a:srgbClr val="CCCCCC"/>
                      </a:solidFill>
                      <a:prstDash val="solid"/>
                    </a:lnT>
                    <a:lnB w="1190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28550" marR="28550" marT="19075" marB="19075" anchor="ctr">
                    <a:lnL w="11900" cmpd="sng">
                      <a:solidFill>
                        <a:srgbClr val="CCCCCC"/>
                      </a:solidFill>
                      <a:prstDash val="solid"/>
                    </a:lnL>
                    <a:lnR w="11900" cmpd="sng">
                      <a:solidFill>
                        <a:srgbClr val="CCCCCC"/>
                      </a:solidFill>
                      <a:prstDash val="solid"/>
                    </a:lnR>
                    <a:lnT w="11900" cmpd="sng">
                      <a:solidFill>
                        <a:srgbClr val="CCCCCC"/>
                      </a:solidFill>
                      <a:prstDash val="solid"/>
                    </a:lnT>
                    <a:lnB w="1190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28550" marR="28550" marT="19075" marB="19075" anchor="ctr">
                    <a:lnL w="11900" cmpd="sng">
                      <a:solidFill>
                        <a:srgbClr val="CCCCCC"/>
                      </a:solidFill>
                      <a:prstDash val="solid"/>
                    </a:lnL>
                    <a:lnR w="11900" cmpd="sng">
                      <a:solidFill>
                        <a:srgbClr val="CCCCCC"/>
                      </a:solidFill>
                      <a:prstDash val="solid"/>
                    </a:lnR>
                    <a:lnT w="11900" cmpd="sng">
                      <a:solidFill>
                        <a:srgbClr val="CCCCCC"/>
                      </a:solidFill>
                      <a:prstDash val="solid"/>
                    </a:lnT>
                    <a:lnB w="1190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28550" marR="28550" marT="19075" marB="19075" anchor="ctr">
                    <a:lnL w="11900" cmpd="sng">
                      <a:solidFill>
                        <a:srgbClr val="CCCCCC"/>
                      </a:solidFill>
                      <a:prstDash val="solid"/>
                    </a:lnL>
                    <a:lnR w="11900" cmpd="sng">
                      <a:solidFill>
                        <a:srgbClr val="CCCCCC"/>
                      </a:solidFill>
                      <a:prstDash val="solid"/>
                    </a:lnR>
                    <a:lnT w="11900" cmpd="sng">
                      <a:solidFill>
                        <a:srgbClr val="CCCCCC"/>
                      </a:solidFill>
                      <a:prstDash val="solid"/>
                    </a:lnT>
                    <a:lnB w="1190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28550" marR="28550" marT="19075" marB="19075" anchor="ctr">
                    <a:lnL w="11900" cmpd="sng">
                      <a:solidFill>
                        <a:srgbClr val="CCCCCC"/>
                      </a:solidFill>
                      <a:prstDash val="solid"/>
                    </a:lnL>
                    <a:lnR w="11900" cmpd="sng">
                      <a:solidFill>
                        <a:srgbClr val="CCCCCC"/>
                      </a:solidFill>
                      <a:prstDash val="solid"/>
                    </a:lnR>
                    <a:lnT w="11900" cmpd="sng">
                      <a:solidFill>
                        <a:srgbClr val="CCCCCC"/>
                      </a:solidFill>
                      <a:prstDash val="solid"/>
                    </a:lnT>
                    <a:lnB w="1190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28550" marR="28550" marT="19075" marB="19075" anchor="ctr">
                    <a:lnL w="11900" cmpd="sng">
                      <a:solidFill>
                        <a:srgbClr val="CCCCCC"/>
                      </a:solidFill>
                      <a:prstDash val="solid"/>
                    </a:lnL>
                    <a:lnR w="11900" cmpd="sng">
                      <a:solidFill>
                        <a:srgbClr val="CCCCCC"/>
                      </a:solidFill>
                      <a:prstDash val="solid"/>
                    </a:lnR>
                    <a:lnT w="11900" cmpd="sng">
                      <a:solidFill>
                        <a:srgbClr val="CCCCCC"/>
                      </a:solidFill>
                      <a:prstDash val="solid"/>
                    </a:lnT>
                    <a:lnB w="1190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28550" marR="28550" marT="19075" marB="19075" anchor="ctr">
                    <a:lnL w="11900" cmpd="sng">
                      <a:solidFill>
                        <a:srgbClr val="CCCCCC"/>
                      </a:solidFill>
                      <a:prstDash val="solid"/>
                    </a:lnL>
                    <a:lnR w="11900" cmpd="sng">
                      <a:solidFill>
                        <a:srgbClr val="CCCCCC"/>
                      </a:solidFill>
                      <a:prstDash val="solid"/>
                    </a:lnR>
                    <a:lnT w="11900" cmpd="sng">
                      <a:solidFill>
                        <a:srgbClr val="CCCCCC"/>
                      </a:solidFill>
                      <a:prstDash val="solid"/>
                    </a:lnT>
                    <a:lnB w="1190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28550" marR="28550" marT="19075" marB="19075" anchor="ctr">
                    <a:lnL w="11900" cmpd="sng">
                      <a:solidFill>
                        <a:srgbClr val="CCCCCC"/>
                      </a:solidFill>
                      <a:prstDash val="solid"/>
                    </a:lnL>
                    <a:lnR w="11900" cmpd="sng">
                      <a:solidFill>
                        <a:srgbClr val="CCCCCC"/>
                      </a:solidFill>
                      <a:prstDash val="solid"/>
                    </a:lnR>
                    <a:lnT w="11900" cmpd="sng">
                      <a:solidFill>
                        <a:srgbClr val="CCCCCC"/>
                      </a:solidFill>
                      <a:prstDash val="solid"/>
                    </a:lnT>
                    <a:lnB w="1190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434343"/>
                    </a:solidFill>
                  </a:tcPr>
                </a:tc>
              </a:tr>
              <a:tr h="231875">
                <a:tc rowSpan="6"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28550" marR="28550" marT="19075" marB="19075" anchor="ctr">
                    <a:lnL w="11900" cmpd="sng">
                      <a:solidFill>
                        <a:srgbClr val="CCCCCC"/>
                      </a:solidFill>
                      <a:prstDash val="solid"/>
                    </a:lnL>
                    <a:lnR w="11900" cmpd="sng">
                      <a:solidFill>
                        <a:srgbClr val="CCCCCC"/>
                      </a:solidFill>
                      <a:prstDash val="solid"/>
                    </a:lnR>
                    <a:lnT w="11900" cmpd="sng">
                      <a:solidFill>
                        <a:srgbClr val="CCCCCC"/>
                      </a:solidFill>
                      <a:prstDash val="solid"/>
                    </a:lnT>
                    <a:lnB w="1190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 rowSpan="4"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28550" marR="28550" marT="19075" marB="19075" anchor="ctr">
                    <a:lnL w="11900" cmpd="sng">
                      <a:solidFill>
                        <a:srgbClr val="CCCCCC"/>
                      </a:solidFill>
                      <a:prstDash val="solid"/>
                    </a:lnL>
                    <a:lnR w="11900" cmpd="sng">
                      <a:solidFill>
                        <a:srgbClr val="CCCCCC"/>
                      </a:solidFill>
                      <a:prstDash val="solid"/>
                    </a:lnR>
                    <a:lnT w="11900" cmpd="sng">
                      <a:solidFill>
                        <a:srgbClr val="CCCCCC"/>
                      </a:solidFill>
                      <a:prstDash val="solid"/>
                    </a:lnT>
                    <a:lnB w="1190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28550" marR="28550" marT="19075" marB="19075" anchor="ctr">
                    <a:lnL w="11900" cmpd="sng">
                      <a:solidFill>
                        <a:srgbClr val="CCCCCC"/>
                      </a:solidFill>
                      <a:prstDash val="solid"/>
                    </a:lnL>
                    <a:lnR w="11900" cmpd="sng">
                      <a:solidFill>
                        <a:srgbClr val="CCCCCC"/>
                      </a:solidFill>
                      <a:prstDash val="solid"/>
                    </a:lnR>
                    <a:lnT w="11900" cmpd="sng">
                      <a:solidFill>
                        <a:srgbClr val="CCCCCC"/>
                      </a:solidFill>
                      <a:prstDash val="solid"/>
                    </a:lnT>
                    <a:lnB w="1190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28550" marR="28550" marT="19075" marB="19075" anchor="ctr">
                    <a:lnL w="11900" cmpd="sng">
                      <a:solidFill>
                        <a:srgbClr val="CCCCCC"/>
                      </a:solidFill>
                      <a:prstDash val="solid"/>
                    </a:lnL>
                    <a:lnR w="11900" cmpd="sng">
                      <a:solidFill>
                        <a:srgbClr val="CCCCCC"/>
                      </a:solidFill>
                      <a:prstDash val="solid"/>
                    </a:lnR>
                    <a:lnT w="11900" cmpd="sng">
                      <a:solidFill>
                        <a:srgbClr val="CCCCCC"/>
                      </a:solidFill>
                      <a:prstDash val="solid"/>
                    </a:lnT>
                    <a:lnB w="1190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28550" marR="28550" marT="19075" marB="19075" anchor="ctr">
                    <a:lnL w="11900" cmpd="sng">
                      <a:solidFill>
                        <a:srgbClr val="CCCCCC"/>
                      </a:solidFill>
                      <a:prstDash val="solid"/>
                    </a:lnL>
                    <a:lnR w="11900" cmpd="sng">
                      <a:solidFill>
                        <a:srgbClr val="CCCCCC"/>
                      </a:solidFill>
                      <a:prstDash val="solid"/>
                    </a:lnR>
                    <a:lnT w="11900" cmpd="sng">
                      <a:solidFill>
                        <a:srgbClr val="CCCCCC"/>
                      </a:solidFill>
                      <a:prstDash val="solid"/>
                    </a:lnT>
                    <a:lnB w="1190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 gridSpan="5"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/>
                        <a:t/>
                      </a:r>
                    </a:p>
                  </a:txBody>
                  <a:tcPr marL="28550" marR="28550" marT="19075" marB="19075">
                    <a:lnL w="11900" cmpd="sng">
                      <a:solidFill>
                        <a:srgbClr val="CCCCCC"/>
                      </a:solidFill>
                      <a:prstDash val="solid"/>
                    </a:lnL>
                    <a:lnR w="11900" cmpd="sng">
                      <a:solidFill>
                        <a:srgbClr val="CCCCCC"/>
                      </a:solidFill>
                      <a:prstDash val="solid"/>
                    </a:lnR>
                    <a:lnT w="11900" cmpd="sng">
                      <a:solidFill>
                        <a:srgbClr val="CCCCCC"/>
                      </a:solidFill>
                      <a:prstDash val="solid"/>
                    </a:lnT>
                    <a:lnB w="1190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</a:tr>
              <a:tr h="231875"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rowSpan="3"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28550" marR="28550" marT="19075" marB="19075" anchor="ctr">
                    <a:lnL w="11900" cmpd="sng">
                      <a:solidFill>
                        <a:srgbClr val="CCCCCC"/>
                      </a:solidFill>
                      <a:prstDash val="solid"/>
                    </a:lnL>
                    <a:lnR w="11900" cmpd="sng">
                      <a:solidFill>
                        <a:srgbClr val="CCCCCC"/>
                      </a:solidFill>
                      <a:prstDash val="solid"/>
                    </a:lnR>
                    <a:lnT w="11900" cmpd="sng">
                      <a:solidFill>
                        <a:srgbClr val="CCCCCC"/>
                      </a:solidFill>
                      <a:prstDash val="solid"/>
                    </a:lnT>
                    <a:lnB w="1190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28550" marR="28550" marT="19075" marB="19075" anchor="ctr">
                    <a:lnL w="11900" cmpd="sng">
                      <a:solidFill>
                        <a:srgbClr val="CCCCCC"/>
                      </a:solidFill>
                      <a:prstDash val="solid"/>
                    </a:lnL>
                    <a:lnR w="11900" cmpd="sng">
                      <a:solidFill>
                        <a:srgbClr val="CCCCCC"/>
                      </a:solidFill>
                      <a:prstDash val="solid"/>
                    </a:lnR>
                    <a:lnT w="11900" cmpd="sng">
                      <a:solidFill>
                        <a:srgbClr val="CCCCCC"/>
                      </a:solidFill>
                      <a:prstDash val="solid"/>
                    </a:lnT>
                    <a:lnB w="1190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FF0000"/>
                          </a:solidFill>
                        </a:rPr>
                        <a:t/>
                      </a:r>
                    </a:p>
                  </a:txBody>
                  <a:tcPr marL="28550" marR="28550" marT="19075" marB="19075" anchor="ctr">
                    <a:lnL w="11900" cmpd="sng">
                      <a:solidFill>
                        <a:srgbClr val="CCCCCC"/>
                      </a:solidFill>
                      <a:prstDash val="solid"/>
                    </a:lnL>
                    <a:lnR w="11900" cmpd="sng">
                      <a:solidFill>
                        <a:srgbClr val="CCCCCC"/>
                      </a:solidFill>
                      <a:prstDash val="solid"/>
                    </a:lnR>
                    <a:lnT w="11900" cmpd="sng">
                      <a:solidFill>
                        <a:srgbClr val="CCCCCC"/>
                      </a:solidFill>
                      <a:prstDash val="solid"/>
                    </a:lnT>
                    <a:lnB w="1190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 gridSpan="5"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/>
                        <a:t/>
                      </a:r>
                    </a:p>
                  </a:txBody>
                  <a:tcPr marL="28550" marR="28550" marT="19075" marB="19075">
                    <a:lnL w="11900" cmpd="sng">
                      <a:solidFill>
                        <a:srgbClr val="CCCCCC"/>
                      </a:solidFill>
                      <a:prstDash val="solid"/>
                    </a:lnL>
                    <a:lnR w="11900" cmpd="sng">
                      <a:solidFill>
                        <a:srgbClr val="CCCCCC"/>
                      </a:solidFill>
                      <a:prstDash val="solid"/>
                    </a:lnR>
                    <a:lnT w="11900" cmpd="sng">
                      <a:solidFill>
                        <a:srgbClr val="CCCCCC"/>
                      </a:solidFill>
                      <a:prstDash val="solid"/>
                    </a:lnT>
                    <a:lnB w="1190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</a:tr>
              <a:tr h="231875"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28550" marR="28550" marT="19075" marB="19075" anchor="ctr">
                    <a:lnL w="11900" cmpd="sng">
                      <a:solidFill>
                        <a:srgbClr val="CCCCCC"/>
                      </a:solidFill>
                      <a:prstDash val="solid"/>
                    </a:lnL>
                    <a:lnR w="11900" cmpd="sng">
                      <a:solidFill>
                        <a:srgbClr val="CCCCCC"/>
                      </a:solidFill>
                      <a:prstDash val="solid"/>
                    </a:lnR>
                    <a:lnT w="11900" cmpd="sng">
                      <a:solidFill>
                        <a:srgbClr val="CCCCCC"/>
                      </a:solidFill>
                      <a:prstDash val="solid"/>
                    </a:lnT>
                    <a:lnB w="1190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28550" marR="28550" marT="19075" marB="19075" anchor="ctr">
                    <a:lnL w="11900" cmpd="sng">
                      <a:solidFill>
                        <a:srgbClr val="CCCCCC"/>
                      </a:solidFill>
                      <a:prstDash val="solid"/>
                    </a:lnL>
                    <a:lnR w="11900" cmpd="sng">
                      <a:solidFill>
                        <a:srgbClr val="CCCCCC"/>
                      </a:solidFill>
                      <a:prstDash val="solid"/>
                    </a:lnR>
                    <a:lnT w="11900" cmpd="sng">
                      <a:solidFill>
                        <a:srgbClr val="CCCCCC"/>
                      </a:solidFill>
                      <a:prstDash val="solid"/>
                    </a:lnT>
                    <a:lnB w="1190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 rowSpan="2" gridSpan="5"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/>
                        <a:t/>
                      </a:r>
                    </a:p>
                  </a:txBody>
                  <a:tcPr marL="28550" marR="28550" marT="19075" marB="19075" anchor="ctr">
                    <a:lnL w="11900" cmpd="sng">
                      <a:solidFill>
                        <a:srgbClr val="CCCCCC"/>
                      </a:solidFill>
                      <a:prstDash val="solid"/>
                    </a:lnL>
                    <a:lnR w="11900" cmpd="sng">
                      <a:solidFill>
                        <a:srgbClr val="CCCCCC"/>
                      </a:solidFill>
                      <a:prstDash val="solid"/>
                    </a:lnR>
                    <a:lnT w="11900" cmpd="sng">
                      <a:solidFill>
                        <a:srgbClr val="CCCCCC"/>
                      </a:solidFill>
                      <a:prstDash val="solid"/>
                    </a:lnT>
                    <a:lnB w="1190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rowSpan="2"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rowSpan="2"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rowSpan="2"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</a:tr>
              <a:tr h="130425"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28550" marR="28550" marT="19075" marB="19075" anchor="ctr">
                    <a:lnL w="11900" cmpd="sng">
                      <a:solidFill>
                        <a:srgbClr val="CCCCCC"/>
                      </a:solidFill>
                      <a:prstDash val="solid"/>
                    </a:lnL>
                    <a:lnR w="11900" cmpd="sng">
                      <a:solidFill>
                        <a:srgbClr val="CCCCCC"/>
                      </a:solidFill>
                      <a:prstDash val="solid"/>
                    </a:lnR>
                    <a:lnT w="11900" cmpd="sng">
                      <a:solidFill>
                        <a:srgbClr val="CCCCCC"/>
                      </a:solidFill>
                      <a:prstDash val="solid"/>
                    </a:lnT>
                    <a:lnB w="1190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28550" marR="28550" marT="19075" marB="19075" anchor="ctr">
                    <a:lnL w="11900" cmpd="sng">
                      <a:solidFill>
                        <a:srgbClr val="CCCCCC"/>
                      </a:solidFill>
                      <a:prstDash val="solid"/>
                    </a:lnL>
                    <a:lnR w="11900" cmpd="sng">
                      <a:solidFill>
                        <a:srgbClr val="CCCCCC"/>
                      </a:solidFill>
                      <a:prstDash val="solid"/>
                    </a:lnR>
                    <a:lnT w="11900" cmpd="sng">
                      <a:solidFill>
                        <a:srgbClr val="CCCCCC"/>
                      </a:solidFill>
                      <a:prstDash val="solid"/>
                    </a:lnT>
                    <a:lnB w="1190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 gridSpan="5"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hMerge="1"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hMerge="1"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hMerge="1"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hMerge="1"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</a:tr>
              <a:tr h="434725"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rowSpan="2"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28550" marR="28550" marT="19075" marB="19075" anchor="ctr">
                    <a:lnL w="11900" cmpd="sng">
                      <a:solidFill>
                        <a:srgbClr val="CCCCCC"/>
                      </a:solidFill>
                      <a:prstDash val="solid"/>
                    </a:lnL>
                    <a:lnR w="11900" cmpd="sng">
                      <a:solidFill>
                        <a:srgbClr val="CCCCCC"/>
                      </a:solidFill>
                      <a:prstDash val="solid"/>
                    </a:lnR>
                    <a:lnT w="11900" cmpd="sng">
                      <a:solidFill>
                        <a:srgbClr val="CCCCCC"/>
                      </a:solidFill>
                      <a:prstDash val="solid"/>
                    </a:lnT>
                    <a:lnB w="1190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28550" marR="28550" marT="19075" marB="19075" anchor="ctr">
                    <a:lnL w="11900" cmpd="sng">
                      <a:solidFill>
                        <a:srgbClr val="CCCCCC"/>
                      </a:solidFill>
                      <a:prstDash val="solid"/>
                    </a:lnL>
                    <a:lnR w="11900" cmpd="sng">
                      <a:solidFill>
                        <a:srgbClr val="CCCCCC"/>
                      </a:solidFill>
                      <a:prstDash val="solid"/>
                    </a:lnR>
                    <a:lnT w="11900" cmpd="sng">
                      <a:solidFill>
                        <a:srgbClr val="CCCCCC"/>
                      </a:solidFill>
                      <a:prstDash val="solid"/>
                    </a:lnT>
                    <a:lnB w="1190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28550" marR="28550" marT="19075" marB="19075" anchor="ctr">
                    <a:lnL w="11900" cmpd="sng">
                      <a:solidFill>
                        <a:srgbClr val="CCCCCC"/>
                      </a:solidFill>
                      <a:prstDash val="solid"/>
                    </a:lnL>
                    <a:lnR w="11900" cmpd="sng">
                      <a:solidFill>
                        <a:srgbClr val="CCCCCC"/>
                      </a:solidFill>
                      <a:prstDash val="solid"/>
                    </a:lnR>
                    <a:lnT w="11900" cmpd="sng">
                      <a:solidFill>
                        <a:srgbClr val="CCCCCC"/>
                      </a:solidFill>
                      <a:prstDash val="solid"/>
                    </a:lnT>
                    <a:lnB w="1190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28550" marR="28550" marT="19075" marB="19075" anchor="ctr">
                    <a:lnL w="11900" cmpd="sng">
                      <a:solidFill>
                        <a:srgbClr val="CCCCCC"/>
                      </a:solidFill>
                      <a:prstDash val="solid"/>
                    </a:lnL>
                    <a:lnR w="11900" cmpd="sng">
                      <a:solidFill>
                        <a:srgbClr val="CCCCCC"/>
                      </a:solidFill>
                      <a:prstDash val="solid"/>
                    </a:lnR>
                    <a:lnT w="11900" cmpd="sng">
                      <a:solidFill>
                        <a:srgbClr val="CCCCCC"/>
                      </a:solidFill>
                      <a:prstDash val="solid"/>
                    </a:lnT>
                    <a:lnB w="1190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FF0000"/>
                          </a:solidFill>
                        </a:rPr>
                        <a:t/>
                      </a:r>
                    </a:p>
                  </a:txBody>
                  <a:tcPr marL="28550" marR="28550" marT="19075" marB="19075">
                    <a:lnL w="11900" cmpd="sng">
                      <a:solidFill>
                        <a:srgbClr val="CCCCCC"/>
                      </a:solidFill>
                      <a:prstDash val="solid"/>
                    </a:lnL>
                    <a:lnR w="11900" cmpd="sng">
                      <a:solidFill>
                        <a:srgbClr val="CCCCCC"/>
                      </a:solidFill>
                      <a:prstDash val="solid"/>
                    </a:lnR>
                    <a:lnT w="11900" cmpd="sng">
                      <a:solidFill>
                        <a:srgbClr val="CCCCCC"/>
                      </a:solidFill>
                      <a:prstDash val="solid"/>
                    </a:lnT>
                    <a:lnB w="1190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/>
                        <a:t/>
                      </a:r>
                    </a:p>
                  </a:txBody>
                  <a:tcPr marL="28550" marR="28550" marT="19075" marB="19075">
                    <a:lnL w="11900" cmpd="sng">
                      <a:solidFill>
                        <a:srgbClr val="CCCCCC"/>
                      </a:solidFill>
                      <a:prstDash val="solid"/>
                    </a:lnL>
                    <a:lnR w="11900" cmpd="sng">
                      <a:solidFill>
                        <a:srgbClr val="CCCCCC"/>
                      </a:solidFill>
                      <a:prstDash val="solid"/>
                    </a:lnR>
                    <a:lnT w="11900" cmpd="sng">
                      <a:solidFill>
                        <a:srgbClr val="CCCCCC"/>
                      </a:solidFill>
                      <a:prstDash val="solid"/>
                    </a:lnT>
                    <a:lnB w="1190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28550" marR="28550" marT="19075" marB="19075" anchor="ctr">
                    <a:lnL w="11900" cmpd="sng">
                      <a:solidFill>
                        <a:srgbClr val="CCCCCC"/>
                      </a:solidFill>
                      <a:prstDash val="solid"/>
                    </a:lnL>
                    <a:lnR w="11900" cmpd="sng">
                      <a:solidFill>
                        <a:srgbClr val="CCCCCC"/>
                      </a:solidFill>
                      <a:prstDash val="solid"/>
                    </a:lnR>
                    <a:lnT w="11900" cmpd="sng">
                      <a:solidFill>
                        <a:srgbClr val="CCCCCC"/>
                      </a:solidFill>
                      <a:prstDash val="solid"/>
                    </a:lnT>
                    <a:lnB w="1190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FF0000"/>
                          </a:solidFill>
                        </a:rPr>
                        <a:t/>
                      </a:r>
                    </a:p>
                  </a:txBody>
                  <a:tcPr marL="28550" marR="28550" marT="19075" marB="19075">
                    <a:lnL w="11900" cmpd="sng">
                      <a:solidFill>
                        <a:srgbClr val="CCCCCC"/>
                      </a:solidFill>
                      <a:prstDash val="solid"/>
                    </a:lnL>
                    <a:lnR w="11900" cmpd="sng">
                      <a:solidFill>
                        <a:srgbClr val="CCCCCC"/>
                      </a:solidFill>
                      <a:prstDash val="solid"/>
                    </a:lnR>
                    <a:lnT w="11900" cmpd="sng">
                      <a:solidFill>
                        <a:srgbClr val="CCCCCC"/>
                      </a:solidFill>
                      <a:prstDash val="solid"/>
                    </a:lnT>
                    <a:lnB w="1190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FF0000"/>
                          </a:solidFill>
                        </a:rPr>
                        <a:t/>
                      </a:r>
                    </a:p>
                  </a:txBody>
                  <a:tcPr marL="28550" marR="28550" marT="19075" marB="19075">
                    <a:lnL w="11900" cmpd="sng">
                      <a:solidFill>
                        <a:srgbClr val="CCCCCC"/>
                      </a:solidFill>
                      <a:prstDash val="solid"/>
                    </a:lnL>
                    <a:lnR w="11900" cmpd="sng">
                      <a:solidFill>
                        <a:srgbClr val="CCCCCC"/>
                      </a:solidFill>
                      <a:prstDash val="solid"/>
                    </a:lnR>
                    <a:lnT w="11900" cmpd="sng">
                      <a:solidFill>
                        <a:srgbClr val="CCCCCC"/>
                      </a:solidFill>
                      <a:prstDash val="solid"/>
                    </a:lnT>
                    <a:lnB w="1190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</a:tr>
              <a:tr h="840500"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28550" marR="28550" marT="19075" marB="19075" anchor="ctr">
                    <a:lnL w="11900" cmpd="sng">
                      <a:solidFill>
                        <a:srgbClr val="CCCCCC"/>
                      </a:solidFill>
                      <a:prstDash val="solid"/>
                    </a:lnL>
                    <a:lnR w="11900" cmpd="sng">
                      <a:solidFill>
                        <a:srgbClr val="CCCCCC"/>
                      </a:solidFill>
                      <a:prstDash val="solid"/>
                    </a:lnR>
                    <a:lnT w="11900" cmpd="sng">
                      <a:solidFill>
                        <a:srgbClr val="CCCCCC"/>
                      </a:solidFill>
                      <a:prstDash val="solid"/>
                    </a:lnT>
                    <a:lnB w="1190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28550" marR="28550" marT="19075" marB="19075" anchor="ctr">
                    <a:lnL w="11900" cmpd="sng">
                      <a:solidFill>
                        <a:srgbClr val="CCCCCC"/>
                      </a:solidFill>
                      <a:prstDash val="solid"/>
                    </a:lnL>
                    <a:lnR w="11900" cmpd="sng">
                      <a:solidFill>
                        <a:srgbClr val="CCCCCC"/>
                      </a:solidFill>
                      <a:prstDash val="solid"/>
                    </a:lnR>
                    <a:lnT w="11900" cmpd="sng">
                      <a:solidFill>
                        <a:srgbClr val="CCCCCC"/>
                      </a:solidFill>
                      <a:prstDash val="solid"/>
                    </a:lnT>
                    <a:lnB w="1190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28550" marR="28550" marT="19075" marB="19075" anchor="ctr">
                    <a:lnL w="11900" cmpd="sng">
                      <a:solidFill>
                        <a:srgbClr val="CCCCCC"/>
                      </a:solidFill>
                      <a:prstDash val="solid"/>
                    </a:lnL>
                    <a:lnR w="11900" cmpd="sng">
                      <a:solidFill>
                        <a:srgbClr val="CCCCCC"/>
                      </a:solidFill>
                      <a:prstDash val="solid"/>
                    </a:lnR>
                    <a:lnT w="11900" cmpd="sng">
                      <a:solidFill>
                        <a:srgbClr val="CCCCCC"/>
                      </a:solidFill>
                      <a:prstDash val="solid"/>
                    </a:lnT>
                    <a:lnB w="1190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3F3F3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/>
                        <a:t/>
                      </a:r>
                    </a:p>
                  </a:txBody>
                  <a:tcPr marL="28550" marR="28550" marT="19075" marB="19075">
                    <a:lnL w="11900" cmpd="sng">
                      <a:solidFill>
                        <a:srgbClr val="CCCCCC"/>
                      </a:solidFill>
                      <a:prstDash val="solid"/>
                    </a:lnL>
                    <a:lnR w="11900" cmpd="sng">
                      <a:solidFill>
                        <a:srgbClr val="CCCCCC"/>
                      </a:solidFill>
                      <a:prstDash val="solid"/>
                    </a:lnR>
                    <a:lnT w="11900" cmpd="sng">
                      <a:solidFill>
                        <a:srgbClr val="CCCCCC"/>
                      </a:solidFill>
                      <a:prstDash val="solid"/>
                    </a:lnT>
                    <a:lnB w="1190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FF0000"/>
                          </a:solidFill>
                        </a:rPr>
                        <a:t/>
                      </a:r>
                    </a:p>
                  </a:txBody>
                  <a:tcPr marL="28550" marR="28550" marT="19075" marB="19075">
                    <a:lnL w="11900" cmpd="sng">
                      <a:solidFill>
                        <a:srgbClr val="CCCCCC"/>
                      </a:solidFill>
                      <a:prstDash val="solid"/>
                    </a:lnL>
                    <a:lnR w="11900" cmpd="sng">
                      <a:solidFill>
                        <a:srgbClr val="CCCCCC"/>
                      </a:solidFill>
                      <a:prstDash val="solid"/>
                    </a:lnR>
                    <a:lnT w="11900" cmpd="sng">
                      <a:solidFill>
                        <a:srgbClr val="CCCCCC"/>
                      </a:solidFill>
                      <a:prstDash val="solid"/>
                    </a:lnT>
                    <a:lnB w="1190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28550" marR="28550" marT="19075" marB="19075" anchor="ctr">
                    <a:lnL w="11900" cmpd="sng">
                      <a:solidFill>
                        <a:srgbClr val="CCCCCC"/>
                      </a:solidFill>
                      <a:prstDash val="solid"/>
                    </a:lnL>
                    <a:lnR w="11900" cmpd="sng">
                      <a:solidFill>
                        <a:srgbClr val="CCCCCC"/>
                      </a:solidFill>
                      <a:prstDash val="solid"/>
                    </a:lnR>
                    <a:lnT w="11900" cmpd="sng">
                      <a:solidFill>
                        <a:srgbClr val="CCCCCC"/>
                      </a:solidFill>
                      <a:prstDash val="solid"/>
                    </a:lnT>
                    <a:lnB w="1190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3F3F3"/>
                    </a:solidFill>
                  </a:tcPr>
                </a:tc>
              </a:tr>
              <a:tr h="536175">
                <a:tc rowSpan="2"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28550" marR="28550" marT="19075" marB="19075" anchor="ctr">
                    <a:lnL w="11900" cmpd="sng">
                      <a:solidFill>
                        <a:srgbClr val="CCCCCC"/>
                      </a:solidFill>
                      <a:prstDash val="solid"/>
                    </a:lnL>
                    <a:lnR w="11900" cmpd="sng">
                      <a:solidFill>
                        <a:srgbClr val="CCCCCC"/>
                      </a:solidFill>
                      <a:prstDash val="solid"/>
                    </a:lnR>
                    <a:lnT w="11900" cmpd="sng">
                      <a:solidFill>
                        <a:srgbClr val="CCCCCC"/>
                      </a:solidFill>
                      <a:prstDash val="solid"/>
                    </a:lnT>
                    <a:lnB w="1190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28550" marR="28550" marT="19075" marB="19075" anchor="ctr">
                    <a:lnL w="11900" cmpd="sng">
                      <a:solidFill>
                        <a:srgbClr val="CCCCCC"/>
                      </a:solidFill>
                      <a:prstDash val="solid"/>
                    </a:lnL>
                    <a:lnR w="11900" cmpd="sng">
                      <a:solidFill>
                        <a:srgbClr val="CCCCCC"/>
                      </a:solidFill>
                      <a:prstDash val="solid"/>
                    </a:lnR>
                    <a:lnT w="11900" cmpd="sng">
                      <a:solidFill>
                        <a:srgbClr val="CCCCCC"/>
                      </a:solidFill>
                      <a:prstDash val="solid"/>
                    </a:lnT>
                    <a:lnB w="1190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28550" marR="28550" marT="19075" marB="19075" anchor="ctr">
                    <a:lnL w="11900" cmpd="sng">
                      <a:solidFill>
                        <a:srgbClr val="CCCCCC"/>
                      </a:solidFill>
                      <a:prstDash val="solid"/>
                    </a:lnL>
                    <a:lnR w="11900" cmpd="sng">
                      <a:solidFill>
                        <a:srgbClr val="CCCCCC"/>
                      </a:solidFill>
                      <a:prstDash val="solid"/>
                    </a:lnR>
                    <a:lnT w="11900" cmpd="sng">
                      <a:solidFill>
                        <a:srgbClr val="CCCCCC"/>
                      </a:solidFill>
                      <a:prstDash val="solid"/>
                    </a:lnT>
                    <a:lnB w="1190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28550" marR="28550" marT="19075" marB="19075" anchor="ctr">
                    <a:lnL w="11900" cmpd="sng">
                      <a:solidFill>
                        <a:srgbClr val="CCCCCC"/>
                      </a:solidFill>
                      <a:prstDash val="solid"/>
                    </a:lnL>
                    <a:lnR w="11900" cmpd="sng">
                      <a:solidFill>
                        <a:srgbClr val="CCCCCC"/>
                      </a:solidFill>
                      <a:prstDash val="solid"/>
                    </a:lnR>
                    <a:lnT w="11900" cmpd="sng">
                      <a:solidFill>
                        <a:srgbClr val="CCCCCC"/>
                      </a:solidFill>
                      <a:prstDash val="solid"/>
                    </a:lnT>
                    <a:lnB w="1190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FF0000"/>
                          </a:solidFill>
                        </a:rPr>
                        <a:t/>
                      </a:r>
                    </a:p>
                  </a:txBody>
                  <a:tcPr marL="28550" marR="28550" marT="19075" marB="19075" anchor="ctr">
                    <a:lnL w="11900" cmpd="sng">
                      <a:solidFill>
                        <a:srgbClr val="CCCCCC"/>
                      </a:solidFill>
                      <a:prstDash val="solid"/>
                    </a:lnL>
                    <a:lnR w="11900" cmpd="sng">
                      <a:solidFill>
                        <a:srgbClr val="CCCCCC"/>
                      </a:solidFill>
                      <a:prstDash val="solid"/>
                    </a:lnR>
                    <a:lnT w="11900" cmpd="sng">
                      <a:solidFill>
                        <a:srgbClr val="CCCCCC"/>
                      </a:solidFill>
                      <a:prstDash val="solid"/>
                    </a:lnT>
                    <a:lnB w="1190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/>
                        <a:t/>
                      </a:r>
                    </a:p>
                  </a:txBody>
                  <a:tcPr marL="28550" marR="28550" marT="19075" marB="19075">
                    <a:lnL w="11900" cmpd="sng">
                      <a:solidFill>
                        <a:srgbClr val="CCCCCC"/>
                      </a:solidFill>
                      <a:prstDash val="solid"/>
                    </a:lnL>
                    <a:lnR w="11900" cmpd="sng">
                      <a:solidFill>
                        <a:srgbClr val="CCCCCC"/>
                      </a:solidFill>
                      <a:prstDash val="solid"/>
                    </a:lnR>
                    <a:lnT w="11900" cmpd="sng">
                      <a:solidFill>
                        <a:srgbClr val="CCCCCC"/>
                      </a:solidFill>
                      <a:prstDash val="solid"/>
                    </a:lnT>
                    <a:lnB w="1190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/>
                        <a:t/>
                      </a:r>
                    </a:p>
                  </a:txBody>
                  <a:tcPr marL="28550" marR="28550" marT="19075" marB="19075">
                    <a:lnL w="11900" cmpd="sng">
                      <a:solidFill>
                        <a:srgbClr val="CCCCCC"/>
                      </a:solidFill>
                      <a:prstDash val="solid"/>
                    </a:lnL>
                    <a:lnR w="11900" cmpd="sng">
                      <a:solidFill>
                        <a:srgbClr val="CCCCCC"/>
                      </a:solidFill>
                      <a:prstDash val="solid"/>
                    </a:lnR>
                    <a:lnT w="11900" cmpd="sng">
                      <a:solidFill>
                        <a:srgbClr val="CCCCCC"/>
                      </a:solidFill>
                      <a:prstDash val="solid"/>
                    </a:lnT>
                    <a:lnB w="1190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FF0000"/>
                          </a:solidFill>
                        </a:rPr>
                        <a:t/>
                      </a:r>
                    </a:p>
                  </a:txBody>
                  <a:tcPr marL="28550" marR="28550" marT="19075" marB="19075">
                    <a:lnL w="11900" cmpd="sng">
                      <a:solidFill>
                        <a:srgbClr val="CCCCCC"/>
                      </a:solidFill>
                      <a:prstDash val="solid"/>
                    </a:lnL>
                    <a:lnR w="11900" cmpd="sng">
                      <a:solidFill>
                        <a:srgbClr val="CCCCCC"/>
                      </a:solidFill>
                      <a:prstDash val="solid"/>
                    </a:lnR>
                    <a:lnT w="11900" cmpd="sng">
                      <a:solidFill>
                        <a:srgbClr val="CCCCCC"/>
                      </a:solidFill>
                      <a:prstDash val="solid"/>
                    </a:lnT>
                    <a:lnB w="1190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FF0000"/>
                          </a:solidFill>
                        </a:rPr>
                        <a:t/>
                      </a:r>
                    </a:p>
                  </a:txBody>
                  <a:tcPr marL="28550" marR="28550" marT="19075" marB="19075">
                    <a:lnL w="11900" cmpd="sng">
                      <a:solidFill>
                        <a:srgbClr val="CCCCCC"/>
                      </a:solidFill>
                      <a:prstDash val="solid"/>
                    </a:lnL>
                    <a:lnR w="11900" cmpd="sng">
                      <a:solidFill>
                        <a:srgbClr val="CCCCCC"/>
                      </a:solidFill>
                      <a:prstDash val="solid"/>
                    </a:lnR>
                    <a:lnT w="11900" cmpd="sng">
                      <a:solidFill>
                        <a:srgbClr val="CCCCCC"/>
                      </a:solidFill>
                      <a:prstDash val="solid"/>
                    </a:lnT>
                    <a:lnB w="1190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/>
                        <a:t/>
                      </a:r>
                    </a:p>
                  </a:txBody>
                  <a:tcPr marL="28550" marR="28550" marT="19075" marB="19075">
                    <a:lnL w="11900" cmpd="sng">
                      <a:solidFill>
                        <a:srgbClr val="CCCCCC"/>
                      </a:solidFill>
                      <a:prstDash val="solid"/>
                    </a:lnL>
                    <a:lnR w="11900" cmpd="sng">
                      <a:solidFill>
                        <a:srgbClr val="CCCCCC"/>
                      </a:solidFill>
                      <a:prstDash val="solid"/>
                    </a:lnR>
                    <a:lnT w="11900" cmpd="sng">
                      <a:solidFill>
                        <a:srgbClr val="CCCCCC"/>
                      </a:solidFill>
                      <a:prstDash val="solid"/>
                    </a:lnT>
                    <a:lnB w="1190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</a:tr>
              <a:tr h="333300"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28550" marR="28550" marT="19075" marB="19075" anchor="ctr">
                    <a:lnL w="11900" cmpd="sng">
                      <a:solidFill>
                        <a:srgbClr val="CCCCCC"/>
                      </a:solidFill>
                      <a:prstDash val="solid"/>
                    </a:lnL>
                    <a:lnR w="11900" cmpd="sng">
                      <a:solidFill>
                        <a:srgbClr val="CCCCCC"/>
                      </a:solidFill>
                      <a:prstDash val="solid"/>
                    </a:lnR>
                    <a:lnT w="11900" cmpd="sng">
                      <a:solidFill>
                        <a:srgbClr val="CCCCCC"/>
                      </a:solidFill>
                      <a:prstDash val="solid"/>
                    </a:lnT>
                    <a:lnB w="1190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28550" marR="28550" marT="19075" marB="19075" anchor="ctr">
                    <a:lnL w="11900" cmpd="sng">
                      <a:solidFill>
                        <a:srgbClr val="CCCCCC"/>
                      </a:solidFill>
                      <a:prstDash val="solid"/>
                    </a:lnL>
                    <a:lnR w="11900" cmpd="sng">
                      <a:solidFill>
                        <a:srgbClr val="CCCCCC"/>
                      </a:solidFill>
                      <a:prstDash val="solid"/>
                    </a:lnR>
                    <a:lnT w="11900" cmpd="sng">
                      <a:solidFill>
                        <a:srgbClr val="CCCCCC"/>
                      </a:solidFill>
                      <a:prstDash val="solid"/>
                    </a:lnT>
                    <a:lnB w="1190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28550" marR="28550" marT="19075" marB="19075" anchor="ctr">
                    <a:lnL w="11900" cmpd="sng">
                      <a:solidFill>
                        <a:srgbClr val="CCCCCC"/>
                      </a:solidFill>
                      <a:prstDash val="solid"/>
                    </a:lnL>
                    <a:lnR w="11900" cmpd="sng">
                      <a:solidFill>
                        <a:srgbClr val="CCCCCC"/>
                      </a:solidFill>
                      <a:prstDash val="solid"/>
                    </a:lnR>
                    <a:lnT w="11900" cmpd="sng">
                      <a:solidFill>
                        <a:srgbClr val="CCCCCC"/>
                      </a:solidFill>
                      <a:prstDash val="solid"/>
                    </a:lnT>
                    <a:lnB w="1190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28550" marR="28550" marT="19075" marB="19075" anchor="ctr">
                    <a:lnL w="11900" cmpd="sng">
                      <a:solidFill>
                        <a:srgbClr val="CCCCCC"/>
                      </a:solidFill>
                      <a:prstDash val="solid"/>
                    </a:lnL>
                    <a:lnR w="11900" cmpd="sng">
                      <a:solidFill>
                        <a:srgbClr val="CCCCCC"/>
                      </a:solidFill>
                      <a:prstDash val="solid"/>
                    </a:lnR>
                    <a:lnT w="11900" cmpd="sng">
                      <a:solidFill>
                        <a:srgbClr val="CCCCCC"/>
                      </a:solidFill>
                      <a:prstDash val="solid"/>
                    </a:lnT>
                    <a:lnB w="1190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 gridSpan="5"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FF0000"/>
                          </a:solidFill>
                        </a:rPr>
                        <a:t/>
                      </a:r>
                    </a:p>
                  </a:txBody>
                  <a:tcPr marL="28550" marR="28550" marT="19075" marB="19075" anchor="ctr">
                    <a:lnL w="11900" cmpd="sng">
                      <a:solidFill>
                        <a:srgbClr val="CCCCCC"/>
                      </a:solidFill>
                      <a:prstDash val="solid"/>
                    </a:lnL>
                    <a:lnR w="11900" cmpd="sng">
                      <a:solidFill>
                        <a:srgbClr val="CCCCCC"/>
                      </a:solidFill>
                      <a:prstDash val="solid"/>
                    </a:lnR>
                    <a:lnT w="11900" cmpd="sng">
                      <a:solidFill>
                        <a:srgbClr val="CCCCCC"/>
                      </a:solidFill>
                      <a:prstDash val="solid"/>
                    </a:lnT>
                    <a:lnB w="1190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</a:tr>
              <a:tr h="231875">
                <a:tc rowSpan="2"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28550" marR="28550" marT="19075" marB="19075" anchor="ctr">
                    <a:lnL w="11900" cmpd="sng">
                      <a:solidFill>
                        <a:srgbClr val="CCCCCC"/>
                      </a:solidFill>
                      <a:prstDash val="solid"/>
                    </a:lnL>
                    <a:lnR w="11900" cmpd="sng">
                      <a:solidFill>
                        <a:srgbClr val="CCCCCC"/>
                      </a:solidFill>
                      <a:prstDash val="solid"/>
                    </a:lnR>
                    <a:lnT w="11900" cmpd="sng">
                      <a:solidFill>
                        <a:srgbClr val="CCCCCC"/>
                      </a:solidFill>
                      <a:prstDash val="solid"/>
                    </a:lnT>
                    <a:lnB w="1190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 rowSpan="4"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28550" marR="28550" marT="19075" marB="19075" anchor="ctr">
                    <a:lnL w="11900" cmpd="sng">
                      <a:solidFill>
                        <a:srgbClr val="CCCCCC"/>
                      </a:solidFill>
                      <a:prstDash val="solid"/>
                    </a:lnL>
                    <a:lnR w="11900" cmpd="sng">
                      <a:solidFill>
                        <a:srgbClr val="CCCCCC"/>
                      </a:solidFill>
                      <a:prstDash val="solid"/>
                    </a:lnR>
                    <a:lnT w="11900" cmpd="sng">
                      <a:solidFill>
                        <a:srgbClr val="CCCCCC"/>
                      </a:solidFill>
                      <a:prstDash val="solid"/>
                    </a:lnT>
                    <a:lnB w="1190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28550" marR="28550" marT="19075" marB="19075" anchor="ctr">
                    <a:lnL w="11900" cmpd="sng">
                      <a:solidFill>
                        <a:srgbClr val="CCCCCC"/>
                      </a:solidFill>
                      <a:prstDash val="solid"/>
                    </a:lnL>
                    <a:lnR w="11900" cmpd="sng">
                      <a:solidFill>
                        <a:srgbClr val="CCCCCC"/>
                      </a:solidFill>
                      <a:prstDash val="solid"/>
                    </a:lnR>
                    <a:lnT w="11900" cmpd="sng">
                      <a:solidFill>
                        <a:srgbClr val="CCCCCC"/>
                      </a:solidFill>
                      <a:prstDash val="solid"/>
                    </a:lnT>
                    <a:lnB w="1190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28550" marR="28550" marT="19075" marB="19075" anchor="ctr">
                    <a:lnL w="11900" cmpd="sng">
                      <a:solidFill>
                        <a:srgbClr val="CCCCCC"/>
                      </a:solidFill>
                      <a:prstDash val="solid"/>
                    </a:lnL>
                    <a:lnR w="11900" cmpd="sng">
                      <a:solidFill>
                        <a:srgbClr val="CCCCCC"/>
                      </a:solidFill>
                      <a:prstDash val="solid"/>
                    </a:lnR>
                    <a:lnT w="11900" cmpd="sng">
                      <a:solidFill>
                        <a:srgbClr val="CCCCCC"/>
                      </a:solidFill>
                      <a:prstDash val="solid"/>
                    </a:lnT>
                    <a:lnB w="1190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28550" marR="28550" marT="19075" marB="19075" anchor="ctr">
                    <a:lnL w="11900" cmpd="sng">
                      <a:solidFill>
                        <a:srgbClr val="CCCCCC"/>
                      </a:solidFill>
                      <a:prstDash val="solid"/>
                    </a:lnL>
                    <a:lnR w="11900" cmpd="sng">
                      <a:solidFill>
                        <a:srgbClr val="CCCCCC"/>
                      </a:solidFill>
                      <a:prstDash val="solid"/>
                    </a:lnR>
                    <a:lnT w="11900" cmpd="sng">
                      <a:solidFill>
                        <a:srgbClr val="CCCCCC"/>
                      </a:solidFill>
                      <a:prstDash val="solid"/>
                    </a:lnT>
                    <a:lnB w="1190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 gridSpan="5"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/>
                        <a:t/>
                      </a:r>
                    </a:p>
                  </a:txBody>
                  <a:tcPr marL="28550" marR="28550" marT="19075" marB="19075">
                    <a:lnL w="11900" cmpd="sng">
                      <a:solidFill>
                        <a:srgbClr val="CCCCCC"/>
                      </a:solidFill>
                      <a:prstDash val="solid"/>
                    </a:lnL>
                    <a:lnR w="11900" cmpd="sng">
                      <a:solidFill>
                        <a:srgbClr val="CCCCCC"/>
                      </a:solidFill>
                      <a:prstDash val="solid"/>
                    </a:lnR>
                    <a:lnT w="11900" cmpd="sng">
                      <a:solidFill>
                        <a:srgbClr val="CCCCCC"/>
                      </a:solidFill>
                      <a:prstDash val="solid"/>
                    </a:lnT>
                    <a:lnB w="1190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</a:tr>
              <a:tr h="231875"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28550" marR="28550" marT="19075" marB="19075" anchor="ctr">
                    <a:lnL w="11900" cmpd="sng">
                      <a:solidFill>
                        <a:srgbClr val="CCCCCC"/>
                      </a:solidFill>
                      <a:prstDash val="solid"/>
                    </a:lnL>
                    <a:lnR w="11900" cmpd="sng">
                      <a:solidFill>
                        <a:srgbClr val="CCCCCC"/>
                      </a:solidFill>
                      <a:prstDash val="solid"/>
                    </a:lnR>
                    <a:lnT w="11900" cmpd="sng">
                      <a:solidFill>
                        <a:srgbClr val="CCCCCC"/>
                      </a:solidFill>
                      <a:prstDash val="solid"/>
                    </a:lnT>
                    <a:lnB w="1190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28550" marR="28550" marT="19075" marB="19075" anchor="ctr">
                    <a:lnL w="11900" cmpd="sng">
                      <a:solidFill>
                        <a:srgbClr val="CCCCCC"/>
                      </a:solidFill>
                      <a:prstDash val="solid"/>
                    </a:lnL>
                    <a:lnR w="11900" cmpd="sng">
                      <a:solidFill>
                        <a:srgbClr val="CCCCCC"/>
                      </a:solidFill>
                      <a:prstDash val="solid"/>
                    </a:lnR>
                    <a:lnT w="11900" cmpd="sng">
                      <a:solidFill>
                        <a:srgbClr val="CCCCCC"/>
                      </a:solidFill>
                      <a:prstDash val="solid"/>
                    </a:lnT>
                    <a:lnB w="1190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28550" marR="28550" marT="19075" marB="19075" anchor="ctr">
                    <a:lnL w="11900" cmpd="sng">
                      <a:solidFill>
                        <a:srgbClr val="CCCCCC"/>
                      </a:solidFill>
                      <a:prstDash val="solid"/>
                    </a:lnL>
                    <a:lnR w="11900" cmpd="sng">
                      <a:solidFill>
                        <a:srgbClr val="CCCCCC"/>
                      </a:solidFill>
                      <a:prstDash val="solid"/>
                    </a:lnR>
                    <a:lnT w="11900" cmpd="sng">
                      <a:solidFill>
                        <a:srgbClr val="CCCCCC"/>
                      </a:solidFill>
                      <a:prstDash val="solid"/>
                    </a:lnT>
                    <a:lnB w="1190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 gridSpan="5"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/>
                        <a:t/>
                      </a:r>
                    </a:p>
                  </a:txBody>
                  <a:tcPr marL="28550" marR="28550" marT="19075" marB="19075" anchor="ctr">
                    <a:lnL w="11900" cmpd="sng">
                      <a:solidFill>
                        <a:srgbClr val="CCCCCC"/>
                      </a:solidFill>
                      <a:prstDash val="solid"/>
                    </a:lnL>
                    <a:lnR w="11900" cmpd="sng">
                      <a:solidFill>
                        <a:srgbClr val="CCCCCC"/>
                      </a:solidFill>
                      <a:prstDash val="solid"/>
                    </a:lnR>
                    <a:lnT w="11900" cmpd="sng">
                      <a:solidFill>
                        <a:srgbClr val="CCCCCC"/>
                      </a:solidFill>
                      <a:prstDash val="solid"/>
                    </a:lnT>
                    <a:lnB w="1190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</a:tr>
              <a:tr h="231875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28550" marR="28550" marT="19075" marB="19075" anchor="ctr">
                    <a:lnL w="11900" cmpd="sng">
                      <a:solidFill>
                        <a:srgbClr val="CCCCCC"/>
                      </a:solidFill>
                      <a:prstDash val="solid"/>
                    </a:lnL>
                    <a:lnR w="11900" cmpd="sng">
                      <a:solidFill>
                        <a:srgbClr val="CCCCCC"/>
                      </a:solidFill>
                      <a:prstDash val="solid"/>
                    </a:lnR>
                    <a:lnT w="11900" cmpd="sng">
                      <a:solidFill>
                        <a:srgbClr val="CCCCCC"/>
                      </a:solidFill>
                      <a:prstDash val="solid"/>
                    </a:lnT>
                    <a:lnB w="1190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rowSpan="2"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28550" marR="28550" marT="19075" marB="19075" anchor="ctr">
                    <a:lnL w="11900" cmpd="sng">
                      <a:solidFill>
                        <a:srgbClr val="CCCCCC"/>
                      </a:solidFill>
                      <a:prstDash val="solid"/>
                    </a:lnL>
                    <a:lnR w="11900" cmpd="sng">
                      <a:solidFill>
                        <a:srgbClr val="CCCCCC"/>
                      </a:solidFill>
                      <a:prstDash val="solid"/>
                    </a:lnR>
                    <a:lnT w="11900" cmpd="sng">
                      <a:solidFill>
                        <a:srgbClr val="CCCCCC"/>
                      </a:solidFill>
                      <a:prstDash val="solid"/>
                    </a:lnT>
                    <a:lnB w="1190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28550" marR="28550" marT="19075" marB="19075" anchor="ctr">
                    <a:lnL w="11900" cmpd="sng">
                      <a:solidFill>
                        <a:srgbClr val="CCCCCC"/>
                      </a:solidFill>
                      <a:prstDash val="solid"/>
                    </a:lnL>
                    <a:lnR w="11900" cmpd="sng">
                      <a:solidFill>
                        <a:srgbClr val="CCCCCC"/>
                      </a:solidFill>
                      <a:prstDash val="solid"/>
                    </a:lnR>
                    <a:lnT w="11900" cmpd="sng">
                      <a:solidFill>
                        <a:srgbClr val="CCCCCC"/>
                      </a:solidFill>
                      <a:prstDash val="solid"/>
                    </a:lnT>
                    <a:lnB w="1190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28550" marR="28550" marT="19075" marB="19075" anchor="ctr">
                    <a:lnL w="11900" cmpd="sng">
                      <a:solidFill>
                        <a:srgbClr val="CCCCCC"/>
                      </a:solidFill>
                      <a:prstDash val="solid"/>
                    </a:lnL>
                    <a:lnR w="11900" cmpd="sng">
                      <a:solidFill>
                        <a:srgbClr val="CCCCCC"/>
                      </a:solidFill>
                      <a:prstDash val="solid"/>
                    </a:lnR>
                    <a:lnT w="11900" cmpd="sng">
                      <a:solidFill>
                        <a:srgbClr val="CCCCCC"/>
                      </a:solidFill>
                      <a:prstDash val="solid"/>
                    </a:lnT>
                    <a:lnB w="1190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 gridSpan="5"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FF0000"/>
                          </a:solidFill>
                        </a:rPr>
                        <a:t/>
                      </a:r>
                    </a:p>
                  </a:txBody>
                  <a:tcPr marL="28550" marR="28550" marT="19075" marB="19075">
                    <a:lnL w="11900" cmpd="sng">
                      <a:solidFill>
                        <a:srgbClr val="CCCCCC"/>
                      </a:solidFill>
                      <a:prstDash val="solid"/>
                    </a:lnL>
                    <a:lnR w="11900" cmpd="sng">
                      <a:solidFill>
                        <a:srgbClr val="CCCCCC"/>
                      </a:solidFill>
                      <a:prstDash val="solid"/>
                    </a:lnR>
                    <a:lnT w="11900" cmpd="sng">
                      <a:solidFill>
                        <a:srgbClr val="CCCCCC"/>
                      </a:solidFill>
                      <a:prstDash val="solid"/>
                    </a:lnT>
                    <a:lnB w="1190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</a:tr>
              <a:tr h="231875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28550" marR="28550" marT="19075" marB="19075" anchor="ctr">
                    <a:lnL w="11900" cmpd="sng">
                      <a:solidFill>
                        <a:srgbClr val="CCCCCC"/>
                      </a:solidFill>
                      <a:prstDash val="solid"/>
                    </a:lnL>
                    <a:lnR w="11900" cmpd="sng">
                      <a:solidFill>
                        <a:srgbClr val="CCCCCC"/>
                      </a:solidFill>
                      <a:prstDash val="solid"/>
                    </a:lnR>
                    <a:lnT w="11900" cmpd="sng">
                      <a:solidFill>
                        <a:srgbClr val="CCCCCC"/>
                      </a:solidFill>
                      <a:prstDash val="solid"/>
                    </a:lnT>
                    <a:lnB w="1190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28550" marR="28550" marT="19075" marB="19075" anchor="ctr">
                    <a:lnL w="11900" cmpd="sng">
                      <a:solidFill>
                        <a:srgbClr val="CCCCCC"/>
                      </a:solidFill>
                      <a:prstDash val="solid"/>
                    </a:lnL>
                    <a:lnR w="11900" cmpd="sng">
                      <a:solidFill>
                        <a:srgbClr val="CCCCCC"/>
                      </a:solidFill>
                      <a:prstDash val="solid"/>
                    </a:lnR>
                    <a:lnT w="11900" cmpd="sng">
                      <a:solidFill>
                        <a:srgbClr val="CCCCCC"/>
                      </a:solidFill>
                      <a:prstDash val="solid"/>
                    </a:lnT>
                    <a:lnB w="1190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28550" marR="28550" marT="19075" marB="19075" anchor="ctr">
                    <a:lnL w="11900" cmpd="sng">
                      <a:solidFill>
                        <a:srgbClr val="CCCCCC"/>
                      </a:solidFill>
                      <a:prstDash val="solid"/>
                    </a:lnL>
                    <a:lnR w="11900" cmpd="sng">
                      <a:solidFill>
                        <a:srgbClr val="CCCCCC"/>
                      </a:solidFill>
                      <a:prstDash val="solid"/>
                    </a:lnR>
                    <a:lnT w="11900" cmpd="sng">
                      <a:solidFill>
                        <a:srgbClr val="CCCCCC"/>
                      </a:solidFill>
                      <a:prstDash val="solid"/>
                    </a:lnT>
                    <a:lnB w="1190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 gridSpan="5"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FF0000"/>
                          </a:solidFill>
                        </a:rPr>
                        <a:t/>
                      </a:r>
                    </a:p>
                  </a:txBody>
                  <a:tcPr marL="28550" marR="28550" marT="19075" marB="19075">
                    <a:lnL w="11900" cmpd="sng">
                      <a:solidFill>
                        <a:srgbClr val="CCCCCC"/>
                      </a:solidFill>
                      <a:prstDash val="solid"/>
                    </a:lnL>
                    <a:lnR w="11900" cmpd="sng">
                      <a:solidFill>
                        <a:srgbClr val="CCCCCC"/>
                      </a:solidFill>
                      <a:prstDash val="solid"/>
                    </a:lnR>
                    <a:lnT w="11900" cmpd="sng">
                      <a:solidFill>
                        <a:srgbClr val="CCCCCC"/>
                      </a:solidFill>
                      <a:prstDash val="solid"/>
                    </a:lnT>
                    <a:lnB w="1190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2183" name="sanitized-shape-1587">
            <a:extLst xmlns:a="http://schemas.openxmlformats.org/drawingml/2006/main">
              <a:ext uri="{FF2B5EF4-FFF2-40B4-BE49-F238E27FC236}">
                <a16:creationId xmlns:a16="http://schemas.microsoft.com/office/drawing/2014/main" id="{96CC4A3E-65E9-4154-B004-C665C3451EB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715876" y="6356334"/>
            <a:ext cx="286800" cy="34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69ADA83D-DF77-AA76-6DA0-7A70CD7A4D20}" type="slidenum">
              <a:t/>
            </a:fld>
          </a:p>
        </p:txBody>
      </p:sp>
      <p:sp>
        <p:nvSpPr>
          <p:cNvPr id="2184" name="sanitized-shape-1588">
            <a:extLst xmlns:a="http://schemas.openxmlformats.org/drawingml/2006/main">
              <a:ext uri="{FF2B5EF4-FFF2-40B4-BE49-F238E27FC236}">
                <a16:creationId xmlns:a16="http://schemas.microsoft.com/office/drawing/2014/main" id="{83149ED2-5B84-4FA7-859D-C94F365BCF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04699" y="54675"/>
            <a:ext cx="11298000" cy="67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sz="1600">
                <a:solidFill>
                  <a:srgbClr val="E93F33"/>
                </a:solidFill>
              </a:rPr>
              <a:t/>
            </a:r>
          </a:p>
        </p:txBody>
      </p:sp>
      <p:sp>
        <p:nvSpPr>
          <p:cNvPr id="2186" name="sanitized-shape-1589">
            <a:extLst xmlns:a="http://schemas.openxmlformats.org/drawingml/2006/main">
              <a:ext uri="{FF2B5EF4-FFF2-40B4-BE49-F238E27FC236}">
                <a16:creationId xmlns:a16="http://schemas.microsoft.com/office/drawing/2014/main" id="{BA200517-EDF6-4A04-A38A-6FB648872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8972" y="2113297"/>
            <a:ext cx="7893600" cy="4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75" cmpd="sng">
            <a:solidFill>
              <a:srgbClr val="D0011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68976959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91" name="sanitized-shape-1590">
            <a:extLst xmlns:a="http://schemas.openxmlformats.org/drawingml/2006/main">
              <a:ext uri="{FF2B5EF4-FFF2-40B4-BE49-F238E27FC236}">
                <a16:creationId xmlns:a16="http://schemas.microsoft.com/office/drawing/2014/main" id="{458B8EA4-6E85-4A45-8D58-392922CC0F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57535" y="101400"/>
            <a:ext cx="11531400" cy="563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68550" tIns="68550" rIns="68550" bIns="68550" anchor="b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900">
                <a:solidFill>
                  <a:srgbClr val="E93F33"/>
                </a:solidFill>
              </a:rPr>
              <a:t/>
            </a:r>
          </a:p>
        </p:txBody>
      </p:sp>
      <p:sp>
        <p:nvSpPr>
          <p:cNvPr id="2192" name="sanitized-shape-1591">
            <a:extLst xmlns:a="http://schemas.openxmlformats.org/drawingml/2006/main">
              <a:ext uri="{FF2B5EF4-FFF2-40B4-BE49-F238E27FC236}">
                <a16:creationId xmlns:a16="http://schemas.microsoft.com/office/drawing/2014/main" id="{DA4B53C2-4A71-4311-AF0D-8A2E1DD5D0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59991" y="6356349"/>
            <a:ext cx="2742600" cy="36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51425" tIns="25700" rIns="51425" bIns="25700" anchor="ctr">
            <a:norm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69ADA83D-DF77-AA76-6DA0-7A70CD7A4D20}" type="slidenum">
              <a:t/>
            </a:fld>
          </a:p>
        </p:txBody>
      </p:sp>
      <p:sp>
        <p:nvSpPr>
          <p:cNvPr id="2193" name="sanitized-shape-1592">
            <a:extLst xmlns:a="http://schemas.openxmlformats.org/drawingml/2006/main">
              <a:ext uri="{FF2B5EF4-FFF2-40B4-BE49-F238E27FC236}">
                <a16:creationId xmlns:a16="http://schemas.microsoft.com/office/drawing/2014/main" id="{D241358D-CA80-4FF4-AD29-5514E0A40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475" y="3957925"/>
            <a:ext cx="11531400" cy="266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44250" tIns="72125" rIns="144250" bIns="721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/>
              <a:t/>
            </a:r>
          </a:p>
        </p:txBody>
      </p:sp>
      <p:graphicFrame>
        <p:nvGraphicFramePr>
          <p:cNvPr id="2198" name="sanitized-table-12"/>
          <p:cNvGraphicFramePr/>
          <p:nvPr/>
        </p:nvGraphicFramePr>
        <p:xfrm>
          <a:off xmlns:a="http://schemas.openxmlformats.org/drawingml/2006/main" x="297396" y="837567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{CDD7BB8A-1EDB-4F6B-BC6B-4E1E84436C22}</a:tableStyleId>
              </a:tblPr>
              <a:tblGrid>
                <a:gridCol w="539475"/>
                <a:gridCol w="1798175"/>
                <a:gridCol w="683325"/>
                <a:gridCol w="539475"/>
                <a:gridCol w="539475"/>
                <a:gridCol w="539475"/>
                <a:gridCol w="539475"/>
                <a:gridCol w="510350"/>
                <a:gridCol w="510350"/>
                <a:gridCol w="539475"/>
                <a:gridCol w="539475"/>
                <a:gridCol w="539475"/>
                <a:gridCol w="539475"/>
                <a:gridCol w="539475"/>
                <a:gridCol w="539475"/>
                <a:gridCol w="539475"/>
                <a:gridCol w="539475"/>
                <a:gridCol w="539475"/>
                <a:gridCol w="539475"/>
              </a:tblGrid>
              <a:tr h="264875">
                <a:tc rowSpan="2"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ctr">
                    <a:lnR w="12700" cmpd="sng">
                      <a:solidFill>
                        <a:srgbClr val="FFFFFF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gridSpan="4"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gridSpan="4"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F6D01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gridSpan="2"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</a:tr>
              <a:tr h="327925"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solidFill>
                      <a:srgbClr val="FF6D0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solidFill>
                      <a:srgbClr val="FF6D0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solidFill>
                      <a:srgbClr val="FF6D0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solidFill>
                      <a:srgbClr val="FF6D0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solidFill>
                      <a:srgbClr val="FF6D0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332975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/>
                        <a:t/>
                      </a:r>
                    </a:p>
                  </a:txBody>
                  <a:tcPr marL="38100" marR="38100" marT="25400" marB="25400" anchor="b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1F1F1F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b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</a:p>
                  </a:txBody>
                  <a:tcPr marL="38100" marR="38100" marT="25400" marB="25400" anchor="b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>
                    <a:solidFill>
                      <a:srgbClr val="B7E1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>
                    <a:solidFill>
                      <a:srgbClr val="B7E1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>
                    <a:solidFill>
                      <a:srgbClr val="B7E1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>
                    <a:lnT w="12700" cmpd="sng">
                      <a:solidFill>
                        <a:srgbClr val="FFFFFF"/>
                      </a:solidFill>
                      <a:prstDash val="solid"/>
                    </a:lnT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>
                    <a:lnT w="12700" cmpd="sng">
                      <a:solidFill>
                        <a:srgbClr val="FFFFFF"/>
                      </a:solidFill>
                      <a:prstDash val="solid"/>
                    </a:lnT>
                    <a:solidFill>
                      <a:srgbClr val="EFEFEF"/>
                    </a:solidFill>
                  </a:tcPr>
                </a:tc>
              </a:tr>
              <a:tr h="264875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>
                          <a:solidFill>
                            <a:srgbClr val="1F1F1F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b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>
                    <a:solidFill>
                      <a:srgbClr val="B7E1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>
                    <a:solidFill>
                      <a:srgbClr val="B7E1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>
                    <a:solidFill>
                      <a:srgbClr val="B7E1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>
                    <a:solidFill>
                      <a:srgbClr val="B7E1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/>
                </a:tc>
              </a:tr>
              <a:tr h="327925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>
                          <a:solidFill>
                            <a:srgbClr val="1F1F1F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b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>
                    <a:solidFill>
                      <a:srgbClr val="B7E1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>
                    <a:solidFill>
                      <a:srgbClr val="B7E1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/>
                </a:tc>
              </a:tr>
              <a:tr h="264875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>
                          <a:solidFill>
                            <a:srgbClr val="1F1F1F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b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>
                    <a:solidFill>
                      <a:srgbClr val="B7E1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>
                    <a:solidFill>
                      <a:srgbClr val="B7E1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>
                    <a:solidFill>
                      <a:srgbClr val="B7E1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>
                    <a:solidFill>
                      <a:srgbClr val="B7E1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/>
                </a:tc>
              </a:tr>
              <a:tr h="264875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>
                          <a:solidFill>
                            <a:srgbClr val="1F1F1F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b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>
                    <a:solidFill>
                      <a:srgbClr val="B7E1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>
                    <a:solidFill>
                      <a:srgbClr val="B7E1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>
                    <a:solidFill>
                      <a:srgbClr val="B7E1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>
                    <a:solidFill>
                      <a:srgbClr val="B7E1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>
                    <a:solidFill>
                      <a:srgbClr val="B7E1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>
                    <a:solidFill>
                      <a:srgbClr val="B7E1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/>
                </a:tc>
              </a:tr>
              <a:tr h="327925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>
                          <a:solidFill>
                            <a:srgbClr val="1F1F1F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b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>
                    <a:solidFill>
                      <a:srgbClr val="B7E1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>
                    <a:solidFill>
                      <a:srgbClr val="B7E1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>
                    <a:solidFill>
                      <a:srgbClr val="B7E1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/>
                </a:tc>
              </a:tr>
              <a:tr h="252275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>
                          <a:solidFill>
                            <a:srgbClr val="1F1F1F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b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>
                    <a:solidFill>
                      <a:srgbClr val="B7E1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>
                    <a:solidFill>
                      <a:srgbClr val="B7E1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>
                    <a:solidFill>
                      <a:srgbClr val="B7E1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/>
                </a:tc>
              </a:tr>
              <a:tr h="264875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>
                          <a:solidFill>
                            <a:srgbClr val="1F1F1F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b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>
                    <a:solidFill>
                      <a:srgbClr val="B7E1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>
                    <a:solidFill>
                      <a:srgbClr val="B7E1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5882018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99" name="sanitized-shape-1593">
            <a:extLst xmlns:a="http://schemas.openxmlformats.org/drawingml/2006/main">
              <a:ext uri="{FF2B5EF4-FFF2-40B4-BE49-F238E27FC236}">
                <a16:creationId xmlns:a16="http://schemas.microsoft.com/office/drawing/2014/main" id="{C4AEDD7F-3987-4485-8A01-C3CE3255C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00" y="940900"/>
            <a:ext cx="11957700" cy="228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60925" rIns="121875" bIns="60925" anchor="t">
            <a:noAutofit/>
          </a:bodyPr>
          <a:lstStyle xmlns:a="http://schemas.openxmlformats.org/drawingml/2006/main"/>
          <a:p xmlns:a="http://schemas.openxmlformats.org/drawingml/2006/main">
            <a:pPr marL="609600" lvl="0" indent="-3746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sz="1100" b="1">
                <a:solidFill>
                  <a:schemeClr val="dk1"/>
                </a:solidFill>
              </a:rPr>
              <a:t/>
            </a:r>
          </a:p>
        </p:txBody>
      </p:sp>
      <p:sp>
        <p:nvSpPr>
          <p:cNvPr id="2200" name="sanitized-shape-1594">
            <a:extLst xmlns:a="http://schemas.openxmlformats.org/drawingml/2006/main">
              <a:ext uri="{FF2B5EF4-FFF2-40B4-BE49-F238E27FC236}">
                <a16:creationId xmlns:a16="http://schemas.microsoft.com/office/drawing/2014/main" id="{7473FC18-8A12-4883-8112-8C5CF8330B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6377" y="191267"/>
            <a:ext cx="11198400" cy="563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68550" tIns="68550" rIns="68550" bIns="6855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rgbClr val="E93F33"/>
                </a:solidFill>
              </a:rPr>
              <a:t/>
            </a:r>
          </a:p>
        </p:txBody>
      </p:sp>
      <p:sp>
        <p:nvSpPr>
          <p:cNvPr id="2201" name="sanitized-shape-1595">
            <a:extLst xmlns:a="http://schemas.openxmlformats.org/drawingml/2006/main">
              <a:ext uri="{FF2B5EF4-FFF2-40B4-BE49-F238E27FC236}">
                <a16:creationId xmlns:a16="http://schemas.microsoft.com/office/drawing/2014/main" id="{460EA1EA-845A-4310-9CFC-F0385EDC9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463" y="1696367"/>
            <a:ext cx="160500" cy="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3F3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FFFFFF"/>
                </a:solidFill>
              </a:rPr>
              <a:t/>
            </a:r>
          </a:p>
        </p:txBody>
      </p:sp>
      <p:graphicFrame>
        <p:nvGraphicFramePr>
          <p:cNvPr id="2217" name="sanitized-table-13"/>
          <p:cNvGraphicFramePr/>
          <p:nvPr/>
        </p:nvGraphicFramePr>
        <p:xfrm>
          <a:off xmlns:a="http://schemas.openxmlformats.org/drawingml/2006/main" x="128101" y="3274300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{CDD7BB8A-1EDB-4F6B-BC6B-4E1E84436C22}</a:tableStyleId>
              </a:tblPr>
              <a:tblGrid>
                <a:gridCol w="589775"/>
                <a:gridCol w="577500"/>
                <a:gridCol w="479225"/>
                <a:gridCol w="510350"/>
                <a:gridCol w="510350"/>
                <a:gridCol w="510350"/>
                <a:gridCol w="510350"/>
                <a:gridCol w="510350"/>
                <a:gridCol w="510350"/>
                <a:gridCol w="540625"/>
                <a:gridCol w="540625"/>
                <a:gridCol w="540625"/>
                <a:gridCol w="540625"/>
                <a:gridCol w="540625"/>
                <a:gridCol w="540625"/>
                <a:gridCol w="540625"/>
                <a:gridCol w="540625"/>
                <a:gridCol w="496575"/>
                <a:gridCol w="592525"/>
                <a:gridCol w="630800"/>
                <a:gridCol w="678800"/>
                <a:gridCol w="550250"/>
              </a:tblGrid>
              <a:tr h="339075">
                <a:tc rowSpan="2"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FFFFFF"/>
                      </a:solidFill>
                      <a:prstDash val="solid"/>
                    </a:lnL>
                    <a:lnR w="13525" cmpd="sng">
                      <a:solidFill>
                        <a:srgbClr val="FFFFFF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FFFFFF"/>
                      </a:solidFill>
                      <a:prstDash val="solid"/>
                    </a:lnL>
                    <a:lnR w="13525" cmpd="sng">
                      <a:solidFill>
                        <a:srgbClr val="FFFFFF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FFFFFF"/>
                      </a:solidFill>
                      <a:prstDash val="solid"/>
                    </a:lnL>
                    <a:lnR w="13525" cmpd="sng">
                      <a:solidFill>
                        <a:srgbClr val="FFFFFF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gridSpan="4"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FFFFFF"/>
                      </a:solidFill>
                      <a:prstDash val="solid"/>
                    </a:lnL>
                    <a:lnR w="13525" cmpd="sng">
                      <a:solidFill>
                        <a:srgbClr val="FFFFFF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gridSpan="4"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FFFFFF"/>
                      </a:solidFill>
                      <a:prstDash val="solid"/>
                    </a:lnL>
                    <a:lnR w="13525" cmpd="sng">
                      <a:solidFill>
                        <a:srgbClr val="FFFFFF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F6D01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gridSpan="4"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FFFFFF"/>
                      </a:solidFill>
                      <a:prstDash val="solid"/>
                    </a:lnL>
                    <a:lnR w="13525" cmpd="sng">
                      <a:solidFill>
                        <a:srgbClr val="FFFFFF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FFFFFF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521300"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FFFFFF"/>
                      </a:solidFill>
                      <a:prstDash val="solid"/>
                    </a:lnL>
                    <a:lnR w="13525" cmpd="sng">
                      <a:solidFill>
                        <a:srgbClr val="FFFFFF"/>
                      </a:solidFill>
                      <a:prstDash val="solid"/>
                    </a:lnR>
                    <a:lnT w="13525" cmpd="sng">
                      <a:solidFill>
                        <a:srgbClr val="FFFFFF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FFFFFF"/>
                      </a:solidFill>
                      <a:prstDash val="solid"/>
                    </a:lnL>
                    <a:lnR w="13525" cmpd="sng">
                      <a:solidFill>
                        <a:srgbClr val="FFFFFF"/>
                      </a:solidFill>
                      <a:prstDash val="solid"/>
                    </a:lnR>
                    <a:lnT w="13525" cmpd="sng">
                      <a:solidFill>
                        <a:srgbClr val="FFFFFF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FFFFFF"/>
                      </a:solidFill>
                      <a:prstDash val="solid"/>
                    </a:lnL>
                    <a:lnR w="13525" cmpd="sng">
                      <a:solidFill>
                        <a:srgbClr val="FFFFFF"/>
                      </a:solidFill>
                      <a:prstDash val="solid"/>
                    </a:lnR>
                    <a:lnT w="13525" cmpd="sng">
                      <a:solidFill>
                        <a:srgbClr val="FFFFFF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FFFFFF"/>
                      </a:solidFill>
                      <a:prstDash val="solid"/>
                    </a:lnL>
                    <a:lnR w="13525" cmpd="sng">
                      <a:solidFill>
                        <a:srgbClr val="FFFFFF"/>
                      </a:solidFill>
                      <a:prstDash val="solid"/>
                    </a:lnR>
                    <a:lnT w="13525" cmpd="sng">
                      <a:solidFill>
                        <a:srgbClr val="FFFFFF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FFFFFF"/>
                      </a:solidFill>
                      <a:prstDash val="solid"/>
                    </a:lnL>
                    <a:lnR w="13525" cmpd="sng">
                      <a:solidFill>
                        <a:srgbClr val="FFFFFF"/>
                      </a:solidFill>
                      <a:prstDash val="solid"/>
                    </a:lnR>
                    <a:lnT w="13525" cmpd="sng">
                      <a:solidFill>
                        <a:srgbClr val="FFFFFF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FFFFFF"/>
                      </a:solidFill>
                      <a:prstDash val="solid"/>
                    </a:lnL>
                    <a:lnR w="13525" cmpd="sng">
                      <a:solidFill>
                        <a:srgbClr val="FFFFFF"/>
                      </a:solidFill>
                      <a:prstDash val="solid"/>
                    </a:lnR>
                    <a:lnT w="13525" cmpd="sng">
                      <a:solidFill>
                        <a:srgbClr val="FFFFFF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F6D0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FFFFFF"/>
                      </a:solidFill>
                      <a:prstDash val="solid"/>
                    </a:lnL>
                    <a:lnR w="13525" cmpd="sng">
                      <a:solidFill>
                        <a:srgbClr val="FFFFFF"/>
                      </a:solidFill>
                      <a:prstDash val="solid"/>
                    </a:lnR>
                    <a:lnT w="13525" cmpd="sng">
                      <a:solidFill>
                        <a:srgbClr val="FFFFFF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F6D0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FFFFFF"/>
                      </a:solidFill>
                      <a:prstDash val="solid"/>
                    </a:lnL>
                    <a:lnR w="13525" cmpd="sng">
                      <a:solidFill>
                        <a:srgbClr val="FFFFFF"/>
                      </a:solidFill>
                      <a:prstDash val="solid"/>
                    </a:lnR>
                    <a:lnT w="13525" cmpd="sng">
                      <a:solidFill>
                        <a:srgbClr val="FFFFFF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FFFFFF"/>
                      </a:solidFill>
                      <a:prstDash val="solid"/>
                    </a:lnL>
                    <a:lnR w="13525" cmpd="sng">
                      <a:solidFill>
                        <a:srgbClr val="FFFFFF"/>
                      </a:solidFill>
                      <a:prstDash val="solid"/>
                    </a:lnR>
                    <a:lnT w="13525" cmpd="sng">
                      <a:solidFill>
                        <a:srgbClr val="FFFFFF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FFFFFF"/>
                      </a:solidFill>
                      <a:prstDash val="solid"/>
                    </a:lnL>
                    <a:lnR w="13525" cmpd="sng">
                      <a:solidFill>
                        <a:srgbClr val="FFFFFF"/>
                      </a:solidFill>
                      <a:prstDash val="solid"/>
                    </a:lnR>
                    <a:lnT w="13525" cmpd="sng">
                      <a:solidFill>
                        <a:srgbClr val="FFFFFF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FFFFFF"/>
                      </a:solidFill>
                      <a:prstDash val="solid"/>
                    </a:lnL>
                    <a:lnR w="13525" cmpd="sng">
                      <a:solidFill>
                        <a:srgbClr val="FFFFFF"/>
                      </a:solidFill>
                      <a:prstDash val="solid"/>
                    </a:lnR>
                    <a:lnT w="13525" cmpd="sng">
                      <a:solidFill>
                        <a:srgbClr val="FFFFFF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FFFFFF"/>
                      </a:solidFill>
                      <a:prstDash val="solid"/>
                    </a:lnL>
                    <a:lnR w="13525" cmpd="sng">
                      <a:solidFill>
                        <a:srgbClr val="FFFFFF"/>
                      </a:solidFill>
                      <a:prstDash val="solid"/>
                    </a:lnR>
                    <a:lnT w="13525" cmpd="sng">
                      <a:solidFill>
                        <a:srgbClr val="FFFFFF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F6D0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FFFFFF"/>
                      </a:solidFill>
                      <a:prstDash val="solid"/>
                    </a:lnL>
                    <a:lnR w="13525" cmpd="sng">
                      <a:solidFill>
                        <a:srgbClr val="FFFFFF"/>
                      </a:solidFill>
                      <a:prstDash val="solid"/>
                    </a:lnR>
                    <a:lnT w="13525" cmpd="sng">
                      <a:solidFill>
                        <a:srgbClr val="FFFFFF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F6D0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FFFFFF"/>
                      </a:solidFill>
                      <a:prstDash val="solid"/>
                    </a:lnL>
                    <a:lnR w="13525" cmpd="sng">
                      <a:solidFill>
                        <a:srgbClr val="FFFFFF"/>
                      </a:solidFill>
                      <a:prstDash val="solid"/>
                    </a:lnR>
                    <a:lnT w="13525" cmpd="sng">
                      <a:solidFill>
                        <a:srgbClr val="FFFFFF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F6D0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FFFFFF"/>
                      </a:solidFill>
                      <a:prstDash val="solid"/>
                    </a:lnL>
                    <a:lnR w="13525" cmpd="sng">
                      <a:solidFill>
                        <a:srgbClr val="FFFFFF"/>
                      </a:solidFill>
                      <a:prstDash val="solid"/>
                    </a:lnR>
                    <a:lnT w="13525" cmpd="sng">
                      <a:solidFill>
                        <a:srgbClr val="FFFFFF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F6D0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FFFFFF"/>
                      </a:solidFill>
                      <a:prstDash val="solid"/>
                    </a:lnL>
                    <a:lnR w="13525" cmpd="sng">
                      <a:solidFill>
                        <a:srgbClr val="FFFFFF"/>
                      </a:solidFill>
                      <a:prstDash val="solid"/>
                    </a:lnR>
                    <a:lnT w="13525" cmpd="sng">
                      <a:solidFill>
                        <a:srgbClr val="FFFFFF"/>
                      </a:solidFill>
                      <a:prstDash val="solid"/>
                    </a:lnT>
                    <a:lnB w="13525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FFFFFF"/>
                      </a:solidFill>
                      <a:prstDash val="solid"/>
                    </a:lnL>
                    <a:lnR w="13525" cmpd="sng">
                      <a:solidFill>
                        <a:srgbClr val="FFFFFF"/>
                      </a:solidFill>
                      <a:prstDash val="solid"/>
                    </a:lnR>
                    <a:lnT w="13525" cmpd="sng">
                      <a:solidFill>
                        <a:srgbClr val="FFFFFF"/>
                      </a:solidFill>
                      <a:prstDash val="solid"/>
                    </a:lnT>
                    <a:lnB w="13525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FFFFFF"/>
                      </a:solidFill>
                      <a:prstDash val="solid"/>
                    </a:lnL>
                    <a:lnR w="13525" cmpd="sng">
                      <a:solidFill>
                        <a:srgbClr val="FFFFFF"/>
                      </a:solidFill>
                      <a:prstDash val="solid"/>
                    </a:lnR>
                    <a:lnT w="13525" cmpd="sng">
                      <a:solidFill>
                        <a:srgbClr val="FFFFFF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1C458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FFFFFF"/>
                      </a:solidFill>
                      <a:prstDash val="solid"/>
                    </a:lnL>
                    <a:lnR w="13525" cmpd="sng">
                      <a:solidFill>
                        <a:srgbClr val="FFFFFF"/>
                      </a:solidFill>
                      <a:prstDash val="solid"/>
                    </a:lnR>
                    <a:lnT w="13525" cmpd="sng">
                      <a:solidFill>
                        <a:srgbClr val="FFFFFF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1C458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FFFFFF"/>
                      </a:solidFill>
                      <a:prstDash val="solid"/>
                    </a:lnL>
                    <a:lnR w="13525" cmpd="sng">
                      <a:solidFill>
                        <a:srgbClr val="FFFFFF"/>
                      </a:solidFill>
                      <a:prstDash val="solid"/>
                    </a:lnR>
                    <a:lnT w="13525" cmpd="sng">
                      <a:solidFill>
                        <a:srgbClr val="FFFFFF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303100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1F1F1F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B7E1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B7E1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B7E1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FFFFFF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FFFFFF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B7E1CD"/>
                    </a:solidFill>
                  </a:tcPr>
                </a:tc>
              </a:tr>
              <a:tr h="36367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1F1F1F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B7E1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B7E1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B7E1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B7E1CD"/>
                    </a:solidFill>
                  </a:tcPr>
                </a:tc>
              </a:tr>
              <a:tr h="303100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1F1F1F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B7E1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B7E1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B7E1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B7E1CD"/>
                    </a:solidFill>
                  </a:tcPr>
                </a:tc>
              </a:tr>
              <a:tr h="36367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1F1F1F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B7E1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B7E1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B7E1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B7E1CD"/>
                    </a:solidFill>
                  </a:tcPr>
                </a:tc>
              </a:tr>
              <a:tr h="303100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1F1F1F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B7E1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B7E1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B7E1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B7E1CD"/>
                    </a:solidFill>
                  </a:tcPr>
                </a:tc>
              </a:tr>
              <a:tr h="303100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1F1F1F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B7E1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B7E1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B7E1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B7E1CD"/>
                    </a:solidFill>
                  </a:tcPr>
                </a:tc>
              </a:tr>
              <a:tr h="303100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1F1F1F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B7E1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B7E1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B7E1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/>
                        <a:t/>
                      </a:r>
                    </a:p>
                  </a:txBody>
                  <a:tcPr marL="38100" marR="38100" marT="25400" marB="25400" anchor="b">
                    <a:lnL w="13525" cmpd="sng">
                      <a:solidFill>
                        <a:srgbClr val="CCCCCC"/>
                      </a:solidFill>
                      <a:prstDash val="solid"/>
                    </a:lnL>
                    <a:lnR w="13525" cmpd="sng">
                      <a:solidFill>
                        <a:srgbClr val="CCCCCC"/>
                      </a:solidFill>
                      <a:prstDash val="solid"/>
                    </a:lnR>
                    <a:lnT w="13525" cmpd="sng">
                      <a:solidFill>
                        <a:srgbClr val="CCCCCC"/>
                      </a:solidFill>
                      <a:prstDash val="solid"/>
                    </a:lnT>
                    <a:lnB w="13525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F4C7C3"/>
                    </a:solidFill>
                  </a:tcPr>
                </a:tc>
              </a:tr>
            </a:tbl>
          </a:graphicData>
        </a:graphic>
      </p:graphicFrame>
      <p:sp>
        <p:nvSpPr>
          <p:cNvPr id="2203" name="sanitized-shape-1596">
            <a:extLst xmlns:a="http://schemas.openxmlformats.org/drawingml/2006/main">
              <a:ext uri="{FF2B5EF4-FFF2-40B4-BE49-F238E27FC236}">
                <a16:creationId xmlns:a16="http://schemas.microsoft.com/office/drawing/2014/main" id="{CF853D89-23A4-4D39-8445-312C76406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5580" y="3311000"/>
            <a:ext cx="575100" cy="116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5400" cmpd="sng">
            <a:solidFill>
              <a:srgbClr val="FF00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121875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204" name="sanitized-shape-1597">
            <a:extLst xmlns:a="http://schemas.openxmlformats.org/drawingml/2006/main">
              <a:ext uri="{FF2B5EF4-FFF2-40B4-BE49-F238E27FC236}">
                <a16:creationId xmlns:a16="http://schemas.microsoft.com/office/drawing/2014/main" id="{FE35FAEE-F144-472C-A094-9B47AC311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6840" y="3311000"/>
            <a:ext cx="160500" cy="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3F3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2205" name="sanitized-shape-1598">
            <a:extLst xmlns:a="http://schemas.openxmlformats.org/drawingml/2006/main">
              <a:ext uri="{FF2B5EF4-FFF2-40B4-BE49-F238E27FC236}">
                <a16:creationId xmlns:a16="http://schemas.microsoft.com/office/drawing/2014/main" id="{CABF255C-9B70-4324-AA4E-C5AF5B00E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07" y="4472600"/>
            <a:ext cx="4198200" cy="102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7400" cmpd="sng">
            <a:solidFill>
              <a:srgbClr val="FF00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83475" tIns="83475" rIns="83475" bIns="834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206" name="sanitized-shape-1599">
            <a:extLst xmlns:a="http://schemas.openxmlformats.org/drawingml/2006/main">
              <a:ext uri="{FF2B5EF4-FFF2-40B4-BE49-F238E27FC236}">
                <a16:creationId xmlns:a16="http://schemas.microsoft.com/office/drawing/2014/main" id="{2E1CC850-00C4-4BE0-B4DB-CBF3C17B6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463" y="1858767"/>
            <a:ext cx="160500" cy="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3F3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2208" name="sanitized-shape-1600">
            <a:extLst xmlns:a="http://schemas.openxmlformats.org/drawingml/2006/main">
              <a:ext uri="{FF2B5EF4-FFF2-40B4-BE49-F238E27FC236}">
                <a16:creationId xmlns:a16="http://schemas.microsoft.com/office/drawing/2014/main" id="{033343F7-F0CC-4FF5-96F0-DA5E9B34E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97141" y="4840476"/>
            <a:ext cx="575055" cy="295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5400" cmpd="sng">
            <a:solidFill>
              <a:srgbClr val="FF00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121875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209" name="sanitized-shape-1601">
            <a:extLst xmlns:a="http://schemas.openxmlformats.org/drawingml/2006/main">
              <a:ext uri="{FF2B5EF4-FFF2-40B4-BE49-F238E27FC236}">
                <a16:creationId xmlns:a16="http://schemas.microsoft.com/office/drawing/2014/main" id="{23B0EA13-87BE-45A7-8685-BB767D198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58251" y="4768180"/>
            <a:ext cx="160359" cy="1623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3F3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2210" name="sanitized-shape-1602">
            <a:extLst xmlns:a="http://schemas.openxmlformats.org/drawingml/2006/main">
              <a:ext uri="{FF2B5EF4-FFF2-40B4-BE49-F238E27FC236}">
                <a16:creationId xmlns:a16="http://schemas.microsoft.com/office/drawing/2014/main" id="{BD541A5C-C764-4C00-8830-72E2B2D48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463" y="1008267"/>
            <a:ext cx="160500" cy="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3F3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2211" name="sanitized-shape-1603">
            <a:extLst xmlns:a="http://schemas.openxmlformats.org/drawingml/2006/main">
              <a:ext uri="{FF2B5EF4-FFF2-40B4-BE49-F238E27FC236}">
                <a16:creationId xmlns:a16="http://schemas.microsoft.com/office/drawing/2014/main" id="{27A027B6-AA27-4B68-AD63-8FE2092EE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20" y="4472600"/>
            <a:ext cx="160500" cy="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3F3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2212" name="sanitized-shape-1604">
            <a:extLst xmlns:a="http://schemas.openxmlformats.org/drawingml/2006/main">
              <a:ext uri="{FF2B5EF4-FFF2-40B4-BE49-F238E27FC236}">
                <a16:creationId xmlns:a16="http://schemas.microsoft.com/office/drawing/2014/main" id="{2FC30E9A-D074-48EA-9B12-B999EE8A4EE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59991" y="6356349"/>
            <a:ext cx="2742600" cy="36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51425" tIns="25700" rIns="51425" bIns="2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69ADA83D-DF77-AA76-6DA0-7A70CD7A4D20}" type="slidenum">
              <a:rPr sz="1200">
                <a:solidFill>
                  <a:schemeClr val="dk1"/>
                </a:solidFill>
              </a:rPr>
              <a:t/>
            </a:fld>
          </a:p>
        </p:txBody>
      </p:sp>
    </p:spTree>
    <p:extLst>
      <p:ext uri="{BB962C8B-B14F-4D97-AF65-F5344CB8AC3E}">
        <p14:creationId xmlns:p14="http://schemas.microsoft.com/office/powerpoint/2010/main" val="187408987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19" name="sanitized-shape-1605">
            <a:extLst xmlns:a="http://schemas.openxmlformats.org/drawingml/2006/main">
              <a:ext uri="{FF2B5EF4-FFF2-40B4-BE49-F238E27FC236}">
                <a16:creationId xmlns:a16="http://schemas.microsoft.com/office/drawing/2014/main" id="{1BF996C5-6546-4E8E-8E66-E462424F3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962" y="1017667"/>
            <a:ext cx="5621700" cy="2308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00" cmpd="sng">
            <a:solidFill>
              <a:srgbClr val="123B9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6875" tIns="96875" rIns="96875" bIns="968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220" name="sanitized-shape-1606">
            <a:extLst xmlns:a="http://schemas.openxmlformats.org/drawingml/2006/main">
              <a:ext uri="{FF2B5EF4-FFF2-40B4-BE49-F238E27FC236}">
                <a16:creationId xmlns:a16="http://schemas.microsoft.com/office/drawing/2014/main" id="{4F8DEB06-9567-41DD-8476-77786AC04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51" y="850414"/>
            <a:ext cx="5545500" cy="25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9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6875" tIns="96875" rIns="96875" bIns="968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221" name="sanitized-shape-1607">
            <a:extLst xmlns:a="http://schemas.openxmlformats.org/drawingml/2006/main">
              <a:ext uri="{FF2B5EF4-FFF2-40B4-BE49-F238E27FC236}">
                <a16:creationId xmlns:a16="http://schemas.microsoft.com/office/drawing/2014/main" id="{C1B4353D-8595-4157-867F-41B415FFB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815" y="2831667"/>
            <a:ext cx="3351900" cy="2541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DF2F1"/>
          </a:solidFill>
          <a:ln xmlns:a="http://schemas.openxmlformats.org/drawingml/2006/main" w="9525" cmpd="sng">
            <a:solidFill>
              <a:srgbClr val="FDF2F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222" name="sanitized-shape-1608">
            <a:extLst xmlns:a="http://schemas.openxmlformats.org/drawingml/2006/main">
              <a:ext uri="{FF2B5EF4-FFF2-40B4-BE49-F238E27FC236}">
                <a16:creationId xmlns:a16="http://schemas.microsoft.com/office/drawing/2014/main" id="{D7E2CDC1-3675-4B9F-9873-8900E5B4B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869" y="809800"/>
            <a:ext cx="3301200" cy="25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FFFFFF"/>
                </a:solidFill>
              </a:rPr>
              <a:t/>
            </a:r>
          </a:p>
        </p:txBody>
      </p:sp>
      <p:graphicFrame>
        <p:nvGraphicFramePr>
          <p:cNvPr id="2262" name="sanitized-table-14"/>
          <p:cNvGraphicFramePr/>
          <p:nvPr/>
        </p:nvGraphicFramePr>
        <p:xfrm>
          <a:off xmlns:a="http://schemas.openxmlformats.org/drawingml/2006/main" x="243406" y="3439200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{80D8D8A9-949E-4B8C-BB15-63F78EA36203}</a:tableStyleId>
              </a:tblPr>
              <a:tblGrid>
                <a:gridCol w="1136875"/>
                <a:gridCol w="1228450"/>
                <a:gridCol w="688500"/>
                <a:gridCol w="697300"/>
                <a:gridCol w="741925"/>
                <a:gridCol w="991625"/>
                <a:gridCol w="816750"/>
                <a:gridCol w="924900"/>
                <a:gridCol w="1096450"/>
                <a:gridCol w="1076775"/>
                <a:gridCol w="1255225"/>
              </a:tblGrid>
              <a:tr h="292925">
                <a:tc rowSpan="2" gridSpan="2"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91400" marR="91400" marT="91425" marB="91425" anchor="ctr">
                    <a:lnL w="12700" cmpd="sng">
                      <a:solidFill>
                        <a:schemeClr val="lt1"/>
                      </a:solidFill>
                      <a:prstDash val="solid"/>
                    </a:lnL>
                    <a:lnR w="12700" cmpd="sng">
                      <a:solidFill>
                        <a:schemeClr val="lt1"/>
                      </a:solidFill>
                      <a:prstDash val="solid"/>
                    </a:lnR>
                    <a:lnT w="12700" cmpd="sng">
                      <a:solidFill>
                        <a:schemeClr val="lt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dot"/>
                    </a:lnB>
                    <a:solidFill>
                      <a:schemeClr val="dk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gridSpan="3"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91400" marR="91400" marT="91425" marB="91425" anchor="ctr">
                    <a:lnL w="12700" cmpd="sng">
                      <a:solidFill>
                        <a:schemeClr val="lt1"/>
                      </a:solidFill>
                      <a:prstDash val="solid"/>
                    </a:lnL>
                    <a:lnR w="12700" cmpd="sng">
                      <a:solidFill>
                        <a:schemeClr val="lt1"/>
                      </a:solidFill>
                      <a:prstDash val="solid"/>
                    </a:lnR>
                    <a:lnT w="12700" cmpd="sng">
                      <a:solidFill>
                        <a:schemeClr val="lt1"/>
                      </a:solidFill>
                      <a:prstDash val="solid"/>
                    </a:lnT>
                    <a:lnB w="12700" cmpd="sng">
                      <a:solidFill>
                        <a:schemeClr val="lt1"/>
                      </a:solidFill>
                      <a:prstDash val="solid"/>
                    </a:lnB>
                    <a:solidFill>
                      <a:srgbClr val="123B93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gridSpan="3"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91400" marR="91400" marT="91425" marB="91425" anchor="ctr">
                    <a:lnL w="12700" cmpd="sng">
                      <a:solidFill>
                        <a:schemeClr val="lt1"/>
                      </a:solidFill>
                      <a:prstDash val="solid"/>
                    </a:lnL>
                    <a:lnR w="12700" cmpd="sng">
                      <a:solidFill>
                        <a:schemeClr val="lt1"/>
                      </a:solidFill>
                      <a:prstDash val="solid"/>
                    </a:lnR>
                    <a:lnT w="12700" cmpd="sng">
                      <a:solidFill>
                        <a:schemeClr val="lt1"/>
                      </a:solidFill>
                      <a:prstDash val="solid"/>
                    </a:lnT>
                    <a:lnB w="12700" cmpd="sng">
                      <a:solidFill>
                        <a:schemeClr val="lt1"/>
                      </a:solidFill>
                      <a:prstDash val="solid"/>
                    </a:lnB>
                    <a:solidFill>
                      <a:srgbClr val="123B93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gridSpan="3"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91400" marR="91400" marT="91425" marB="91425" anchor="ctr">
                    <a:lnL w="12700" cmpd="sng">
                      <a:solidFill>
                        <a:schemeClr val="lt1"/>
                      </a:solidFill>
                      <a:prstDash val="solid"/>
                    </a:lnL>
                    <a:lnR w="12700" cmpd="sng">
                      <a:solidFill>
                        <a:schemeClr val="lt1"/>
                      </a:solidFill>
                      <a:prstDash val="solid"/>
                    </a:lnR>
                    <a:lnT w="12700" cmpd="sng">
                      <a:solidFill>
                        <a:schemeClr val="lt1"/>
                      </a:solidFill>
                      <a:prstDash val="solid"/>
                    </a:lnT>
                    <a:lnB w="12700" cmpd="sng">
                      <a:solidFill>
                        <a:schemeClr val="lt1"/>
                      </a:solidFill>
                      <a:prstDash val="solid"/>
                    </a:lnB>
                    <a:solidFill>
                      <a:srgbClr val="D92D20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</a:tr>
              <a:tr h="292925">
                <a:tc gridSpan="2"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hMerge="1"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91400" marR="91400" marT="91425" marB="91425" anchor="ctr">
                    <a:lnL w="12700" cmpd="sng">
                      <a:solidFill>
                        <a:schemeClr val="lt1"/>
                      </a:solidFill>
                      <a:prstDash val="solid"/>
                    </a:lnL>
                    <a:lnR w="12700" cmpd="sng">
                      <a:solidFill>
                        <a:schemeClr val="lt1"/>
                      </a:solidFill>
                      <a:prstDash val="solid"/>
                    </a:lnR>
                    <a:lnT w="12700" cmpd="sng">
                      <a:solidFill>
                        <a:schemeClr val="lt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dot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91400" marR="91400" marT="91425" marB="91425" anchor="ctr">
                    <a:lnL w="12700" cmpd="sng">
                      <a:solidFill>
                        <a:schemeClr val="lt1"/>
                      </a:solidFill>
                      <a:prstDash val="solid"/>
                    </a:lnL>
                    <a:lnR w="12700" cmpd="sng">
                      <a:solidFill>
                        <a:schemeClr val="lt1"/>
                      </a:solidFill>
                      <a:prstDash val="solid"/>
                    </a:lnR>
                    <a:lnT w="12700" cmpd="sng">
                      <a:solidFill>
                        <a:schemeClr val="lt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dot"/>
                    </a:lnB>
                    <a:solidFill>
                      <a:srgbClr val="EE4D2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chemeClr val="lt1"/>
                          </a:solidFill>
                        </a:rPr>
                        <a:t/>
                      </a:r>
                    </a:p>
                  </a:txBody>
                  <a:tcPr marL="91400" marR="91400" marT="91425" marB="91425" anchor="ctr">
                    <a:lnL w="12700" cmpd="sng">
                      <a:solidFill>
                        <a:schemeClr val="lt1"/>
                      </a:solidFill>
                      <a:prstDash val="solid"/>
                    </a:lnL>
                    <a:lnR w="12700" cmpd="sng">
                      <a:solidFill>
                        <a:schemeClr val="lt1"/>
                      </a:solidFill>
                      <a:prstDash val="solid"/>
                    </a:lnR>
                    <a:lnT w="12700" cmpd="sng">
                      <a:solidFill>
                        <a:schemeClr val="lt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dot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91400" marR="91400" marT="91425" marB="91425" anchor="ctr">
                    <a:lnL w="12700" cmpd="sng">
                      <a:solidFill>
                        <a:schemeClr val="lt1"/>
                      </a:solidFill>
                      <a:prstDash val="solid"/>
                    </a:lnL>
                    <a:lnR w="12700" cmpd="sng">
                      <a:solidFill>
                        <a:schemeClr val="lt1"/>
                      </a:solidFill>
                      <a:prstDash val="solid"/>
                    </a:lnR>
                    <a:lnT w="12700" cmpd="sng">
                      <a:solidFill>
                        <a:schemeClr val="lt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dot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chemeClr val="lt1"/>
                          </a:solidFill>
                        </a:rPr>
                        <a:t/>
                      </a:r>
                    </a:p>
                  </a:txBody>
                  <a:tcPr marL="91400" marR="91400" marT="91425" marB="91425" anchor="ctr">
                    <a:lnL w="12700" cmpd="sng">
                      <a:solidFill>
                        <a:schemeClr val="lt1"/>
                      </a:solidFill>
                      <a:prstDash val="solid"/>
                    </a:lnL>
                    <a:lnR w="12700" cmpd="sng">
                      <a:solidFill>
                        <a:schemeClr val="lt1"/>
                      </a:solidFill>
                      <a:prstDash val="solid"/>
                    </a:lnR>
                    <a:lnT w="12700" cmpd="sng">
                      <a:solidFill>
                        <a:schemeClr val="lt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dot"/>
                    </a:lnB>
                    <a:solidFill>
                      <a:srgbClr val="EE4D2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chemeClr val="lt1"/>
                          </a:solidFill>
                        </a:rPr>
                        <a:t/>
                      </a:r>
                    </a:p>
                  </a:txBody>
                  <a:tcPr marL="91400" marR="91400" marT="91425" marB="91425" anchor="ctr">
                    <a:lnL w="12700" cmpd="sng">
                      <a:solidFill>
                        <a:schemeClr val="lt1"/>
                      </a:solidFill>
                      <a:prstDash val="solid"/>
                    </a:lnL>
                    <a:lnR w="12700" cmpd="sng">
                      <a:solidFill>
                        <a:schemeClr val="lt1"/>
                      </a:solidFill>
                      <a:prstDash val="solid"/>
                    </a:lnR>
                    <a:lnT w="12700" cmpd="sng">
                      <a:solidFill>
                        <a:schemeClr val="lt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dot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91400" marR="91400" marT="91425" marB="91425" anchor="ctr">
                    <a:lnL w="12700" cmpd="sng">
                      <a:solidFill>
                        <a:schemeClr val="lt1"/>
                      </a:solidFill>
                      <a:prstDash val="solid"/>
                    </a:lnL>
                    <a:lnR w="12700" cmpd="sng">
                      <a:solidFill>
                        <a:schemeClr val="lt1"/>
                      </a:solidFill>
                      <a:prstDash val="solid"/>
                    </a:lnR>
                    <a:lnT w="12700" cmpd="sng">
                      <a:solidFill>
                        <a:schemeClr val="lt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dot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91400" marR="91400" marT="91425" marB="91425" anchor="ctr">
                    <a:lnL w="12700" cmpd="sng">
                      <a:solidFill>
                        <a:schemeClr val="lt1"/>
                      </a:solidFill>
                      <a:prstDash val="solid"/>
                    </a:lnL>
                    <a:lnR w="12700" cmpd="sng">
                      <a:solidFill>
                        <a:schemeClr val="lt1"/>
                      </a:solidFill>
                      <a:prstDash val="solid"/>
                    </a:lnR>
                    <a:lnT w="12700" cmpd="sng">
                      <a:solidFill>
                        <a:schemeClr val="lt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dot"/>
                    </a:lnB>
                    <a:solidFill>
                      <a:srgbClr val="ED4D2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chemeClr val="lt1"/>
                          </a:solidFill>
                        </a:rPr>
                        <a:t/>
                      </a:r>
                    </a:p>
                  </a:txBody>
                  <a:tcPr marL="91400" marR="91400" marT="91425" marB="91425" anchor="ctr">
                    <a:lnL w="12700" cmpd="sng">
                      <a:solidFill>
                        <a:schemeClr val="lt1"/>
                      </a:solidFill>
                      <a:prstDash val="solid"/>
                    </a:lnL>
                    <a:lnR w="12700" cmpd="sng">
                      <a:solidFill>
                        <a:schemeClr val="lt1"/>
                      </a:solidFill>
                      <a:prstDash val="solid"/>
                    </a:lnR>
                    <a:lnT w="12700" cmpd="sng">
                      <a:solidFill>
                        <a:schemeClr val="lt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dot"/>
                    </a:lnB>
                    <a:solidFill>
                      <a:schemeClr val="dk1"/>
                    </a:solidFill>
                  </a:tcPr>
                </a:tc>
              </a:tr>
              <a:tr h="29292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91400" marR="91400" marT="91425" marB="91425" anchor="ctr">
                    <a:lnL w="12700" cmpd="sng">
                      <a:solidFill>
                        <a:schemeClr val="dk1"/>
                      </a:solidFill>
                      <a:prstDash val="dot"/>
                    </a:lnL>
                    <a:lnR w="12700" cmpd="sng">
                      <a:solidFill>
                        <a:schemeClr val="dk1"/>
                      </a:solidFill>
                      <a:prstDash val="dot"/>
                    </a:lnR>
                    <a:lnT w="12700" cmpd="sng">
                      <a:solidFill>
                        <a:schemeClr val="dk1"/>
                      </a:solidFill>
                      <a:prstDash val="dot"/>
                    </a:lnT>
                    <a:lnB w="12700" cmpd="sng">
                      <a:solidFill>
                        <a:schemeClr val="dk1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91400" marR="91400" marT="91425" marB="91425" anchor="ctr">
                    <a:lnL w="12700" cmpd="sng">
                      <a:solidFill>
                        <a:schemeClr val="dk1"/>
                      </a:solidFill>
                      <a:prstDash val="dot"/>
                    </a:lnL>
                    <a:lnR w="12700" cmpd="sng">
                      <a:solidFill>
                        <a:schemeClr val="dk1"/>
                      </a:solidFill>
                      <a:prstDash val="dot"/>
                    </a:lnR>
                    <a:lnT w="12700" cmpd="sng">
                      <a:solidFill>
                        <a:schemeClr val="dk1"/>
                      </a:solidFill>
                      <a:prstDash val="dot"/>
                    </a:lnT>
                    <a:lnB w="12700" cmpd="sng">
                      <a:solidFill>
                        <a:schemeClr val="dk1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91400" marR="91400" marT="91425" marB="91425" anchor="ctr">
                    <a:lnL w="12700" cmpd="sng">
                      <a:solidFill>
                        <a:schemeClr val="dk1"/>
                      </a:solidFill>
                      <a:prstDash val="dot"/>
                    </a:lnL>
                    <a:lnR w="12700" cmpd="sng">
                      <a:solidFill>
                        <a:schemeClr val="dk1"/>
                      </a:solidFill>
                      <a:prstDash val="dot"/>
                    </a:lnR>
                    <a:lnT w="12700" cmpd="sng">
                      <a:solidFill>
                        <a:schemeClr val="dk1"/>
                      </a:solidFill>
                      <a:prstDash val="dot"/>
                    </a:lnT>
                    <a:lnB w="12700" cmpd="sng">
                      <a:solidFill>
                        <a:schemeClr val="dk1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91400" marR="91400" marT="91425" marB="91425" anchor="ctr">
                    <a:lnL w="12700" cmpd="sng">
                      <a:solidFill>
                        <a:schemeClr val="dk1"/>
                      </a:solidFill>
                      <a:prstDash val="dot"/>
                    </a:lnL>
                    <a:lnR w="12700" cmpd="sng">
                      <a:solidFill>
                        <a:schemeClr val="dk1"/>
                      </a:solidFill>
                      <a:prstDash val="dot"/>
                    </a:lnR>
                    <a:lnT w="12700" cmpd="sng">
                      <a:solidFill>
                        <a:schemeClr val="dk1"/>
                      </a:solidFill>
                      <a:prstDash val="dot"/>
                    </a:lnT>
                    <a:lnB w="12700" cmpd="sng">
                      <a:solidFill>
                        <a:schemeClr val="dk1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0F7A3A"/>
                          </a:solidFill>
                        </a:rPr>
                        <a:t/>
                      </a:r>
                    </a:p>
                  </a:txBody>
                  <a:tcPr marL="91400" marR="91400" marT="91425" marB="91425" anchor="ctr">
                    <a:lnL w="12700" cmpd="sng">
                      <a:solidFill>
                        <a:schemeClr val="dk1"/>
                      </a:solidFill>
                      <a:prstDash val="dot"/>
                    </a:lnL>
                    <a:lnR w="12700" cmpd="sng">
                      <a:solidFill>
                        <a:schemeClr val="dk1"/>
                      </a:solidFill>
                      <a:prstDash val="dot"/>
                    </a:lnR>
                    <a:lnT w="12700" cmpd="sng">
                      <a:solidFill>
                        <a:schemeClr val="dk1"/>
                      </a:solidFill>
                      <a:prstDash val="dot"/>
                    </a:lnT>
                    <a:lnB w="12700" cmpd="sng">
                      <a:solidFill>
                        <a:schemeClr val="dk1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>
                          <a:solidFill>
                            <a:srgbClr val="162330"/>
                          </a:solidFill>
                        </a:rPr>
                        <a:t/>
                      </a:r>
                    </a:p>
                  </a:txBody>
                  <a:tcPr marL="91400" marR="91400" marT="91425" marB="91425" anchor="ctr">
                    <a:lnL w="12700" cmpd="sng">
                      <a:solidFill>
                        <a:schemeClr val="dk1"/>
                      </a:solidFill>
                      <a:prstDash val="dot"/>
                    </a:lnL>
                    <a:lnR w="12700" cmpd="sng">
                      <a:solidFill>
                        <a:schemeClr val="dk1"/>
                      </a:solidFill>
                      <a:prstDash val="dot"/>
                    </a:lnR>
                    <a:lnT w="12700" cmpd="sng">
                      <a:solidFill>
                        <a:schemeClr val="dk1"/>
                      </a:solidFill>
                      <a:prstDash val="dot"/>
                    </a:lnT>
                    <a:lnB w="12700" cmpd="sng">
                      <a:solidFill>
                        <a:schemeClr val="dk1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>
                          <a:solidFill>
                            <a:srgbClr val="162330"/>
                          </a:solidFill>
                        </a:rPr>
                        <a:t/>
                      </a:r>
                    </a:p>
                  </a:txBody>
                  <a:tcPr marL="91400" marR="91400" marT="91425" marB="91425" anchor="ctr">
                    <a:lnL w="12700" cmpd="sng">
                      <a:solidFill>
                        <a:schemeClr val="dk1"/>
                      </a:solidFill>
                      <a:prstDash val="dot"/>
                    </a:lnL>
                    <a:lnR w="12700" cmpd="sng">
                      <a:solidFill>
                        <a:schemeClr val="dk1"/>
                      </a:solidFill>
                      <a:prstDash val="dot"/>
                    </a:lnR>
                    <a:lnT w="12700" cmpd="sng">
                      <a:solidFill>
                        <a:schemeClr val="dk1"/>
                      </a:solidFill>
                      <a:prstDash val="dot"/>
                    </a:lnT>
                    <a:lnB w="12700" cmpd="sng">
                      <a:solidFill>
                        <a:schemeClr val="dk1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0F7A3A"/>
                          </a:solidFill>
                        </a:rPr>
                        <a:t/>
                      </a:r>
                    </a:p>
                  </a:txBody>
                  <a:tcPr marL="91400" marR="91400" marT="91425" marB="91425" anchor="ctr">
                    <a:lnL w="12700" cmpd="sng">
                      <a:solidFill>
                        <a:schemeClr val="dk1"/>
                      </a:solidFill>
                      <a:prstDash val="dot"/>
                    </a:lnL>
                    <a:lnR w="12700" cmpd="sng">
                      <a:solidFill>
                        <a:schemeClr val="dk1"/>
                      </a:solidFill>
                      <a:prstDash val="dot"/>
                    </a:lnR>
                    <a:lnT w="12700" cmpd="sng">
                      <a:solidFill>
                        <a:schemeClr val="dk1"/>
                      </a:solidFill>
                      <a:prstDash val="dot"/>
                    </a:lnT>
                    <a:lnB w="12700" cmpd="sng">
                      <a:solidFill>
                        <a:schemeClr val="dk1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>
                          <a:solidFill>
                            <a:srgbClr val="162330"/>
                          </a:solidFill>
                        </a:rPr>
                        <a:t/>
                      </a:r>
                    </a:p>
                  </a:txBody>
                  <a:tcPr marL="91400" marR="91400" marT="91425" marB="91425" anchor="ctr">
                    <a:lnL w="12700" cmpd="sng">
                      <a:solidFill>
                        <a:schemeClr val="dk1"/>
                      </a:solidFill>
                      <a:prstDash val="dot"/>
                    </a:lnL>
                    <a:lnR w="12700" cmpd="sng">
                      <a:solidFill>
                        <a:schemeClr val="dk1"/>
                      </a:solidFill>
                      <a:prstDash val="dot"/>
                    </a:lnR>
                    <a:lnT w="12700" cmpd="sng">
                      <a:solidFill>
                        <a:schemeClr val="dk1"/>
                      </a:solidFill>
                      <a:prstDash val="dot"/>
                    </a:lnT>
                    <a:lnB w="12700" cmpd="sng">
                      <a:solidFill>
                        <a:schemeClr val="dk1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>
                          <a:solidFill>
                            <a:srgbClr val="162330"/>
                          </a:solidFill>
                        </a:rPr>
                        <a:t/>
                      </a:r>
                    </a:p>
                  </a:txBody>
                  <a:tcPr marL="91400" marR="91400" marT="91425" marB="91425" anchor="ctr">
                    <a:lnL w="12700" cmpd="sng">
                      <a:solidFill>
                        <a:schemeClr val="dk1"/>
                      </a:solidFill>
                      <a:prstDash val="dot"/>
                    </a:lnL>
                    <a:lnR w="12700" cmpd="sng">
                      <a:solidFill>
                        <a:schemeClr val="dk1"/>
                      </a:solidFill>
                      <a:prstDash val="dot"/>
                    </a:lnR>
                    <a:lnT w="12700" cmpd="sng">
                      <a:solidFill>
                        <a:schemeClr val="dk1"/>
                      </a:solidFill>
                      <a:prstDash val="dot"/>
                    </a:lnT>
                    <a:lnB w="12700" cmpd="sng">
                      <a:solidFill>
                        <a:schemeClr val="dk1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0F7A3A"/>
                          </a:solidFill>
                        </a:rPr>
                        <a:t/>
                      </a:r>
                    </a:p>
                  </a:txBody>
                  <a:tcPr marL="91400" marR="91400" marT="91425" marB="91425" anchor="ctr">
                    <a:lnL w="12700" cmpd="sng">
                      <a:solidFill>
                        <a:schemeClr val="dk1"/>
                      </a:solidFill>
                      <a:prstDash val="dot"/>
                    </a:lnL>
                    <a:lnR w="12700" cmpd="sng">
                      <a:solidFill>
                        <a:schemeClr val="dk1"/>
                      </a:solidFill>
                      <a:prstDash val="dot"/>
                    </a:lnR>
                    <a:lnT w="12700" cmpd="sng">
                      <a:solidFill>
                        <a:schemeClr val="dk1"/>
                      </a:solidFill>
                      <a:prstDash val="dot"/>
                    </a:lnT>
                    <a:lnB w="12700" cmpd="sng">
                      <a:solidFill>
                        <a:schemeClr val="dk1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</a:tr>
              <a:tr h="29292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91400" marR="91400" marT="91425" marB="91425" anchor="ctr">
                    <a:lnL w="12700" cmpd="sng">
                      <a:solidFill>
                        <a:schemeClr val="dk1"/>
                      </a:solidFill>
                      <a:prstDash val="dot"/>
                    </a:lnL>
                    <a:lnR w="12700" cmpd="sng">
                      <a:solidFill>
                        <a:schemeClr val="dk1"/>
                      </a:solidFill>
                      <a:prstDash val="dot"/>
                    </a:lnR>
                    <a:lnT w="12700" cmpd="sng">
                      <a:solidFill>
                        <a:schemeClr val="dk1"/>
                      </a:solidFill>
                      <a:prstDash val="dot"/>
                    </a:lnT>
                    <a:lnB w="12700" cmpd="sng">
                      <a:solidFill>
                        <a:schemeClr val="dk1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91400" marR="91400" marT="91425" marB="91425" anchor="ctr">
                    <a:lnL w="12700" cmpd="sng">
                      <a:solidFill>
                        <a:schemeClr val="dk1"/>
                      </a:solidFill>
                      <a:prstDash val="dot"/>
                    </a:lnL>
                    <a:lnR w="12700" cmpd="sng">
                      <a:solidFill>
                        <a:schemeClr val="dk1"/>
                      </a:solidFill>
                      <a:prstDash val="dot"/>
                    </a:lnR>
                    <a:lnT w="12700" cmpd="sng">
                      <a:solidFill>
                        <a:schemeClr val="dk1"/>
                      </a:solidFill>
                      <a:prstDash val="dot"/>
                    </a:lnT>
                    <a:lnB w="12700" cmpd="sng">
                      <a:solidFill>
                        <a:schemeClr val="dk1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91400" marR="91400" marT="91425" marB="91425" anchor="ctr">
                    <a:lnL w="12700" cmpd="sng">
                      <a:solidFill>
                        <a:schemeClr val="dk1"/>
                      </a:solidFill>
                      <a:prstDash val="dot"/>
                    </a:lnL>
                    <a:lnR w="12700" cmpd="sng">
                      <a:solidFill>
                        <a:schemeClr val="dk1"/>
                      </a:solidFill>
                      <a:prstDash val="dot"/>
                    </a:lnR>
                    <a:lnT w="12700" cmpd="sng">
                      <a:solidFill>
                        <a:schemeClr val="dk1"/>
                      </a:solidFill>
                      <a:prstDash val="dot"/>
                    </a:lnT>
                    <a:lnB w="12700" cmpd="sng">
                      <a:solidFill>
                        <a:schemeClr val="dk1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91400" marR="91400" marT="91425" marB="91425" anchor="ctr">
                    <a:lnL w="12700" cmpd="sng">
                      <a:solidFill>
                        <a:schemeClr val="dk1"/>
                      </a:solidFill>
                      <a:prstDash val="dot"/>
                    </a:lnL>
                    <a:lnR w="12700" cmpd="sng">
                      <a:solidFill>
                        <a:schemeClr val="dk1"/>
                      </a:solidFill>
                      <a:prstDash val="dot"/>
                    </a:lnR>
                    <a:lnT w="12700" cmpd="sng">
                      <a:solidFill>
                        <a:schemeClr val="dk1"/>
                      </a:solidFill>
                      <a:prstDash val="dot"/>
                    </a:lnT>
                    <a:lnB w="12700" cmpd="sng">
                      <a:solidFill>
                        <a:schemeClr val="dk1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0F7A3A"/>
                          </a:solidFill>
                        </a:rPr>
                        <a:t/>
                      </a:r>
                    </a:p>
                  </a:txBody>
                  <a:tcPr marL="91400" marR="91400" marT="91425" marB="91425" anchor="ctr">
                    <a:lnL w="12700" cmpd="sng">
                      <a:solidFill>
                        <a:schemeClr val="dk1"/>
                      </a:solidFill>
                      <a:prstDash val="dot"/>
                    </a:lnL>
                    <a:lnR w="12700" cmpd="sng">
                      <a:solidFill>
                        <a:schemeClr val="dk1"/>
                      </a:solidFill>
                      <a:prstDash val="dot"/>
                    </a:lnR>
                    <a:lnT w="12700" cmpd="sng">
                      <a:solidFill>
                        <a:schemeClr val="dk1"/>
                      </a:solidFill>
                      <a:prstDash val="dot"/>
                    </a:lnT>
                    <a:lnB w="12700" cmpd="sng">
                      <a:solidFill>
                        <a:schemeClr val="dk1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91400" marR="91400" marT="91425" marB="91425" anchor="ctr">
                    <a:lnL w="12700" cmpd="sng">
                      <a:solidFill>
                        <a:schemeClr val="dk1"/>
                      </a:solidFill>
                      <a:prstDash val="dot"/>
                    </a:lnL>
                    <a:lnR w="12700" cmpd="sng">
                      <a:solidFill>
                        <a:schemeClr val="dk1"/>
                      </a:solidFill>
                      <a:prstDash val="dot"/>
                    </a:lnR>
                    <a:lnT w="12700" cmpd="sng">
                      <a:solidFill>
                        <a:schemeClr val="dk1"/>
                      </a:solidFill>
                      <a:prstDash val="dot"/>
                    </a:lnT>
                    <a:lnB w="12700" cmpd="sng">
                      <a:solidFill>
                        <a:schemeClr val="dk1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91400" marR="91400" marT="91425" marB="91425" anchor="ctr">
                    <a:lnL w="12700" cmpd="sng">
                      <a:solidFill>
                        <a:schemeClr val="dk1"/>
                      </a:solidFill>
                      <a:prstDash val="dot"/>
                    </a:lnL>
                    <a:lnR w="12700" cmpd="sng">
                      <a:solidFill>
                        <a:schemeClr val="dk1"/>
                      </a:solidFill>
                      <a:prstDash val="dot"/>
                    </a:lnR>
                    <a:lnT w="12700" cmpd="sng">
                      <a:solidFill>
                        <a:schemeClr val="dk1"/>
                      </a:solidFill>
                      <a:prstDash val="dot"/>
                    </a:lnT>
                    <a:lnB w="12700" cmpd="sng">
                      <a:solidFill>
                        <a:schemeClr val="dk1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0F7A3A"/>
                          </a:solidFill>
                        </a:rPr>
                        <a:t/>
                      </a:r>
                    </a:p>
                  </a:txBody>
                  <a:tcPr marL="91400" marR="91400" marT="91425" marB="91425" anchor="ctr">
                    <a:lnL w="12700" cmpd="sng">
                      <a:solidFill>
                        <a:schemeClr val="dk1"/>
                      </a:solidFill>
                      <a:prstDash val="dot"/>
                    </a:lnL>
                    <a:lnR w="12700" cmpd="sng">
                      <a:solidFill>
                        <a:schemeClr val="dk1"/>
                      </a:solidFill>
                      <a:prstDash val="dot"/>
                    </a:lnR>
                    <a:lnT w="12700" cmpd="sng">
                      <a:solidFill>
                        <a:schemeClr val="dk1"/>
                      </a:solidFill>
                      <a:prstDash val="dot"/>
                    </a:lnT>
                    <a:lnB w="12700" cmpd="sng">
                      <a:solidFill>
                        <a:schemeClr val="dk1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>
                          <a:solidFill>
                            <a:srgbClr val="162330"/>
                          </a:solidFill>
                        </a:rPr>
                        <a:t/>
                      </a:r>
                    </a:p>
                  </a:txBody>
                  <a:tcPr marL="91400" marR="91400" marT="91425" marB="91425" anchor="ctr">
                    <a:lnL w="12700" cmpd="sng">
                      <a:solidFill>
                        <a:schemeClr val="dk1"/>
                      </a:solidFill>
                      <a:prstDash val="dot"/>
                    </a:lnL>
                    <a:lnR w="12700" cmpd="sng">
                      <a:solidFill>
                        <a:schemeClr val="dk1"/>
                      </a:solidFill>
                      <a:prstDash val="dot"/>
                    </a:lnR>
                    <a:lnT w="12700" cmpd="sng">
                      <a:solidFill>
                        <a:schemeClr val="dk1"/>
                      </a:solidFill>
                      <a:prstDash val="dot"/>
                    </a:lnT>
                    <a:lnB w="12700" cmpd="sng">
                      <a:solidFill>
                        <a:schemeClr val="dk1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>
                          <a:solidFill>
                            <a:srgbClr val="162330"/>
                          </a:solidFill>
                        </a:rPr>
                        <a:t/>
                      </a:r>
                    </a:p>
                  </a:txBody>
                  <a:tcPr marL="91400" marR="91400" marT="91425" marB="91425" anchor="ctr">
                    <a:lnL w="12700" cmpd="sng">
                      <a:solidFill>
                        <a:schemeClr val="dk1"/>
                      </a:solidFill>
                      <a:prstDash val="dot"/>
                    </a:lnL>
                    <a:lnR w="12700" cmpd="sng">
                      <a:solidFill>
                        <a:schemeClr val="dk1"/>
                      </a:solidFill>
                      <a:prstDash val="dot"/>
                    </a:lnR>
                    <a:lnT w="12700" cmpd="sng">
                      <a:solidFill>
                        <a:schemeClr val="dk1"/>
                      </a:solidFill>
                      <a:prstDash val="dot"/>
                    </a:lnT>
                    <a:lnB w="12700" cmpd="sng">
                      <a:solidFill>
                        <a:schemeClr val="dk1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0F7A3A"/>
                          </a:solidFill>
                        </a:rPr>
                        <a:t/>
                      </a:r>
                    </a:p>
                  </a:txBody>
                  <a:tcPr marL="91400" marR="91400" marT="91425" marB="91425" anchor="ctr">
                    <a:lnL w="12700" cmpd="sng">
                      <a:solidFill>
                        <a:schemeClr val="dk1"/>
                      </a:solidFill>
                      <a:prstDash val="dot"/>
                    </a:lnL>
                    <a:lnR w="12700" cmpd="sng">
                      <a:solidFill>
                        <a:schemeClr val="dk1"/>
                      </a:solidFill>
                      <a:prstDash val="dot"/>
                    </a:lnR>
                    <a:lnT w="12700" cmpd="sng">
                      <a:solidFill>
                        <a:schemeClr val="dk1"/>
                      </a:solidFill>
                      <a:prstDash val="dot"/>
                    </a:lnT>
                    <a:lnB w="12700" cmpd="sng">
                      <a:solidFill>
                        <a:schemeClr val="dk1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</a:tr>
              <a:tr h="292925">
                <a:tc rowSpan="4"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91400" marR="91400" marT="91425" marB="91425" anchor="ctr">
                    <a:lnL w="12700" cmpd="sng">
                      <a:solidFill>
                        <a:schemeClr val="dk1"/>
                      </a:solidFill>
                      <a:prstDash val="dot"/>
                    </a:lnL>
                    <a:lnR w="12700" cmpd="sng">
                      <a:solidFill>
                        <a:schemeClr val="dk1"/>
                      </a:solidFill>
                      <a:prstDash val="dot"/>
                    </a:lnR>
                    <a:lnT w="12700" cmpd="sng">
                      <a:solidFill>
                        <a:schemeClr val="dk1"/>
                      </a:solidFill>
                      <a:prstDash val="dot"/>
                    </a:lnT>
                    <a:lnB w="12700" cmpd="sng">
                      <a:solidFill>
                        <a:schemeClr val="dk1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91400" marR="91400" marT="91425" marB="91425" anchor="ctr">
                    <a:lnL w="12700" cmpd="sng">
                      <a:solidFill>
                        <a:schemeClr val="dk1"/>
                      </a:solidFill>
                      <a:prstDash val="dot"/>
                    </a:lnL>
                    <a:lnR w="12700" cmpd="sng">
                      <a:solidFill>
                        <a:schemeClr val="dk1"/>
                      </a:solidFill>
                      <a:prstDash val="dot"/>
                    </a:lnR>
                    <a:lnT w="12700" cmpd="sng">
                      <a:solidFill>
                        <a:schemeClr val="dk1"/>
                      </a:solidFill>
                      <a:prstDash val="dot"/>
                    </a:lnT>
                    <a:lnB w="12700" cmpd="sng">
                      <a:solidFill>
                        <a:schemeClr val="dk1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91400" marR="91400" marT="91425" marB="91425" anchor="ctr">
                    <a:lnL w="12700" cmpd="sng">
                      <a:solidFill>
                        <a:schemeClr val="dk1"/>
                      </a:solidFill>
                      <a:prstDash val="dot"/>
                    </a:lnL>
                    <a:lnR w="12700" cmpd="sng">
                      <a:solidFill>
                        <a:schemeClr val="dk1"/>
                      </a:solidFill>
                      <a:prstDash val="dot"/>
                    </a:lnR>
                    <a:lnT w="12700" cmpd="sng">
                      <a:solidFill>
                        <a:schemeClr val="dk1"/>
                      </a:solidFill>
                      <a:prstDash val="dot"/>
                    </a:lnT>
                    <a:lnB w="12700" cmpd="sng">
                      <a:solidFill>
                        <a:schemeClr val="dk1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91400" marR="91400" marT="91425" marB="91425" anchor="ctr">
                    <a:lnL w="12700" cmpd="sng">
                      <a:solidFill>
                        <a:schemeClr val="dk1"/>
                      </a:solidFill>
                      <a:prstDash val="dot"/>
                    </a:lnL>
                    <a:lnR w="12700" cmpd="sng">
                      <a:solidFill>
                        <a:schemeClr val="dk1"/>
                      </a:solidFill>
                      <a:prstDash val="dot"/>
                    </a:lnR>
                    <a:lnT w="12700" cmpd="sng">
                      <a:solidFill>
                        <a:schemeClr val="dk1"/>
                      </a:solidFill>
                      <a:prstDash val="dot"/>
                    </a:lnT>
                    <a:lnB w="12700" cmpd="sng">
                      <a:solidFill>
                        <a:schemeClr val="dk1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chemeClr val="accent3"/>
                          </a:solidFill>
                        </a:rPr>
                        <a:t/>
                      </a:r>
                    </a:p>
                  </a:txBody>
                  <a:tcPr marL="91400" marR="91400" marT="91425" marB="91425" anchor="ctr">
                    <a:lnL w="12700" cmpd="sng">
                      <a:solidFill>
                        <a:schemeClr val="dk1"/>
                      </a:solidFill>
                      <a:prstDash val="dot"/>
                    </a:lnL>
                    <a:lnR w="12700" cmpd="sng">
                      <a:solidFill>
                        <a:schemeClr val="dk1"/>
                      </a:solidFill>
                      <a:prstDash val="dot"/>
                    </a:lnR>
                    <a:lnT w="12700" cmpd="sng">
                      <a:solidFill>
                        <a:schemeClr val="dk1"/>
                      </a:solidFill>
                      <a:prstDash val="dot"/>
                    </a:lnT>
                    <a:lnB w="12700" cmpd="sng">
                      <a:solidFill>
                        <a:schemeClr val="dk1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>
                          <a:solidFill>
                            <a:srgbClr val="162330"/>
                          </a:solidFill>
                        </a:rPr>
                        <a:t/>
                      </a:r>
                    </a:p>
                  </a:txBody>
                  <a:tcPr marL="91400" marR="91400" marT="91425" marB="91425" anchor="ctr">
                    <a:lnL w="12700" cmpd="sng">
                      <a:solidFill>
                        <a:schemeClr val="dk1"/>
                      </a:solidFill>
                      <a:prstDash val="dot"/>
                    </a:lnL>
                    <a:lnR w="12700" cmpd="sng">
                      <a:solidFill>
                        <a:schemeClr val="dk1"/>
                      </a:solidFill>
                      <a:prstDash val="dot"/>
                    </a:lnR>
                    <a:lnT w="12700" cmpd="sng">
                      <a:solidFill>
                        <a:schemeClr val="dk1"/>
                      </a:solidFill>
                      <a:prstDash val="dot"/>
                    </a:lnT>
                    <a:lnB w="12700" cmpd="sng">
                      <a:solidFill>
                        <a:schemeClr val="dk1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>
                          <a:solidFill>
                            <a:srgbClr val="162330"/>
                          </a:solidFill>
                        </a:rPr>
                        <a:t/>
                      </a:r>
                    </a:p>
                  </a:txBody>
                  <a:tcPr marL="91400" marR="91400" marT="91425" marB="91425" anchor="ctr">
                    <a:lnL w="12700" cmpd="sng">
                      <a:solidFill>
                        <a:schemeClr val="dk1"/>
                      </a:solidFill>
                      <a:prstDash val="dot"/>
                    </a:lnL>
                    <a:lnR w="12700" cmpd="sng">
                      <a:solidFill>
                        <a:schemeClr val="dk1"/>
                      </a:solidFill>
                      <a:prstDash val="dot"/>
                    </a:lnR>
                    <a:lnT w="12700" cmpd="sng">
                      <a:solidFill>
                        <a:schemeClr val="dk1"/>
                      </a:solidFill>
                      <a:prstDash val="dot"/>
                    </a:lnT>
                    <a:lnB w="12700" cmpd="sng">
                      <a:solidFill>
                        <a:schemeClr val="dk1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0F7A3A"/>
                          </a:solidFill>
                        </a:rPr>
                        <a:t/>
                      </a:r>
                    </a:p>
                  </a:txBody>
                  <a:tcPr marL="91400" marR="91400" marT="91425" marB="91425" anchor="ctr">
                    <a:lnL w="12700" cmpd="sng">
                      <a:solidFill>
                        <a:schemeClr val="dk1"/>
                      </a:solidFill>
                      <a:prstDash val="dot"/>
                    </a:lnL>
                    <a:lnR w="12700" cmpd="sng">
                      <a:solidFill>
                        <a:schemeClr val="dk1"/>
                      </a:solidFill>
                      <a:prstDash val="dot"/>
                    </a:lnR>
                    <a:lnT w="12700" cmpd="sng">
                      <a:solidFill>
                        <a:schemeClr val="dk1"/>
                      </a:solidFill>
                      <a:prstDash val="dot"/>
                    </a:lnT>
                    <a:lnB w="12700" cmpd="sng">
                      <a:solidFill>
                        <a:schemeClr val="dk1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>
                          <a:solidFill>
                            <a:srgbClr val="162330"/>
                          </a:solidFill>
                        </a:rPr>
                        <a:t/>
                      </a:r>
                    </a:p>
                  </a:txBody>
                  <a:tcPr marL="91400" marR="91400" marT="91425" marB="91425" anchor="ctr">
                    <a:lnL w="12700" cmpd="sng">
                      <a:solidFill>
                        <a:schemeClr val="dk1"/>
                      </a:solidFill>
                      <a:prstDash val="dot"/>
                    </a:lnL>
                    <a:lnR w="12700" cmpd="sng">
                      <a:solidFill>
                        <a:schemeClr val="dk1"/>
                      </a:solidFill>
                      <a:prstDash val="dot"/>
                    </a:lnR>
                    <a:lnT w="12700" cmpd="sng">
                      <a:solidFill>
                        <a:schemeClr val="dk1"/>
                      </a:solidFill>
                      <a:prstDash val="dot"/>
                    </a:lnT>
                    <a:lnB w="12700" cmpd="sng">
                      <a:solidFill>
                        <a:schemeClr val="dk1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>
                          <a:solidFill>
                            <a:srgbClr val="162330"/>
                          </a:solidFill>
                        </a:rPr>
                        <a:t/>
                      </a:r>
                    </a:p>
                  </a:txBody>
                  <a:tcPr marL="91400" marR="91400" marT="91425" marB="91425" anchor="ctr">
                    <a:lnL w="12700" cmpd="sng">
                      <a:solidFill>
                        <a:schemeClr val="dk1"/>
                      </a:solidFill>
                      <a:prstDash val="dot"/>
                    </a:lnL>
                    <a:lnR w="12700" cmpd="sng">
                      <a:solidFill>
                        <a:schemeClr val="dk1"/>
                      </a:solidFill>
                      <a:prstDash val="dot"/>
                    </a:lnR>
                    <a:lnT w="12700" cmpd="sng">
                      <a:solidFill>
                        <a:schemeClr val="dk1"/>
                      </a:solidFill>
                      <a:prstDash val="dot"/>
                    </a:lnT>
                    <a:lnB w="12700" cmpd="sng">
                      <a:solidFill>
                        <a:schemeClr val="dk1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chemeClr val="accent3"/>
                          </a:solidFill>
                        </a:rPr>
                        <a:t/>
                      </a:r>
                    </a:p>
                  </a:txBody>
                  <a:tcPr marL="91400" marR="91400" marT="91425" marB="91425" anchor="ctr">
                    <a:lnL w="12700" cmpd="sng">
                      <a:solidFill>
                        <a:schemeClr val="dk1"/>
                      </a:solidFill>
                      <a:prstDash val="dot"/>
                    </a:lnL>
                    <a:lnR w="12700" cmpd="sng">
                      <a:solidFill>
                        <a:schemeClr val="dk1"/>
                      </a:solidFill>
                      <a:prstDash val="dot"/>
                    </a:lnR>
                    <a:lnT w="12700" cmpd="sng">
                      <a:solidFill>
                        <a:schemeClr val="dk1"/>
                      </a:solidFill>
                      <a:prstDash val="dot"/>
                    </a:lnT>
                    <a:lnB w="12700" cmpd="sng">
                      <a:solidFill>
                        <a:schemeClr val="dk1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</a:tr>
              <a:tr h="292925"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91400" marR="91400" marT="91425" marB="91425" anchor="ctr">
                    <a:lnL w="12700" cmpd="sng">
                      <a:solidFill>
                        <a:schemeClr val="dk1"/>
                      </a:solidFill>
                      <a:prstDash val="dot"/>
                    </a:lnL>
                    <a:lnR w="12700" cmpd="sng">
                      <a:solidFill>
                        <a:schemeClr val="dk1"/>
                      </a:solidFill>
                      <a:prstDash val="dot"/>
                    </a:lnR>
                    <a:lnT w="12700" cmpd="sng">
                      <a:solidFill>
                        <a:schemeClr val="dk1"/>
                      </a:solidFill>
                      <a:prstDash val="dot"/>
                    </a:lnT>
                    <a:lnB w="12700" cmpd="sng">
                      <a:solidFill>
                        <a:schemeClr val="dk1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91400" marR="91400" marT="91425" marB="91425" anchor="ctr">
                    <a:lnL w="12700" cmpd="sng">
                      <a:solidFill>
                        <a:schemeClr val="dk1"/>
                      </a:solidFill>
                      <a:prstDash val="dot"/>
                    </a:lnL>
                    <a:lnR w="12700" cmpd="sng">
                      <a:solidFill>
                        <a:schemeClr val="dk1"/>
                      </a:solidFill>
                      <a:prstDash val="dot"/>
                    </a:lnR>
                    <a:lnT w="12700" cmpd="sng">
                      <a:solidFill>
                        <a:schemeClr val="dk1"/>
                      </a:solidFill>
                      <a:prstDash val="dot"/>
                    </a:lnT>
                    <a:lnB w="12700" cmpd="sng">
                      <a:solidFill>
                        <a:schemeClr val="dk1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91400" marR="91400" marT="91425" marB="91425" anchor="ctr">
                    <a:lnL w="12700" cmpd="sng">
                      <a:solidFill>
                        <a:schemeClr val="dk1"/>
                      </a:solidFill>
                      <a:prstDash val="dot"/>
                    </a:lnL>
                    <a:lnR w="12700" cmpd="sng">
                      <a:solidFill>
                        <a:schemeClr val="dk1"/>
                      </a:solidFill>
                      <a:prstDash val="dot"/>
                    </a:lnR>
                    <a:lnT w="12700" cmpd="sng">
                      <a:solidFill>
                        <a:schemeClr val="dk1"/>
                      </a:solidFill>
                      <a:prstDash val="dot"/>
                    </a:lnT>
                    <a:lnB w="12700" cmpd="sng">
                      <a:solidFill>
                        <a:schemeClr val="dk1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EA4335"/>
                          </a:solidFill>
                        </a:rPr>
                        <a:t/>
                      </a:r>
                    </a:p>
                  </a:txBody>
                  <a:tcPr marL="91400" marR="91400" marT="91425" marB="91425" anchor="ctr">
                    <a:lnL w="12700" cmpd="sng">
                      <a:solidFill>
                        <a:schemeClr val="dk1"/>
                      </a:solidFill>
                      <a:prstDash val="dot"/>
                    </a:lnL>
                    <a:lnR w="12700" cmpd="sng">
                      <a:solidFill>
                        <a:schemeClr val="dk1"/>
                      </a:solidFill>
                      <a:prstDash val="dot"/>
                    </a:lnR>
                    <a:lnT w="12700" cmpd="sng">
                      <a:solidFill>
                        <a:schemeClr val="dk1"/>
                      </a:solidFill>
                      <a:prstDash val="dot"/>
                    </a:lnT>
                    <a:lnB w="12700" cmpd="sng">
                      <a:solidFill>
                        <a:schemeClr val="dk1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>
                          <a:solidFill>
                            <a:srgbClr val="162330"/>
                          </a:solidFill>
                        </a:rPr>
                        <a:t/>
                      </a:r>
                    </a:p>
                  </a:txBody>
                  <a:tcPr marL="91400" marR="91400" marT="91425" marB="91425" anchor="ctr">
                    <a:lnL w="12700" cmpd="sng">
                      <a:solidFill>
                        <a:schemeClr val="dk1"/>
                      </a:solidFill>
                      <a:prstDash val="dot"/>
                    </a:lnL>
                    <a:lnR w="12700" cmpd="sng">
                      <a:solidFill>
                        <a:schemeClr val="dk1"/>
                      </a:solidFill>
                      <a:prstDash val="dot"/>
                    </a:lnR>
                    <a:lnT w="12700" cmpd="sng">
                      <a:solidFill>
                        <a:schemeClr val="dk1"/>
                      </a:solidFill>
                      <a:prstDash val="dot"/>
                    </a:lnT>
                    <a:lnB w="12700" cmpd="sng">
                      <a:solidFill>
                        <a:schemeClr val="dk1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>
                          <a:solidFill>
                            <a:srgbClr val="162330"/>
                          </a:solidFill>
                        </a:rPr>
                        <a:t/>
                      </a:r>
                    </a:p>
                  </a:txBody>
                  <a:tcPr marL="91400" marR="91400" marT="91425" marB="91425" anchor="ctr">
                    <a:lnL w="12700" cmpd="sng">
                      <a:solidFill>
                        <a:schemeClr val="dk1"/>
                      </a:solidFill>
                      <a:prstDash val="dot"/>
                    </a:lnL>
                    <a:lnR w="12700" cmpd="sng">
                      <a:solidFill>
                        <a:schemeClr val="dk1"/>
                      </a:solidFill>
                      <a:prstDash val="dot"/>
                    </a:lnR>
                    <a:lnT w="12700" cmpd="sng">
                      <a:solidFill>
                        <a:schemeClr val="dk1"/>
                      </a:solidFill>
                      <a:prstDash val="dot"/>
                    </a:lnT>
                    <a:lnB w="12700" cmpd="sng">
                      <a:solidFill>
                        <a:schemeClr val="dk1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EA4335"/>
                          </a:solidFill>
                        </a:rPr>
                        <a:t/>
                      </a:r>
                    </a:p>
                  </a:txBody>
                  <a:tcPr marL="91400" marR="91400" marT="91425" marB="91425" anchor="ctr">
                    <a:lnL w="12700" cmpd="sng">
                      <a:solidFill>
                        <a:schemeClr val="dk1"/>
                      </a:solidFill>
                      <a:prstDash val="dot"/>
                    </a:lnL>
                    <a:lnR w="12700" cmpd="sng">
                      <a:solidFill>
                        <a:schemeClr val="dk1"/>
                      </a:solidFill>
                      <a:prstDash val="dot"/>
                    </a:lnR>
                    <a:lnT w="12700" cmpd="sng">
                      <a:solidFill>
                        <a:schemeClr val="dk1"/>
                      </a:solidFill>
                      <a:prstDash val="dot"/>
                    </a:lnT>
                    <a:lnB w="12700" cmpd="sng">
                      <a:solidFill>
                        <a:schemeClr val="dk1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>
                          <a:solidFill>
                            <a:srgbClr val="162330"/>
                          </a:solidFill>
                        </a:rPr>
                        <a:t/>
                      </a:r>
                    </a:p>
                  </a:txBody>
                  <a:tcPr marL="91400" marR="91400" marT="91425" marB="91425" anchor="ctr">
                    <a:lnL w="12700" cmpd="sng">
                      <a:solidFill>
                        <a:schemeClr val="dk1"/>
                      </a:solidFill>
                      <a:prstDash val="dot"/>
                    </a:lnL>
                    <a:lnR w="12700" cmpd="sng">
                      <a:solidFill>
                        <a:schemeClr val="dk1"/>
                      </a:solidFill>
                      <a:prstDash val="dot"/>
                    </a:lnR>
                    <a:lnT w="12700" cmpd="sng">
                      <a:solidFill>
                        <a:schemeClr val="dk1"/>
                      </a:solidFill>
                      <a:prstDash val="dot"/>
                    </a:lnT>
                    <a:lnB w="12700" cmpd="sng">
                      <a:solidFill>
                        <a:schemeClr val="dk1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>
                          <a:solidFill>
                            <a:srgbClr val="162330"/>
                          </a:solidFill>
                        </a:rPr>
                        <a:t/>
                      </a:r>
                    </a:p>
                  </a:txBody>
                  <a:tcPr marL="91400" marR="91400" marT="91425" marB="91425" anchor="ctr">
                    <a:lnL w="12700" cmpd="sng">
                      <a:solidFill>
                        <a:schemeClr val="dk1"/>
                      </a:solidFill>
                      <a:prstDash val="dot"/>
                    </a:lnL>
                    <a:lnR w="12700" cmpd="sng">
                      <a:solidFill>
                        <a:schemeClr val="dk1"/>
                      </a:solidFill>
                      <a:prstDash val="dot"/>
                    </a:lnR>
                    <a:lnT w="12700" cmpd="sng">
                      <a:solidFill>
                        <a:schemeClr val="dk1"/>
                      </a:solidFill>
                      <a:prstDash val="dot"/>
                    </a:lnT>
                    <a:lnB w="12700" cmpd="sng">
                      <a:solidFill>
                        <a:schemeClr val="dk1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EA4335"/>
                          </a:solidFill>
                        </a:rPr>
                        <a:t/>
                      </a:r>
                    </a:p>
                  </a:txBody>
                  <a:tcPr marL="91400" marR="91400" marT="91425" marB="91425" anchor="ctr">
                    <a:lnL w="12700" cmpd="sng">
                      <a:solidFill>
                        <a:schemeClr val="dk1"/>
                      </a:solidFill>
                      <a:prstDash val="dot"/>
                    </a:lnL>
                    <a:lnR w="12700" cmpd="sng">
                      <a:solidFill>
                        <a:schemeClr val="dk1"/>
                      </a:solidFill>
                      <a:prstDash val="dot"/>
                    </a:lnR>
                    <a:lnT w="12700" cmpd="sng">
                      <a:solidFill>
                        <a:schemeClr val="dk1"/>
                      </a:solidFill>
                      <a:prstDash val="dot"/>
                    </a:lnT>
                    <a:lnB w="12700" cmpd="sng">
                      <a:solidFill>
                        <a:schemeClr val="dk1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</a:tr>
              <a:tr h="292925"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91400" marR="91400" marT="91425" marB="91425" anchor="ctr">
                    <a:lnL w="12700" cmpd="sng">
                      <a:solidFill>
                        <a:schemeClr val="dk1"/>
                      </a:solidFill>
                      <a:prstDash val="dot"/>
                    </a:lnL>
                    <a:lnR w="12700" cmpd="sng">
                      <a:solidFill>
                        <a:schemeClr val="dk1"/>
                      </a:solidFill>
                      <a:prstDash val="dot"/>
                    </a:lnR>
                    <a:lnT w="12700" cmpd="sng">
                      <a:solidFill>
                        <a:schemeClr val="dk1"/>
                      </a:solidFill>
                      <a:prstDash val="dot"/>
                    </a:lnT>
                    <a:lnB w="12700" cmpd="sng">
                      <a:solidFill>
                        <a:schemeClr val="dk1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91400" marR="91400" marT="91425" marB="91425" anchor="ctr">
                    <a:lnL w="12700" cmpd="sng">
                      <a:solidFill>
                        <a:schemeClr val="dk1"/>
                      </a:solidFill>
                      <a:prstDash val="dot"/>
                    </a:lnL>
                    <a:lnR w="12700" cmpd="sng">
                      <a:solidFill>
                        <a:schemeClr val="dk1"/>
                      </a:solidFill>
                      <a:prstDash val="dot"/>
                    </a:lnR>
                    <a:lnT w="12700" cmpd="sng">
                      <a:solidFill>
                        <a:schemeClr val="dk1"/>
                      </a:solidFill>
                      <a:prstDash val="dot"/>
                    </a:lnT>
                    <a:lnB w="12700" cmpd="sng">
                      <a:solidFill>
                        <a:schemeClr val="dk1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91400" marR="91400" marT="91425" marB="91425" anchor="ctr">
                    <a:lnL w="12700" cmpd="sng">
                      <a:solidFill>
                        <a:schemeClr val="dk1"/>
                      </a:solidFill>
                      <a:prstDash val="dot"/>
                    </a:lnL>
                    <a:lnR w="12700" cmpd="sng">
                      <a:solidFill>
                        <a:schemeClr val="dk1"/>
                      </a:solidFill>
                      <a:prstDash val="dot"/>
                    </a:lnR>
                    <a:lnT w="12700" cmpd="sng">
                      <a:solidFill>
                        <a:schemeClr val="dk1"/>
                      </a:solidFill>
                      <a:prstDash val="dot"/>
                    </a:lnT>
                    <a:lnB w="12700" cmpd="sng">
                      <a:solidFill>
                        <a:schemeClr val="dk1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EA4335"/>
                          </a:solidFill>
                        </a:rPr>
                        <a:t/>
                      </a:r>
                    </a:p>
                  </a:txBody>
                  <a:tcPr marL="91400" marR="91400" marT="91425" marB="91425" anchor="ctr">
                    <a:lnL w="12700" cmpd="sng">
                      <a:solidFill>
                        <a:schemeClr val="dk1"/>
                      </a:solidFill>
                      <a:prstDash val="dot"/>
                    </a:lnL>
                    <a:lnR w="12700" cmpd="sng">
                      <a:solidFill>
                        <a:schemeClr val="dk1"/>
                      </a:solidFill>
                      <a:prstDash val="dot"/>
                    </a:lnR>
                    <a:lnT w="12700" cmpd="sng">
                      <a:solidFill>
                        <a:schemeClr val="dk1"/>
                      </a:solidFill>
                      <a:prstDash val="dot"/>
                    </a:lnT>
                    <a:lnB w="12700" cmpd="sng">
                      <a:solidFill>
                        <a:schemeClr val="dk1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>
                          <a:solidFill>
                            <a:srgbClr val="162330"/>
                          </a:solidFill>
                        </a:rPr>
                        <a:t/>
                      </a:r>
                    </a:p>
                  </a:txBody>
                  <a:tcPr marL="91400" marR="91400" marT="91425" marB="91425" anchor="ctr">
                    <a:lnL w="12700" cmpd="sng">
                      <a:solidFill>
                        <a:schemeClr val="dk1"/>
                      </a:solidFill>
                      <a:prstDash val="dot"/>
                    </a:lnL>
                    <a:lnR w="12700" cmpd="sng">
                      <a:solidFill>
                        <a:schemeClr val="dk1"/>
                      </a:solidFill>
                      <a:prstDash val="dot"/>
                    </a:lnR>
                    <a:lnT w="12700" cmpd="sng">
                      <a:solidFill>
                        <a:schemeClr val="dk1"/>
                      </a:solidFill>
                      <a:prstDash val="dot"/>
                    </a:lnT>
                    <a:lnB w="12700" cmpd="sng">
                      <a:solidFill>
                        <a:schemeClr val="dk1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>
                          <a:solidFill>
                            <a:srgbClr val="162330"/>
                          </a:solidFill>
                        </a:rPr>
                        <a:t/>
                      </a:r>
                    </a:p>
                  </a:txBody>
                  <a:tcPr marL="91400" marR="91400" marT="91425" marB="91425" anchor="ctr">
                    <a:lnL w="12700" cmpd="sng">
                      <a:solidFill>
                        <a:schemeClr val="dk1"/>
                      </a:solidFill>
                      <a:prstDash val="dot"/>
                    </a:lnL>
                    <a:lnR w="12700" cmpd="sng">
                      <a:solidFill>
                        <a:schemeClr val="dk1"/>
                      </a:solidFill>
                      <a:prstDash val="dot"/>
                    </a:lnR>
                    <a:lnT w="12700" cmpd="sng">
                      <a:solidFill>
                        <a:schemeClr val="dk1"/>
                      </a:solidFill>
                      <a:prstDash val="dot"/>
                    </a:lnT>
                    <a:lnB w="12700" cmpd="sng">
                      <a:solidFill>
                        <a:schemeClr val="dk1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EA4335"/>
                          </a:solidFill>
                        </a:rPr>
                        <a:t/>
                      </a:r>
                    </a:p>
                  </a:txBody>
                  <a:tcPr marL="91400" marR="91400" marT="91425" marB="91425" anchor="ctr">
                    <a:lnL w="12700" cmpd="sng">
                      <a:solidFill>
                        <a:schemeClr val="dk1"/>
                      </a:solidFill>
                      <a:prstDash val="dot"/>
                    </a:lnL>
                    <a:lnR w="12700" cmpd="sng">
                      <a:solidFill>
                        <a:schemeClr val="dk1"/>
                      </a:solidFill>
                      <a:prstDash val="dot"/>
                    </a:lnR>
                    <a:lnT w="12700" cmpd="sng">
                      <a:solidFill>
                        <a:schemeClr val="dk1"/>
                      </a:solidFill>
                      <a:prstDash val="dot"/>
                    </a:lnT>
                    <a:lnB w="12700" cmpd="sng">
                      <a:solidFill>
                        <a:schemeClr val="dk1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>
                          <a:solidFill>
                            <a:srgbClr val="162330"/>
                          </a:solidFill>
                        </a:rPr>
                        <a:t/>
                      </a:r>
                    </a:p>
                  </a:txBody>
                  <a:tcPr marL="91400" marR="91400" marT="91425" marB="91425" anchor="ctr">
                    <a:lnL w="12700" cmpd="sng">
                      <a:solidFill>
                        <a:schemeClr val="dk1"/>
                      </a:solidFill>
                      <a:prstDash val="dot"/>
                    </a:lnL>
                    <a:lnR w="12700" cmpd="sng">
                      <a:solidFill>
                        <a:schemeClr val="dk1"/>
                      </a:solidFill>
                      <a:prstDash val="dot"/>
                    </a:lnR>
                    <a:lnT w="12700" cmpd="sng">
                      <a:solidFill>
                        <a:schemeClr val="dk1"/>
                      </a:solidFill>
                      <a:prstDash val="dot"/>
                    </a:lnT>
                    <a:lnB w="12700" cmpd="sng">
                      <a:solidFill>
                        <a:schemeClr val="dk1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>
                          <a:solidFill>
                            <a:srgbClr val="162330"/>
                          </a:solidFill>
                        </a:rPr>
                        <a:t/>
                      </a:r>
                    </a:p>
                  </a:txBody>
                  <a:tcPr marL="91400" marR="91400" marT="91425" marB="91425" anchor="ctr">
                    <a:lnL w="12700" cmpd="sng">
                      <a:solidFill>
                        <a:schemeClr val="dk1"/>
                      </a:solidFill>
                      <a:prstDash val="dot"/>
                    </a:lnL>
                    <a:lnR w="12700" cmpd="sng">
                      <a:solidFill>
                        <a:schemeClr val="dk1"/>
                      </a:solidFill>
                      <a:prstDash val="dot"/>
                    </a:lnR>
                    <a:lnT w="12700" cmpd="sng">
                      <a:solidFill>
                        <a:schemeClr val="dk1"/>
                      </a:solidFill>
                      <a:prstDash val="dot"/>
                    </a:lnT>
                    <a:lnB w="12700" cmpd="sng">
                      <a:solidFill>
                        <a:schemeClr val="dk1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0F7A3A"/>
                          </a:solidFill>
                        </a:rPr>
                        <a:t/>
                      </a:r>
                    </a:p>
                  </a:txBody>
                  <a:tcPr marL="91400" marR="91400" marT="91425" marB="91425" anchor="ctr">
                    <a:lnL w="12700" cmpd="sng">
                      <a:solidFill>
                        <a:schemeClr val="dk1"/>
                      </a:solidFill>
                      <a:prstDash val="dot"/>
                    </a:lnL>
                    <a:lnR w="12700" cmpd="sng">
                      <a:solidFill>
                        <a:schemeClr val="dk1"/>
                      </a:solidFill>
                      <a:prstDash val="dot"/>
                    </a:lnR>
                    <a:lnT w="12700" cmpd="sng">
                      <a:solidFill>
                        <a:schemeClr val="dk1"/>
                      </a:solidFill>
                      <a:prstDash val="dot"/>
                    </a:lnT>
                    <a:lnB w="12700" cmpd="sng">
                      <a:solidFill>
                        <a:schemeClr val="dk1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</a:tr>
              <a:tr h="292925"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91400" marR="91400" marT="91425" marB="91425" anchor="ctr">
                    <a:lnL w="12700" cmpd="sng">
                      <a:solidFill>
                        <a:schemeClr val="dk1"/>
                      </a:solidFill>
                      <a:prstDash val="dot"/>
                    </a:lnL>
                    <a:lnR w="12700" cmpd="sng">
                      <a:solidFill>
                        <a:schemeClr val="dk1"/>
                      </a:solidFill>
                      <a:prstDash val="dot"/>
                    </a:lnR>
                    <a:lnT w="12700" cmpd="sng">
                      <a:solidFill>
                        <a:schemeClr val="dk1"/>
                      </a:solidFill>
                      <a:prstDash val="dot"/>
                    </a:lnT>
                    <a:lnB w="12700" cmpd="sng">
                      <a:solidFill>
                        <a:schemeClr val="dk1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91400" marR="91400" marT="91425" marB="91425" anchor="ctr">
                    <a:lnL w="12700" cmpd="sng">
                      <a:solidFill>
                        <a:schemeClr val="dk1"/>
                      </a:solidFill>
                      <a:prstDash val="dot"/>
                    </a:lnL>
                    <a:lnR w="12700" cmpd="sng">
                      <a:solidFill>
                        <a:schemeClr val="dk1"/>
                      </a:solidFill>
                      <a:prstDash val="dot"/>
                    </a:lnR>
                    <a:lnT w="12700" cmpd="sng">
                      <a:solidFill>
                        <a:schemeClr val="dk1"/>
                      </a:solidFill>
                      <a:prstDash val="dot"/>
                    </a:lnT>
                    <a:lnB w="12700" cmpd="sng">
                      <a:solidFill>
                        <a:schemeClr val="dk1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91400" marR="91400" marT="91425" marB="91425" anchor="ctr">
                    <a:lnL w="12700" cmpd="sng">
                      <a:solidFill>
                        <a:schemeClr val="dk1"/>
                      </a:solidFill>
                      <a:prstDash val="dot"/>
                    </a:lnL>
                    <a:lnR w="12700" cmpd="sng">
                      <a:solidFill>
                        <a:schemeClr val="dk1"/>
                      </a:solidFill>
                      <a:prstDash val="dot"/>
                    </a:lnR>
                    <a:lnT w="12700" cmpd="sng">
                      <a:solidFill>
                        <a:schemeClr val="dk1"/>
                      </a:solidFill>
                      <a:prstDash val="dot"/>
                    </a:lnT>
                    <a:lnB w="12700" cmpd="sng">
                      <a:solidFill>
                        <a:schemeClr val="dk1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EA4335"/>
                          </a:solidFill>
                        </a:rPr>
                        <a:t/>
                      </a:r>
                    </a:p>
                  </a:txBody>
                  <a:tcPr marL="91400" marR="91400" marT="91425" marB="91425" anchor="ctr">
                    <a:lnL w="12700" cmpd="sng">
                      <a:solidFill>
                        <a:schemeClr val="dk1"/>
                      </a:solidFill>
                      <a:prstDash val="dot"/>
                    </a:lnL>
                    <a:lnR w="12700" cmpd="sng">
                      <a:solidFill>
                        <a:schemeClr val="dk1"/>
                      </a:solidFill>
                      <a:prstDash val="dot"/>
                    </a:lnR>
                    <a:lnT w="12700" cmpd="sng">
                      <a:solidFill>
                        <a:schemeClr val="dk1"/>
                      </a:solidFill>
                      <a:prstDash val="dot"/>
                    </a:lnT>
                    <a:lnB w="12700" cmpd="sng">
                      <a:solidFill>
                        <a:schemeClr val="dk1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>
                          <a:solidFill>
                            <a:srgbClr val="162330"/>
                          </a:solidFill>
                        </a:rPr>
                        <a:t/>
                      </a:r>
                    </a:p>
                  </a:txBody>
                  <a:tcPr marL="91400" marR="91400" marT="91425" marB="91425" anchor="ctr">
                    <a:lnL w="12700" cmpd="sng">
                      <a:solidFill>
                        <a:schemeClr val="dk1"/>
                      </a:solidFill>
                      <a:prstDash val="dot"/>
                    </a:lnL>
                    <a:lnR w="12700" cmpd="sng">
                      <a:solidFill>
                        <a:schemeClr val="dk1"/>
                      </a:solidFill>
                      <a:prstDash val="dot"/>
                    </a:lnR>
                    <a:lnT w="12700" cmpd="sng">
                      <a:solidFill>
                        <a:schemeClr val="dk1"/>
                      </a:solidFill>
                      <a:prstDash val="dot"/>
                    </a:lnT>
                    <a:lnB w="12700" cmpd="sng">
                      <a:solidFill>
                        <a:schemeClr val="dk1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>
                          <a:solidFill>
                            <a:srgbClr val="162330"/>
                          </a:solidFill>
                        </a:rPr>
                        <a:t/>
                      </a:r>
                    </a:p>
                  </a:txBody>
                  <a:tcPr marL="91400" marR="91400" marT="91425" marB="91425" anchor="ctr">
                    <a:lnL w="12700" cmpd="sng">
                      <a:solidFill>
                        <a:schemeClr val="dk1"/>
                      </a:solidFill>
                      <a:prstDash val="dot"/>
                    </a:lnL>
                    <a:lnR w="12700" cmpd="sng">
                      <a:solidFill>
                        <a:schemeClr val="dk1"/>
                      </a:solidFill>
                      <a:prstDash val="dot"/>
                    </a:lnR>
                    <a:lnT w="12700" cmpd="sng">
                      <a:solidFill>
                        <a:schemeClr val="dk1"/>
                      </a:solidFill>
                      <a:prstDash val="dot"/>
                    </a:lnT>
                    <a:lnB w="12700" cmpd="sng">
                      <a:solidFill>
                        <a:schemeClr val="dk1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0F7A3A"/>
                          </a:solidFill>
                        </a:rPr>
                        <a:t/>
                      </a:r>
                    </a:p>
                  </a:txBody>
                  <a:tcPr marL="91400" marR="91400" marT="91425" marB="91425" anchor="ctr">
                    <a:lnL w="12700" cmpd="sng">
                      <a:solidFill>
                        <a:schemeClr val="dk1"/>
                      </a:solidFill>
                      <a:prstDash val="dot"/>
                    </a:lnL>
                    <a:lnR w="12700" cmpd="sng">
                      <a:solidFill>
                        <a:schemeClr val="dk1"/>
                      </a:solidFill>
                      <a:prstDash val="dot"/>
                    </a:lnR>
                    <a:lnT w="12700" cmpd="sng">
                      <a:solidFill>
                        <a:schemeClr val="dk1"/>
                      </a:solidFill>
                      <a:prstDash val="dot"/>
                    </a:lnT>
                    <a:lnB w="12700" cmpd="sng">
                      <a:solidFill>
                        <a:schemeClr val="dk1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>
                          <a:solidFill>
                            <a:srgbClr val="162330"/>
                          </a:solidFill>
                        </a:rPr>
                        <a:t/>
                      </a:r>
                    </a:p>
                  </a:txBody>
                  <a:tcPr marL="91400" marR="91400" marT="91425" marB="91425" anchor="ctr">
                    <a:lnL w="12700" cmpd="sng">
                      <a:solidFill>
                        <a:schemeClr val="dk1"/>
                      </a:solidFill>
                      <a:prstDash val="dot"/>
                    </a:lnL>
                    <a:lnR w="12700" cmpd="sng">
                      <a:solidFill>
                        <a:schemeClr val="dk1"/>
                      </a:solidFill>
                      <a:prstDash val="dot"/>
                    </a:lnR>
                    <a:lnT w="12700" cmpd="sng">
                      <a:solidFill>
                        <a:schemeClr val="dk1"/>
                      </a:solidFill>
                      <a:prstDash val="dot"/>
                    </a:lnT>
                    <a:lnB w="12700" cmpd="sng">
                      <a:solidFill>
                        <a:schemeClr val="dk1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>
                          <a:solidFill>
                            <a:srgbClr val="162330"/>
                          </a:solidFill>
                        </a:rPr>
                        <a:t/>
                      </a:r>
                    </a:p>
                  </a:txBody>
                  <a:tcPr marL="91400" marR="91400" marT="91425" marB="91425" anchor="ctr">
                    <a:lnL w="12700" cmpd="sng">
                      <a:solidFill>
                        <a:schemeClr val="dk1"/>
                      </a:solidFill>
                      <a:prstDash val="dot"/>
                    </a:lnL>
                    <a:lnR w="12700" cmpd="sng">
                      <a:solidFill>
                        <a:schemeClr val="dk1"/>
                      </a:solidFill>
                      <a:prstDash val="dot"/>
                    </a:lnR>
                    <a:lnT w="12700" cmpd="sng">
                      <a:solidFill>
                        <a:schemeClr val="dk1"/>
                      </a:solidFill>
                      <a:prstDash val="dot"/>
                    </a:lnT>
                    <a:lnB w="12700" cmpd="sng">
                      <a:solidFill>
                        <a:schemeClr val="dk1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chemeClr val="accent3"/>
                          </a:solidFill>
                        </a:rPr>
                        <a:t/>
                      </a:r>
                    </a:p>
                  </a:txBody>
                  <a:tcPr marL="91400" marR="91400" marT="91425" marB="91425" anchor="ctr">
                    <a:lnL w="12700" cmpd="sng">
                      <a:solidFill>
                        <a:schemeClr val="dk1"/>
                      </a:solidFill>
                      <a:prstDash val="dot"/>
                    </a:lnL>
                    <a:lnR w="12700" cmpd="sng">
                      <a:solidFill>
                        <a:schemeClr val="dk1"/>
                      </a:solidFill>
                      <a:prstDash val="dot"/>
                    </a:lnR>
                    <a:lnT w="12700" cmpd="sng">
                      <a:solidFill>
                        <a:schemeClr val="dk1"/>
                      </a:solidFill>
                      <a:prstDash val="dot"/>
                    </a:lnT>
                    <a:lnB w="12700" cmpd="sng">
                      <a:solidFill>
                        <a:schemeClr val="dk1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</a:tr>
              <a:tr h="292925">
                <a:tc rowSpan="3"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91400" marR="91400" marT="91425" marB="91425" anchor="ctr">
                    <a:lnL w="12700" cmpd="sng">
                      <a:solidFill>
                        <a:schemeClr val="dk1"/>
                      </a:solidFill>
                      <a:prstDash val="dot"/>
                    </a:lnL>
                    <a:lnR w="12700" cmpd="sng">
                      <a:solidFill>
                        <a:schemeClr val="dk1"/>
                      </a:solidFill>
                      <a:prstDash val="dot"/>
                    </a:lnR>
                    <a:lnT w="12700" cmpd="sng">
                      <a:solidFill>
                        <a:schemeClr val="dk1"/>
                      </a:solidFill>
                      <a:prstDash val="dot"/>
                    </a:lnT>
                    <a:lnB w="12700" cmpd="sng">
                      <a:solidFill>
                        <a:schemeClr val="dk1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91400" marR="91400" marT="91425" marB="91425" anchor="ctr">
                    <a:lnL w="12700" cmpd="sng">
                      <a:solidFill>
                        <a:schemeClr val="dk1"/>
                      </a:solidFill>
                      <a:prstDash val="dot"/>
                    </a:lnL>
                    <a:lnR w="12700" cmpd="sng">
                      <a:solidFill>
                        <a:schemeClr val="dk1"/>
                      </a:solidFill>
                      <a:prstDash val="dot"/>
                    </a:lnR>
                    <a:lnT w="12700" cmpd="sng">
                      <a:solidFill>
                        <a:schemeClr val="dk1"/>
                      </a:solidFill>
                      <a:prstDash val="dot"/>
                    </a:lnT>
                    <a:lnB w="12700" cmpd="sng">
                      <a:solidFill>
                        <a:schemeClr val="dk1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91400" marR="91400" marT="91425" marB="91425" anchor="ctr">
                    <a:lnL w="12700" cmpd="sng">
                      <a:solidFill>
                        <a:schemeClr val="dk1"/>
                      </a:solidFill>
                      <a:prstDash val="dot"/>
                    </a:lnL>
                    <a:lnR w="12700" cmpd="sng">
                      <a:solidFill>
                        <a:schemeClr val="dk1"/>
                      </a:solidFill>
                      <a:prstDash val="dot"/>
                    </a:lnR>
                    <a:lnT w="12700" cmpd="sng">
                      <a:solidFill>
                        <a:schemeClr val="dk1"/>
                      </a:solidFill>
                      <a:prstDash val="dot"/>
                    </a:lnT>
                    <a:lnB w="12700" cmpd="sng">
                      <a:solidFill>
                        <a:schemeClr val="dk1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91400" marR="91400" marT="91425" marB="91425" anchor="ctr">
                    <a:lnL w="12700" cmpd="sng">
                      <a:solidFill>
                        <a:schemeClr val="dk1"/>
                      </a:solidFill>
                      <a:prstDash val="dot"/>
                    </a:lnL>
                    <a:lnR w="12700" cmpd="sng">
                      <a:solidFill>
                        <a:schemeClr val="dk1"/>
                      </a:solidFill>
                      <a:prstDash val="dot"/>
                    </a:lnR>
                    <a:lnT w="12700" cmpd="sng">
                      <a:solidFill>
                        <a:schemeClr val="dk1"/>
                      </a:solidFill>
                      <a:prstDash val="dot"/>
                    </a:lnT>
                    <a:lnB w="12700" cmpd="sng">
                      <a:solidFill>
                        <a:schemeClr val="dk1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EA4335"/>
                          </a:solidFill>
                        </a:rPr>
                        <a:t/>
                      </a:r>
                    </a:p>
                  </a:txBody>
                  <a:tcPr marL="91400" marR="91400" marT="91425" marB="91425" anchor="ctr">
                    <a:lnL w="12700" cmpd="sng">
                      <a:solidFill>
                        <a:schemeClr val="dk1"/>
                      </a:solidFill>
                      <a:prstDash val="dot"/>
                    </a:lnL>
                    <a:lnR w="12700" cmpd="sng">
                      <a:solidFill>
                        <a:schemeClr val="dk1"/>
                      </a:solidFill>
                      <a:prstDash val="dot"/>
                    </a:lnR>
                    <a:lnT w="12700" cmpd="sng">
                      <a:solidFill>
                        <a:schemeClr val="dk1"/>
                      </a:solidFill>
                      <a:prstDash val="dot"/>
                    </a:lnT>
                    <a:lnB w="12700" cmpd="sng">
                      <a:solidFill>
                        <a:schemeClr val="dk1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>
                          <a:solidFill>
                            <a:srgbClr val="162330"/>
                          </a:solidFill>
                        </a:rPr>
                        <a:t/>
                      </a:r>
                    </a:p>
                  </a:txBody>
                  <a:tcPr marL="91400" marR="91400" marT="91425" marB="91425" anchor="ctr">
                    <a:lnL w="12700" cmpd="sng">
                      <a:solidFill>
                        <a:schemeClr val="dk1"/>
                      </a:solidFill>
                      <a:prstDash val="dot"/>
                    </a:lnL>
                    <a:lnR w="12700" cmpd="sng">
                      <a:solidFill>
                        <a:schemeClr val="dk1"/>
                      </a:solidFill>
                      <a:prstDash val="dot"/>
                    </a:lnR>
                    <a:lnT w="12700" cmpd="sng">
                      <a:solidFill>
                        <a:schemeClr val="dk1"/>
                      </a:solidFill>
                      <a:prstDash val="dot"/>
                    </a:lnT>
                    <a:lnB w="12700" cmpd="sng">
                      <a:solidFill>
                        <a:schemeClr val="dk1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>
                          <a:solidFill>
                            <a:srgbClr val="162330"/>
                          </a:solidFill>
                        </a:rPr>
                        <a:t/>
                      </a:r>
                    </a:p>
                  </a:txBody>
                  <a:tcPr marL="91400" marR="91400" marT="91425" marB="91425" anchor="ctr">
                    <a:lnL w="12700" cmpd="sng">
                      <a:solidFill>
                        <a:schemeClr val="dk1"/>
                      </a:solidFill>
                      <a:prstDash val="dot"/>
                    </a:lnL>
                    <a:lnR w="12700" cmpd="sng">
                      <a:solidFill>
                        <a:schemeClr val="dk1"/>
                      </a:solidFill>
                      <a:prstDash val="dot"/>
                    </a:lnR>
                    <a:lnT w="12700" cmpd="sng">
                      <a:solidFill>
                        <a:schemeClr val="dk1"/>
                      </a:solidFill>
                      <a:prstDash val="dot"/>
                    </a:lnT>
                    <a:lnB w="12700" cmpd="sng">
                      <a:solidFill>
                        <a:schemeClr val="dk1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chemeClr val="accent3"/>
                          </a:solidFill>
                        </a:rPr>
                        <a:t/>
                      </a:r>
                    </a:p>
                  </a:txBody>
                  <a:tcPr marL="91400" marR="91400" marT="91425" marB="91425" anchor="ctr">
                    <a:lnL w="12700" cmpd="sng">
                      <a:solidFill>
                        <a:schemeClr val="dk1"/>
                      </a:solidFill>
                      <a:prstDash val="dot"/>
                    </a:lnL>
                    <a:lnR w="12700" cmpd="sng">
                      <a:solidFill>
                        <a:schemeClr val="dk1"/>
                      </a:solidFill>
                      <a:prstDash val="dot"/>
                    </a:lnR>
                    <a:lnT w="12700" cmpd="sng">
                      <a:solidFill>
                        <a:schemeClr val="dk1"/>
                      </a:solidFill>
                      <a:prstDash val="dot"/>
                    </a:lnT>
                    <a:lnB w="12700" cmpd="sng">
                      <a:solidFill>
                        <a:schemeClr val="dk1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>
                          <a:solidFill>
                            <a:srgbClr val="162330"/>
                          </a:solidFill>
                        </a:rPr>
                        <a:t/>
                      </a:r>
                    </a:p>
                  </a:txBody>
                  <a:tcPr marL="91400" marR="91400" marT="91425" marB="91425" anchor="ctr">
                    <a:lnL w="12700" cmpd="sng">
                      <a:solidFill>
                        <a:schemeClr val="dk1"/>
                      </a:solidFill>
                      <a:prstDash val="dot"/>
                    </a:lnL>
                    <a:lnR w="12700" cmpd="sng">
                      <a:solidFill>
                        <a:schemeClr val="dk1"/>
                      </a:solidFill>
                      <a:prstDash val="dot"/>
                    </a:lnR>
                    <a:lnT w="12700" cmpd="sng">
                      <a:solidFill>
                        <a:schemeClr val="dk1"/>
                      </a:solidFill>
                      <a:prstDash val="dot"/>
                    </a:lnT>
                    <a:lnB w="12700" cmpd="sng">
                      <a:solidFill>
                        <a:schemeClr val="dk1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>
                          <a:solidFill>
                            <a:srgbClr val="162330"/>
                          </a:solidFill>
                        </a:rPr>
                        <a:t/>
                      </a:r>
                    </a:p>
                  </a:txBody>
                  <a:tcPr marL="91400" marR="91400" marT="91425" marB="91425" anchor="ctr">
                    <a:lnL w="12700" cmpd="sng">
                      <a:solidFill>
                        <a:schemeClr val="dk1"/>
                      </a:solidFill>
                      <a:prstDash val="dot"/>
                    </a:lnL>
                    <a:lnR w="12700" cmpd="sng">
                      <a:solidFill>
                        <a:schemeClr val="dk1"/>
                      </a:solidFill>
                      <a:prstDash val="dot"/>
                    </a:lnR>
                    <a:lnT w="12700" cmpd="sng">
                      <a:solidFill>
                        <a:schemeClr val="dk1"/>
                      </a:solidFill>
                      <a:prstDash val="dot"/>
                    </a:lnT>
                    <a:lnB w="12700" cmpd="sng">
                      <a:solidFill>
                        <a:schemeClr val="dk1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chemeClr val="accent3"/>
                          </a:solidFill>
                        </a:rPr>
                        <a:t/>
                      </a:r>
                    </a:p>
                  </a:txBody>
                  <a:tcPr marL="91400" marR="91400" marT="91425" marB="91425" anchor="ctr">
                    <a:lnL w="12700" cmpd="sng">
                      <a:solidFill>
                        <a:schemeClr val="dk1"/>
                      </a:solidFill>
                      <a:prstDash val="dot"/>
                    </a:lnL>
                    <a:lnR w="12700" cmpd="sng">
                      <a:solidFill>
                        <a:schemeClr val="dk1"/>
                      </a:solidFill>
                      <a:prstDash val="dot"/>
                    </a:lnR>
                    <a:lnT w="12700" cmpd="sng">
                      <a:solidFill>
                        <a:schemeClr val="dk1"/>
                      </a:solidFill>
                      <a:prstDash val="dot"/>
                    </a:lnT>
                    <a:lnB w="12700" cmpd="sng">
                      <a:solidFill>
                        <a:schemeClr val="dk1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</a:tr>
              <a:tr h="292925"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91400" marR="91400" marT="91425" marB="91425" anchor="ctr">
                    <a:lnL w="12700" cmpd="sng">
                      <a:solidFill>
                        <a:schemeClr val="dk1"/>
                      </a:solidFill>
                      <a:prstDash val="dot"/>
                    </a:lnL>
                    <a:lnR w="12700" cmpd="sng">
                      <a:solidFill>
                        <a:schemeClr val="dk1"/>
                      </a:solidFill>
                      <a:prstDash val="dot"/>
                    </a:lnR>
                    <a:lnT w="12700" cmpd="sng">
                      <a:solidFill>
                        <a:schemeClr val="dk1"/>
                      </a:solidFill>
                      <a:prstDash val="dot"/>
                    </a:lnT>
                    <a:lnB w="12700" cmpd="sng">
                      <a:solidFill>
                        <a:schemeClr val="dk1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91400" marR="91400" marT="91425" marB="91425" anchor="ctr">
                    <a:lnL w="12700" cmpd="sng">
                      <a:solidFill>
                        <a:schemeClr val="dk1"/>
                      </a:solidFill>
                      <a:prstDash val="dot"/>
                    </a:lnL>
                    <a:lnR w="12700" cmpd="sng">
                      <a:solidFill>
                        <a:schemeClr val="dk1"/>
                      </a:solidFill>
                      <a:prstDash val="dot"/>
                    </a:lnR>
                    <a:lnT w="12700" cmpd="sng">
                      <a:solidFill>
                        <a:schemeClr val="dk1"/>
                      </a:solidFill>
                      <a:prstDash val="dot"/>
                    </a:lnT>
                    <a:lnB w="12700" cmpd="sng">
                      <a:solidFill>
                        <a:schemeClr val="dk1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91400" marR="91400" marT="91425" marB="91425" anchor="ctr">
                    <a:lnL w="12700" cmpd="sng">
                      <a:solidFill>
                        <a:schemeClr val="dk1"/>
                      </a:solidFill>
                      <a:prstDash val="dot"/>
                    </a:lnL>
                    <a:lnR w="12700" cmpd="sng">
                      <a:solidFill>
                        <a:schemeClr val="dk1"/>
                      </a:solidFill>
                      <a:prstDash val="dot"/>
                    </a:lnR>
                    <a:lnT w="12700" cmpd="sng">
                      <a:solidFill>
                        <a:schemeClr val="dk1"/>
                      </a:solidFill>
                      <a:prstDash val="dot"/>
                    </a:lnT>
                    <a:lnB w="12700" cmpd="sng">
                      <a:solidFill>
                        <a:schemeClr val="dk1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0F7A3A"/>
                          </a:solidFill>
                        </a:rPr>
                        <a:t/>
                      </a:r>
                    </a:p>
                  </a:txBody>
                  <a:tcPr marL="91400" marR="91400" marT="91425" marB="91425" anchor="ctr">
                    <a:lnL w="12700" cmpd="sng">
                      <a:solidFill>
                        <a:schemeClr val="dk1"/>
                      </a:solidFill>
                      <a:prstDash val="dot"/>
                    </a:lnL>
                    <a:lnR w="12700" cmpd="sng">
                      <a:solidFill>
                        <a:schemeClr val="dk1"/>
                      </a:solidFill>
                      <a:prstDash val="dot"/>
                    </a:lnR>
                    <a:lnT w="12700" cmpd="sng">
                      <a:solidFill>
                        <a:schemeClr val="dk1"/>
                      </a:solidFill>
                      <a:prstDash val="dot"/>
                    </a:lnT>
                    <a:lnB w="12700" cmpd="sng">
                      <a:solidFill>
                        <a:schemeClr val="dk1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>
                          <a:solidFill>
                            <a:srgbClr val="162330"/>
                          </a:solidFill>
                        </a:rPr>
                        <a:t/>
                      </a:r>
                    </a:p>
                  </a:txBody>
                  <a:tcPr marL="91400" marR="91400" marT="91425" marB="91425" anchor="ctr">
                    <a:lnL w="12700" cmpd="sng">
                      <a:solidFill>
                        <a:schemeClr val="dk1"/>
                      </a:solidFill>
                      <a:prstDash val="dot"/>
                    </a:lnL>
                    <a:lnR w="12700" cmpd="sng">
                      <a:solidFill>
                        <a:schemeClr val="dk1"/>
                      </a:solidFill>
                      <a:prstDash val="dot"/>
                    </a:lnR>
                    <a:lnT w="12700" cmpd="sng">
                      <a:solidFill>
                        <a:schemeClr val="dk1"/>
                      </a:solidFill>
                      <a:prstDash val="dot"/>
                    </a:lnT>
                    <a:lnB w="12700" cmpd="sng">
                      <a:solidFill>
                        <a:schemeClr val="dk1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>
                          <a:solidFill>
                            <a:srgbClr val="162330"/>
                          </a:solidFill>
                        </a:rPr>
                        <a:t/>
                      </a:r>
                    </a:p>
                  </a:txBody>
                  <a:tcPr marL="91400" marR="91400" marT="91425" marB="91425" anchor="ctr">
                    <a:lnL w="12700" cmpd="sng">
                      <a:solidFill>
                        <a:schemeClr val="dk1"/>
                      </a:solidFill>
                      <a:prstDash val="dot"/>
                    </a:lnL>
                    <a:lnR w="12700" cmpd="sng">
                      <a:solidFill>
                        <a:schemeClr val="dk1"/>
                      </a:solidFill>
                      <a:prstDash val="dot"/>
                    </a:lnR>
                    <a:lnT w="12700" cmpd="sng">
                      <a:solidFill>
                        <a:schemeClr val="dk1"/>
                      </a:solidFill>
                      <a:prstDash val="dot"/>
                    </a:lnT>
                    <a:lnB w="12700" cmpd="sng">
                      <a:solidFill>
                        <a:schemeClr val="dk1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chemeClr val="accent3"/>
                          </a:solidFill>
                        </a:rPr>
                        <a:t/>
                      </a:r>
                    </a:p>
                  </a:txBody>
                  <a:tcPr marL="91400" marR="91400" marT="91425" marB="91425" anchor="ctr">
                    <a:lnL w="12700" cmpd="sng">
                      <a:solidFill>
                        <a:schemeClr val="dk1"/>
                      </a:solidFill>
                      <a:prstDash val="dot"/>
                    </a:lnL>
                    <a:lnR w="12700" cmpd="sng">
                      <a:solidFill>
                        <a:schemeClr val="dk1"/>
                      </a:solidFill>
                      <a:prstDash val="dot"/>
                    </a:lnR>
                    <a:lnT w="12700" cmpd="sng">
                      <a:solidFill>
                        <a:schemeClr val="dk1"/>
                      </a:solidFill>
                      <a:prstDash val="dot"/>
                    </a:lnT>
                    <a:lnB w="12700" cmpd="sng">
                      <a:solidFill>
                        <a:schemeClr val="dk1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>
                          <a:solidFill>
                            <a:srgbClr val="162330"/>
                          </a:solidFill>
                        </a:rPr>
                        <a:t/>
                      </a:r>
                    </a:p>
                  </a:txBody>
                  <a:tcPr marL="91400" marR="91400" marT="91425" marB="91425" anchor="ctr">
                    <a:lnL w="12700" cmpd="sng">
                      <a:solidFill>
                        <a:schemeClr val="dk1"/>
                      </a:solidFill>
                      <a:prstDash val="dot"/>
                    </a:lnL>
                    <a:lnR w="12700" cmpd="sng">
                      <a:solidFill>
                        <a:schemeClr val="dk1"/>
                      </a:solidFill>
                      <a:prstDash val="dot"/>
                    </a:lnR>
                    <a:lnT w="12700" cmpd="sng">
                      <a:solidFill>
                        <a:schemeClr val="dk1"/>
                      </a:solidFill>
                      <a:prstDash val="dot"/>
                    </a:lnT>
                    <a:lnB w="12700" cmpd="sng">
                      <a:solidFill>
                        <a:schemeClr val="dk1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>
                          <a:solidFill>
                            <a:srgbClr val="162330"/>
                          </a:solidFill>
                        </a:rPr>
                        <a:t/>
                      </a:r>
                    </a:p>
                  </a:txBody>
                  <a:tcPr marL="91400" marR="91400" marT="91425" marB="91425" anchor="ctr">
                    <a:lnL w="12700" cmpd="sng">
                      <a:solidFill>
                        <a:schemeClr val="dk1"/>
                      </a:solidFill>
                      <a:prstDash val="dot"/>
                    </a:lnL>
                    <a:lnR w="12700" cmpd="sng">
                      <a:solidFill>
                        <a:schemeClr val="dk1"/>
                      </a:solidFill>
                      <a:prstDash val="dot"/>
                    </a:lnR>
                    <a:lnT w="12700" cmpd="sng">
                      <a:solidFill>
                        <a:schemeClr val="dk1"/>
                      </a:solidFill>
                      <a:prstDash val="dot"/>
                    </a:lnT>
                    <a:lnB w="12700" cmpd="sng">
                      <a:solidFill>
                        <a:schemeClr val="dk1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EA4335"/>
                          </a:solidFill>
                        </a:rPr>
                        <a:t/>
                      </a:r>
                    </a:p>
                  </a:txBody>
                  <a:tcPr marL="91400" marR="91400" marT="91425" marB="91425" anchor="ctr">
                    <a:lnL w="12700" cmpd="sng">
                      <a:solidFill>
                        <a:schemeClr val="dk1"/>
                      </a:solidFill>
                      <a:prstDash val="dot"/>
                    </a:lnL>
                    <a:lnR w="12700" cmpd="sng">
                      <a:solidFill>
                        <a:schemeClr val="dk1"/>
                      </a:solidFill>
                      <a:prstDash val="dot"/>
                    </a:lnR>
                    <a:lnT w="12700" cmpd="sng">
                      <a:solidFill>
                        <a:schemeClr val="dk1"/>
                      </a:solidFill>
                      <a:prstDash val="dot"/>
                    </a:lnT>
                    <a:lnB w="12700" cmpd="sng">
                      <a:solidFill>
                        <a:schemeClr val="dk1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</a:tr>
              <a:tr h="292925"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91400" marR="91400" marT="91425" marB="91425" anchor="ctr">
                    <a:lnL w="12700" cmpd="sng">
                      <a:solidFill>
                        <a:schemeClr val="dk1"/>
                      </a:solidFill>
                      <a:prstDash val="dot"/>
                    </a:lnL>
                    <a:lnR w="12700" cmpd="sng">
                      <a:solidFill>
                        <a:schemeClr val="dk1"/>
                      </a:solidFill>
                      <a:prstDash val="dot"/>
                    </a:lnR>
                    <a:lnT w="12700" cmpd="sng">
                      <a:solidFill>
                        <a:schemeClr val="dk1"/>
                      </a:solidFill>
                      <a:prstDash val="dot"/>
                    </a:lnT>
                    <a:lnB w="12700" cmpd="sng">
                      <a:solidFill>
                        <a:schemeClr val="dk1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91400" marR="91400" marT="91425" marB="91425" anchor="ctr">
                    <a:lnL w="12700" cmpd="sng">
                      <a:solidFill>
                        <a:schemeClr val="dk1"/>
                      </a:solidFill>
                      <a:prstDash val="dot"/>
                    </a:lnL>
                    <a:lnR w="12700" cmpd="sng">
                      <a:solidFill>
                        <a:schemeClr val="dk1"/>
                      </a:solidFill>
                      <a:prstDash val="dot"/>
                    </a:lnR>
                    <a:lnT w="12700" cmpd="sng">
                      <a:solidFill>
                        <a:schemeClr val="dk1"/>
                      </a:solidFill>
                      <a:prstDash val="dot"/>
                    </a:lnT>
                    <a:lnB w="12700" cmpd="sng">
                      <a:solidFill>
                        <a:schemeClr val="dk1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91400" marR="91400" marT="91425" marB="91425" anchor="ctr">
                    <a:lnL w="12700" cmpd="sng">
                      <a:solidFill>
                        <a:schemeClr val="dk1"/>
                      </a:solidFill>
                      <a:prstDash val="dot"/>
                    </a:lnL>
                    <a:lnR w="12700" cmpd="sng">
                      <a:solidFill>
                        <a:schemeClr val="dk1"/>
                      </a:solidFill>
                      <a:prstDash val="dot"/>
                    </a:lnR>
                    <a:lnT w="12700" cmpd="sng">
                      <a:solidFill>
                        <a:schemeClr val="dk1"/>
                      </a:solidFill>
                      <a:prstDash val="dot"/>
                    </a:lnT>
                    <a:lnB w="12700" cmpd="sng">
                      <a:solidFill>
                        <a:schemeClr val="dk1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0F7A3A"/>
                          </a:solidFill>
                        </a:rPr>
                        <a:t/>
                      </a:r>
                    </a:p>
                  </a:txBody>
                  <a:tcPr marL="91400" marR="91400" marT="91425" marB="91425" anchor="ctr">
                    <a:lnL w="12700" cmpd="sng">
                      <a:solidFill>
                        <a:schemeClr val="dk1"/>
                      </a:solidFill>
                      <a:prstDash val="dot"/>
                    </a:lnL>
                    <a:lnR w="12700" cmpd="sng">
                      <a:solidFill>
                        <a:schemeClr val="dk1"/>
                      </a:solidFill>
                      <a:prstDash val="dot"/>
                    </a:lnR>
                    <a:lnT w="12700" cmpd="sng">
                      <a:solidFill>
                        <a:schemeClr val="dk1"/>
                      </a:solidFill>
                      <a:prstDash val="dot"/>
                    </a:lnT>
                    <a:lnB w="12700" cmpd="sng">
                      <a:solidFill>
                        <a:schemeClr val="dk1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>
                          <a:solidFill>
                            <a:srgbClr val="162330"/>
                          </a:solidFill>
                        </a:rPr>
                        <a:t/>
                      </a:r>
                    </a:p>
                  </a:txBody>
                  <a:tcPr marL="91400" marR="91400" marT="91425" marB="91425" anchor="ctr">
                    <a:lnL w="12700" cmpd="sng">
                      <a:solidFill>
                        <a:schemeClr val="dk1"/>
                      </a:solidFill>
                      <a:prstDash val="dot"/>
                    </a:lnL>
                    <a:lnR w="12700" cmpd="sng">
                      <a:solidFill>
                        <a:schemeClr val="dk1"/>
                      </a:solidFill>
                      <a:prstDash val="dot"/>
                    </a:lnR>
                    <a:lnT w="12700" cmpd="sng">
                      <a:solidFill>
                        <a:schemeClr val="dk1"/>
                      </a:solidFill>
                      <a:prstDash val="dot"/>
                    </a:lnT>
                    <a:lnB w="12700" cmpd="sng">
                      <a:solidFill>
                        <a:schemeClr val="dk1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>
                          <a:solidFill>
                            <a:srgbClr val="162330"/>
                          </a:solidFill>
                        </a:rPr>
                        <a:t/>
                      </a:r>
                    </a:p>
                  </a:txBody>
                  <a:tcPr marL="91400" marR="91400" marT="91425" marB="91425" anchor="ctr">
                    <a:lnL w="12700" cmpd="sng">
                      <a:solidFill>
                        <a:schemeClr val="dk1"/>
                      </a:solidFill>
                      <a:prstDash val="dot"/>
                    </a:lnL>
                    <a:lnR w="12700" cmpd="sng">
                      <a:solidFill>
                        <a:schemeClr val="dk1"/>
                      </a:solidFill>
                      <a:prstDash val="dot"/>
                    </a:lnR>
                    <a:lnT w="12700" cmpd="sng">
                      <a:solidFill>
                        <a:schemeClr val="dk1"/>
                      </a:solidFill>
                      <a:prstDash val="dot"/>
                    </a:lnT>
                    <a:lnB w="12700" cmpd="sng">
                      <a:solidFill>
                        <a:schemeClr val="dk1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chemeClr val="accent3"/>
                          </a:solidFill>
                        </a:rPr>
                        <a:t/>
                      </a:r>
                    </a:p>
                  </a:txBody>
                  <a:tcPr marL="91400" marR="91400" marT="91425" marB="91425" anchor="ctr">
                    <a:lnL w="12700" cmpd="sng">
                      <a:solidFill>
                        <a:schemeClr val="dk1"/>
                      </a:solidFill>
                      <a:prstDash val="dot"/>
                    </a:lnL>
                    <a:lnR w="12700" cmpd="sng">
                      <a:solidFill>
                        <a:schemeClr val="dk1"/>
                      </a:solidFill>
                      <a:prstDash val="dot"/>
                    </a:lnR>
                    <a:lnT w="12700" cmpd="sng">
                      <a:solidFill>
                        <a:schemeClr val="dk1"/>
                      </a:solidFill>
                      <a:prstDash val="dot"/>
                    </a:lnT>
                    <a:lnB w="12700" cmpd="sng">
                      <a:solidFill>
                        <a:schemeClr val="dk1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>
                          <a:solidFill>
                            <a:srgbClr val="162330"/>
                          </a:solidFill>
                        </a:rPr>
                        <a:t/>
                      </a:r>
                    </a:p>
                  </a:txBody>
                  <a:tcPr marL="91400" marR="91400" marT="91425" marB="91425" anchor="ctr">
                    <a:lnL w="12700" cmpd="sng">
                      <a:solidFill>
                        <a:schemeClr val="dk1"/>
                      </a:solidFill>
                      <a:prstDash val="dot"/>
                    </a:lnL>
                    <a:lnR w="12700" cmpd="sng">
                      <a:solidFill>
                        <a:schemeClr val="dk1"/>
                      </a:solidFill>
                      <a:prstDash val="dot"/>
                    </a:lnR>
                    <a:lnT w="12700" cmpd="sng">
                      <a:solidFill>
                        <a:schemeClr val="dk1"/>
                      </a:solidFill>
                      <a:prstDash val="dot"/>
                    </a:lnT>
                    <a:lnB w="12700" cmpd="sng">
                      <a:solidFill>
                        <a:schemeClr val="dk1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>
                          <a:solidFill>
                            <a:srgbClr val="162330"/>
                          </a:solidFill>
                        </a:rPr>
                        <a:t/>
                      </a:r>
                    </a:p>
                  </a:txBody>
                  <a:tcPr marL="91400" marR="91400" marT="91425" marB="91425" anchor="ctr">
                    <a:lnL w="12700" cmpd="sng">
                      <a:solidFill>
                        <a:schemeClr val="dk1"/>
                      </a:solidFill>
                      <a:prstDash val="dot"/>
                    </a:lnL>
                    <a:lnR w="12700" cmpd="sng">
                      <a:solidFill>
                        <a:schemeClr val="dk1"/>
                      </a:solidFill>
                      <a:prstDash val="dot"/>
                    </a:lnR>
                    <a:lnT w="12700" cmpd="sng">
                      <a:solidFill>
                        <a:schemeClr val="dk1"/>
                      </a:solidFill>
                      <a:prstDash val="dot"/>
                    </a:lnT>
                    <a:lnB w="12700" cmpd="sng">
                      <a:solidFill>
                        <a:schemeClr val="dk1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chemeClr val="accent3"/>
                          </a:solidFill>
                        </a:rPr>
                        <a:t/>
                      </a:r>
                    </a:p>
                  </a:txBody>
                  <a:tcPr marL="91400" marR="91400" marT="91425" marB="91425" anchor="ctr">
                    <a:lnL w="12700" cmpd="sng">
                      <a:solidFill>
                        <a:schemeClr val="dk1"/>
                      </a:solidFill>
                      <a:prstDash val="dot"/>
                    </a:lnL>
                    <a:lnR w="12700" cmpd="sng">
                      <a:solidFill>
                        <a:schemeClr val="dk1"/>
                      </a:solidFill>
                      <a:prstDash val="dot"/>
                    </a:lnR>
                    <a:lnT w="12700" cmpd="sng">
                      <a:solidFill>
                        <a:schemeClr val="dk1"/>
                      </a:solidFill>
                      <a:prstDash val="dot"/>
                    </a:lnT>
                    <a:lnB w="12700" cmpd="sng">
                      <a:solidFill>
                        <a:schemeClr val="dk1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24" name="sanitized-shape-1609">
            <a:extLst xmlns:a="http://schemas.openxmlformats.org/drawingml/2006/main">
              <a:ext uri="{FF2B5EF4-FFF2-40B4-BE49-F238E27FC236}">
                <a16:creationId xmlns:a16="http://schemas.microsoft.com/office/drawing/2014/main" id="{46A84329-9CBA-40C5-92C2-747205736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565" y="2143367"/>
            <a:ext cx="3301200" cy="35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123B9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227" name="sanitized-shape-1610">
            <a:extLst xmlns:a="http://schemas.openxmlformats.org/drawingml/2006/main">
              <a:ext uri="{FF2B5EF4-FFF2-40B4-BE49-F238E27FC236}">
                <a16:creationId xmlns:a16="http://schemas.microsoft.com/office/drawing/2014/main" id="{89748E1A-7CED-40AE-9576-A4C658358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7845" y="1072680"/>
            <a:ext cx="3519602" cy="253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123B9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228" name="sanitized-shape-1611">
            <a:extLst xmlns:a="http://schemas.openxmlformats.org/drawingml/2006/main">
              <a:ext uri="{FF2B5EF4-FFF2-40B4-BE49-F238E27FC236}">
                <a16:creationId xmlns:a16="http://schemas.microsoft.com/office/drawing/2014/main" id="{C0C365BA-4919-4447-953B-EAF6BC126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6965" y="1275176"/>
            <a:ext cx="5453571" cy="8575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342900" lvl="0" indent="-15875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sz="900" b="1">
                <a:solidFill>
                  <a:srgbClr val="0000FF"/>
                </a:solidFill>
              </a:rPr>
              <a:t/>
            </a:r>
          </a:p>
        </p:txBody>
      </p:sp>
      <p:sp>
        <p:nvSpPr>
          <p:cNvPr id="2229" name="sanitized-shape-1612">
            <a:extLst xmlns:a="http://schemas.openxmlformats.org/drawingml/2006/main">
              <a:ext uri="{FF2B5EF4-FFF2-40B4-BE49-F238E27FC236}">
                <a16:creationId xmlns:a16="http://schemas.microsoft.com/office/drawing/2014/main" id="{9A703B44-E37E-46AF-9171-3700260D8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43396" y="2344150"/>
            <a:ext cx="5545239" cy="9271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342900" lvl="0" indent="-15875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sz="900" b="1">
                <a:solidFill>
                  <a:srgbClr val="0000FF"/>
                </a:solidFill>
              </a:rPr>
              <a:t/>
            </a:r>
          </a:p>
        </p:txBody>
      </p:sp>
      <p:sp>
        <p:nvSpPr>
          <p:cNvPr id="2232" name="sanitized-shape-1613">
            <a:extLst xmlns:a="http://schemas.openxmlformats.org/drawingml/2006/main">
              <a:ext uri="{FF2B5EF4-FFF2-40B4-BE49-F238E27FC236}">
                <a16:creationId xmlns:a16="http://schemas.microsoft.com/office/drawing/2014/main" id="{EF82FBDE-EA32-40AA-973C-FEA942A6C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43234" y="1050946"/>
            <a:ext cx="5866952" cy="2262648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400" cmpd="sng">
            <a:solidFill>
              <a:srgbClr val="D92D2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0150" tIns="90150" rIns="90150" bIns="9015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234" name="sanitized-shape-1614">
            <a:extLst xmlns:a="http://schemas.openxmlformats.org/drawingml/2006/main">
              <a:ext uri="{FF2B5EF4-FFF2-40B4-BE49-F238E27FC236}">
                <a16:creationId xmlns:a16="http://schemas.microsoft.com/office/drawing/2014/main" id="{008AC7A2-A089-4AC5-8187-F744DE18D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97954" y="869285"/>
            <a:ext cx="5757535" cy="215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9625" cmpd="sng">
            <a:solidFill>
              <a:srgbClr val="D92D2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2350" tIns="92350" rIns="92350" bIns="9235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235" name="sanitized-shape-1615">
            <a:extLst xmlns:a="http://schemas.openxmlformats.org/drawingml/2006/main">
              <a:ext uri="{FF2B5EF4-FFF2-40B4-BE49-F238E27FC236}">
                <a16:creationId xmlns:a16="http://schemas.microsoft.com/office/drawing/2014/main" id="{4B32A658-DDA7-4DE0-9410-34B6B80BB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86733" y="800319"/>
            <a:ext cx="5423458" cy="3776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2350" tIns="92350" rIns="92350" bIns="9235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236" name="sanitized-shape-1616">
            <a:extLst xmlns:a="http://schemas.openxmlformats.org/drawingml/2006/main">
              <a:ext uri="{FF2B5EF4-FFF2-40B4-BE49-F238E27FC236}">
                <a16:creationId xmlns:a16="http://schemas.microsoft.com/office/drawing/2014/main" id="{440E287A-AC51-4367-B5DE-549360F6C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44502" y="1103382"/>
            <a:ext cx="3311182" cy="253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237" name="sanitized-shape-1617">
            <a:extLst xmlns:a="http://schemas.openxmlformats.org/drawingml/2006/main">
              <a:ext uri="{FF2B5EF4-FFF2-40B4-BE49-F238E27FC236}">
                <a16:creationId xmlns:a16="http://schemas.microsoft.com/office/drawing/2014/main" id="{F0BBFDFF-BA2D-4B24-82BE-C9C96B5B73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5565" y="212033"/>
            <a:ext cx="10767600" cy="50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sz="1600" b="1">
                <a:solidFill>
                  <a:srgbClr val="E93F33"/>
                </a:solidFill>
              </a:rPr>
              <a:t/>
            </a:r>
          </a:p>
        </p:txBody>
      </p:sp>
      <p:sp>
        <p:nvSpPr>
          <p:cNvPr id="2238" name="sanitized-shape-1618">
            <a:extLst xmlns:a="http://schemas.openxmlformats.org/drawingml/2006/main">
              <a:ext uri="{FF2B5EF4-FFF2-40B4-BE49-F238E27FC236}">
                <a16:creationId xmlns:a16="http://schemas.microsoft.com/office/drawing/2014/main" id="{A508A76E-E44E-4BCE-8FC7-9924FE089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3987" y="1375600"/>
            <a:ext cx="5866800" cy="181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342900" lvl="0" indent="-15875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sz="900" b="1">
                <a:solidFill>
                  <a:srgbClr val="D92D20"/>
                </a:solidFill>
              </a:rPr>
              <a:t/>
            </a:r>
          </a:p>
        </p:txBody>
      </p:sp>
      <p:sp>
        <p:nvSpPr>
          <p:cNvPr id="2240" name="sanitized-shape-1619">
            <a:extLst xmlns:a="http://schemas.openxmlformats.org/drawingml/2006/main">
              <a:ext uri="{FF2B5EF4-FFF2-40B4-BE49-F238E27FC236}">
                <a16:creationId xmlns:a16="http://schemas.microsoft.com/office/drawing/2014/main" id="{DC64D826-AA0D-4306-B29E-50BE2D9AA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69882" y="6466673"/>
            <a:ext cx="3428343" cy="2951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5400" cmpd="sng">
            <a:solidFill>
              <a:srgbClr val="FF00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121875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241" name="sanitized-shape-1620">
            <a:extLst xmlns:a="http://schemas.openxmlformats.org/drawingml/2006/main">
              <a:ext uri="{FF2B5EF4-FFF2-40B4-BE49-F238E27FC236}">
                <a16:creationId xmlns:a16="http://schemas.microsoft.com/office/drawing/2014/main" id="{4F1D15B9-2C41-4D85-962D-B086649A3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69782" y="6466673"/>
            <a:ext cx="160359" cy="1623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3F3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2242" name="sanitized-shape-1621">
            <a:extLst xmlns:a="http://schemas.openxmlformats.org/drawingml/2006/main">
              <a:ext uri="{FF2B5EF4-FFF2-40B4-BE49-F238E27FC236}">
                <a16:creationId xmlns:a16="http://schemas.microsoft.com/office/drawing/2014/main" id="{2D6833FF-BA6A-49DA-BC8E-CDB390B95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4295" y="1451900"/>
            <a:ext cx="160500" cy="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3F3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2243" name="sanitized-shape-1622">
            <a:extLst xmlns:a="http://schemas.openxmlformats.org/drawingml/2006/main">
              <a:ext uri="{FF2B5EF4-FFF2-40B4-BE49-F238E27FC236}">
                <a16:creationId xmlns:a16="http://schemas.microsoft.com/office/drawing/2014/main" id="{D7693FCB-5FAA-4A42-BDD4-6A7B58BDC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8747" y="4333900"/>
            <a:ext cx="4860900" cy="29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5400" cmpd="sng">
            <a:solidFill>
              <a:srgbClr val="0000F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121875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244" name="sanitized-shape-1623">
            <a:extLst xmlns:a="http://schemas.openxmlformats.org/drawingml/2006/main">
              <a:ext uri="{FF2B5EF4-FFF2-40B4-BE49-F238E27FC236}">
                <a16:creationId xmlns:a16="http://schemas.microsoft.com/office/drawing/2014/main" id="{D06D1BA1-FF03-4F67-9412-ABC33DE0E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8747" y="4333900"/>
            <a:ext cx="160500" cy="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2245" name="sanitized-shape-1624">
            <a:extLst xmlns:a="http://schemas.openxmlformats.org/drawingml/2006/main">
              <a:ext uri="{FF2B5EF4-FFF2-40B4-BE49-F238E27FC236}">
                <a16:creationId xmlns:a16="http://schemas.microsoft.com/office/drawing/2014/main" id="{39479FB3-B424-4908-8703-4C2464A8A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022" y="1375600"/>
            <a:ext cx="160500" cy="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2246" name="sanitized-shape-1625">
            <a:extLst xmlns:a="http://schemas.openxmlformats.org/drawingml/2006/main">
              <a:ext uri="{FF2B5EF4-FFF2-40B4-BE49-F238E27FC236}">
                <a16:creationId xmlns:a16="http://schemas.microsoft.com/office/drawing/2014/main" id="{6CA94A2C-847C-40E7-9B68-C60FD56BE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022" y="2434100"/>
            <a:ext cx="160500" cy="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2247" name="sanitized-shape-1626">
            <a:extLst xmlns:a="http://schemas.openxmlformats.org/drawingml/2006/main">
              <a:ext uri="{FF2B5EF4-FFF2-40B4-BE49-F238E27FC236}">
                <a16:creationId xmlns:a16="http://schemas.microsoft.com/office/drawing/2014/main" id="{68C8CC77-339D-47CC-B2D5-65AD529C7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8747" y="5877333"/>
            <a:ext cx="4860900" cy="29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5400" cmpd="sng">
            <a:solidFill>
              <a:srgbClr val="0000F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121875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248" name="sanitized-shape-1627">
            <a:extLst xmlns:a="http://schemas.openxmlformats.org/drawingml/2006/main">
              <a:ext uri="{FF2B5EF4-FFF2-40B4-BE49-F238E27FC236}">
                <a16:creationId xmlns:a16="http://schemas.microsoft.com/office/drawing/2014/main" id="{3A01270E-52D4-4F68-9E2B-F53C88ECD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022" y="1615000"/>
            <a:ext cx="160500" cy="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2249" name="sanitized-shape-1628">
            <a:extLst xmlns:a="http://schemas.openxmlformats.org/drawingml/2006/main">
              <a:ext uri="{FF2B5EF4-FFF2-40B4-BE49-F238E27FC236}">
                <a16:creationId xmlns:a16="http://schemas.microsoft.com/office/drawing/2014/main" id="{007AA767-34EE-44C2-850C-47CD70E24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8747" y="5877317"/>
            <a:ext cx="160500" cy="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2250" name="sanitized-shape-1629">
            <a:extLst xmlns:a="http://schemas.openxmlformats.org/drawingml/2006/main">
              <a:ext uri="{FF2B5EF4-FFF2-40B4-BE49-F238E27FC236}">
                <a16:creationId xmlns:a16="http://schemas.microsoft.com/office/drawing/2014/main" id="{BE1AF87F-29F9-4385-8F7A-25C267AD2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022" y="2717617"/>
            <a:ext cx="160500" cy="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2252" name="sanitized-shape-1630">
            <a:extLst xmlns:a="http://schemas.openxmlformats.org/drawingml/2006/main">
              <a:ext uri="{FF2B5EF4-FFF2-40B4-BE49-F238E27FC236}">
                <a16:creationId xmlns:a16="http://schemas.microsoft.com/office/drawing/2014/main" id="{A577DD92-92B4-4351-8455-9F8C5DC00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69932" y="4986739"/>
            <a:ext cx="3428343" cy="295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5400" cmpd="sng">
            <a:solidFill>
              <a:srgbClr val="FF00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121875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253" name="sanitized-shape-1631">
            <a:extLst xmlns:a="http://schemas.openxmlformats.org/drawingml/2006/main">
              <a:ext uri="{FF2B5EF4-FFF2-40B4-BE49-F238E27FC236}">
                <a16:creationId xmlns:a16="http://schemas.microsoft.com/office/drawing/2014/main" id="{4C2DE85F-F134-4931-8490-60E1892D3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69732" y="4948556"/>
            <a:ext cx="160359" cy="1623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3F3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2254" name="sanitized-shape-1632">
            <a:extLst xmlns:a="http://schemas.openxmlformats.org/drawingml/2006/main">
              <a:ext uri="{FF2B5EF4-FFF2-40B4-BE49-F238E27FC236}">
                <a16:creationId xmlns:a16="http://schemas.microsoft.com/office/drawing/2014/main" id="{15D5DE55-49B7-4D81-B13A-4B9B7056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8747" y="6466833"/>
            <a:ext cx="4860900" cy="29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5400" cmpd="sng">
            <a:solidFill>
              <a:srgbClr val="0000F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121875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255" name="sanitized-shape-1633">
            <a:extLst xmlns:a="http://schemas.openxmlformats.org/drawingml/2006/main">
              <a:ext uri="{FF2B5EF4-FFF2-40B4-BE49-F238E27FC236}">
                <a16:creationId xmlns:a16="http://schemas.microsoft.com/office/drawing/2014/main" id="{F3B470D1-4977-4A1A-A0F4-402E50915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8747" y="6466817"/>
            <a:ext cx="160500" cy="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2256" name="sanitized-shape-1634">
            <a:extLst xmlns:a="http://schemas.openxmlformats.org/drawingml/2006/main">
              <a:ext uri="{FF2B5EF4-FFF2-40B4-BE49-F238E27FC236}">
                <a16:creationId xmlns:a16="http://schemas.microsoft.com/office/drawing/2014/main" id="{EFA660E1-6510-4015-858D-821BB236753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59991" y="635634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69ADA83D-DF77-AA76-6DA0-7A70CD7A4D20}" type="slidenum">
              <a:rPr sz="1200">
                <a:solidFill>
                  <a:schemeClr val="dk1"/>
                </a:solidFill>
              </a:rPr>
              <a:t/>
            </a:fld>
          </a:p>
        </p:txBody>
      </p:sp>
    </p:spTree>
    <p:extLst>
      <p:ext uri="{BB962C8B-B14F-4D97-AF65-F5344CB8AC3E}">
        <p14:creationId xmlns:p14="http://schemas.microsoft.com/office/powerpoint/2010/main" val="2024606160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61" name="sanitized-shape-1635">
            <a:extLst xmlns:a="http://schemas.openxmlformats.org/drawingml/2006/main">
              <a:ext uri="{FF2B5EF4-FFF2-40B4-BE49-F238E27FC236}">
                <a16:creationId xmlns:a16="http://schemas.microsoft.com/office/drawing/2014/main" id="{6291AD44-3EC7-49B8-93A5-97FCAACB4B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38549" y="158496"/>
            <a:ext cx="10767000" cy="563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rgbClr val="E93F33"/>
                </a:solidFill>
              </a:rPr>
              <a:t/>
            </a:r>
          </a:p>
        </p:txBody>
      </p:sp>
      <p:sp>
        <p:nvSpPr>
          <p:cNvPr id="2262" name="sanitized-shape-1636">
            <a:extLst xmlns:a="http://schemas.openxmlformats.org/drawingml/2006/main">
              <a:ext uri="{FF2B5EF4-FFF2-40B4-BE49-F238E27FC236}">
                <a16:creationId xmlns:a16="http://schemas.microsoft.com/office/drawing/2014/main" id="{BFF9B500-DDF1-4FD3-8928-191AC14A818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59991" y="6356349"/>
            <a:ext cx="2742600" cy="36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sp>
        <p:nvSpPr>
          <p:cNvPr id="2263" name="sanitized-shape-1637">
            <a:extLst xmlns:a="http://schemas.openxmlformats.org/drawingml/2006/main">
              <a:ext uri="{FF2B5EF4-FFF2-40B4-BE49-F238E27FC236}">
                <a16:creationId xmlns:a16="http://schemas.microsoft.com/office/drawing/2014/main" id="{7BBF1C2D-E338-4BA2-8CEC-CCC48C6BF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00" y="794375"/>
            <a:ext cx="11763900" cy="372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45700" rIns="45700" bIns="45700" anchor="ctr">
            <a:noAutofit/>
          </a:bodyPr>
          <a:lstStyle xmlns:a="http://schemas.openxmlformats.org/drawingml/2006/main"/>
          <a:p xmlns:a="http://schemas.openxmlformats.org/drawingml/2006/main">
            <a:pPr marL="457200" lvl="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sz="1200">
                <a:solidFill>
                  <a:srgbClr val="000000"/>
                </a:solidFill>
              </a:rPr>
              <a:t/>
            </a:r>
          </a:p>
        </p:txBody>
      </p:sp>
      <p:sp>
        <p:nvSpPr>
          <p:cNvPr id="2265" name="sanitized-shape-1638">
            <a:extLst xmlns:a="http://schemas.openxmlformats.org/drawingml/2006/main">
              <a:ext uri="{FF2B5EF4-FFF2-40B4-BE49-F238E27FC236}">
                <a16:creationId xmlns:a16="http://schemas.microsoft.com/office/drawing/2014/main" id="{CD386CBC-1F5A-40FF-A807-2A7931B16C4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446349" y="6356349"/>
            <a:ext cx="2742600" cy="36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69ADA83D-DF77-AA76-6DA0-7A70CD7A4D20}" type="slidenum">
              <a:rPr sz="1200">
                <a:solidFill>
                  <a:schemeClr val="dk1"/>
                </a:solidFill>
              </a:rPr>
              <a:t/>
            </a:fld>
          </a:p>
        </p:txBody>
      </p:sp>
    </p:spTree>
    <p:extLst>
      <p:ext uri="{BB962C8B-B14F-4D97-AF65-F5344CB8AC3E}">
        <p14:creationId xmlns:p14="http://schemas.microsoft.com/office/powerpoint/2010/main" val="1665554419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70" name="sanitized-shape-1639">
            <a:extLst xmlns:a="http://schemas.openxmlformats.org/drawingml/2006/main">
              <a:ext uri="{FF2B5EF4-FFF2-40B4-BE49-F238E27FC236}">
                <a16:creationId xmlns:a16="http://schemas.microsoft.com/office/drawing/2014/main" id="{0B9AA6F4-4C50-402D-83B3-9B6A9762A9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38549" y="158496"/>
            <a:ext cx="10767000" cy="563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271" name="sanitized-shape-1640">
            <a:extLst xmlns:a="http://schemas.openxmlformats.org/drawingml/2006/main">
              <a:ext uri="{FF2B5EF4-FFF2-40B4-BE49-F238E27FC236}">
                <a16:creationId xmlns:a16="http://schemas.microsoft.com/office/drawing/2014/main" id="{ADC04359-9071-470C-979E-BAA7E4ED5F0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59991" y="6356349"/>
            <a:ext cx="2742600" cy="36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69ADA83D-DF77-AA76-6DA0-7A70CD7A4D20}" type="slidenum">
              <a:t/>
            </a:fld>
          </a:p>
        </p:txBody>
      </p:sp>
      <p:sp>
        <p:nvSpPr>
          <p:cNvPr id="2273" name="sanitized-shape-1641">
            <a:extLst xmlns:a="http://schemas.openxmlformats.org/drawingml/2006/main">
              <a:ext uri="{FF2B5EF4-FFF2-40B4-BE49-F238E27FC236}">
                <a16:creationId xmlns:a16="http://schemas.microsoft.com/office/drawing/2014/main" id="{C332538D-5CFB-429D-BBD7-47FB2A1ACA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59991" y="6356349"/>
            <a:ext cx="2742600" cy="36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38550" tIns="19275" rIns="38550" bIns="19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69ADA83D-DF77-AA76-6DA0-7A70CD7A4D20}" type="slidenum">
              <a:rPr sz="1200">
                <a:solidFill>
                  <a:schemeClr val="dk1"/>
                </a:solidFill>
              </a:rPr>
              <a:t/>
            </a:fld>
          </a:p>
        </p:txBody>
      </p:sp>
    </p:spTree>
    <p:extLst>
      <p:ext uri="{BB962C8B-B14F-4D97-AF65-F5344CB8AC3E}">
        <p14:creationId xmlns:p14="http://schemas.microsoft.com/office/powerpoint/2010/main" val="1891476949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78" name="sanitized-shape-1642">
            <a:extLst xmlns:a="http://schemas.openxmlformats.org/drawingml/2006/main">
              <a:ext uri="{FF2B5EF4-FFF2-40B4-BE49-F238E27FC236}">
                <a16:creationId xmlns:a16="http://schemas.microsoft.com/office/drawing/2014/main" id="{CE79145C-48C5-49F0-8FA1-B6B7D345B8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2" y="119100"/>
            <a:ext cx="11239500" cy="563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68550" tIns="68550" rIns="68550" bIns="6855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rgbClr val="E93F33"/>
                </a:solidFill>
              </a:rPr>
              <a:t/>
            </a:r>
          </a:p>
        </p:txBody>
      </p:sp>
      <p:sp>
        <p:nvSpPr>
          <p:cNvPr id="2279" name="sanitized-shape-1643">
            <a:extLst xmlns:a="http://schemas.openxmlformats.org/drawingml/2006/main">
              <a:ext uri="{FF2B5EF4-FFF2-40B4-BE49-F238E27FC236}">
                <a16:creationId xmlns:a16="http://schemas.microsoft.com/office/drawing/2014/main" id="{970340B8-C4CE-4241-A38A-B9E59E7835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59991" y="6356349"/>
            <a:ext cx="2742600" cy="36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51425" tIns="25700" rIns="51425" bIns="25700" anchor="ctr">
            <a:norm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69ADA83D-DF77-AA76-6DA0-7A70CD7A4D20}" type="slidenum">
              <a:t/>
            </a:fld>
          </a:p>
        </p:txBody>
      </p:sp>
      <p:sp>
        <p:nvSpPr>
          <p:cNvPr id="2280" name="sanitized-shape-1644">
            <a:extLst xmlns:a="http://schemas.openxmlformats.org/drawingml/2006/main">
              <a:ext uri="{FF2B5EF4-FFF2-40B4-BE49-F238E27FC236}">
                <a16:creationId xmlns:a16="http://schemas.microsoft.com/office/drawing/2014/main" id="{E1B8AC5D-73C0-4D0D-960E-2C1920AA6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3306" y="926733"/>
            <a:ext cx="5573700" cy="54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60925" rIns="121875" bIns="60925" anchor="t">
            <a:noAutofit/>
          </a:bodyPr>
          <a:lstStyle xmlns:a="http://schemas.openxmlformats.org/drawingml/2006/main"/>
          <a:p xmlns:a="http://schemas.openxmlformats.org/drawingml/2006/main">
            <a:pPr marL="368300" marR="0" lvl="0" indent="-254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sz="1200" b="1"/>
              <a:t/>
            </a:r>
          </a:p>
        </p:txBody>
      </p:sp>
      <p:sp>
        <p:nvSpPr>
          <p:cNvPr id="2281" name="sanitized-shape-1645">
            <a:extLst xmlns:a="http://schemas.openxmlformats.org/drawingml/2006/main">
              <a:ext uri="{FF2B5EF4-FFF2-40B4-BE49-F238E27FC236}">
                <a16:creationId xmlns:a16="http://schemas.microsoft.com/office/drawing/2014/main" id="{43DF4503-1D33-451B-9AAB-82AF3B6A4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12" y="6464043"/>
            <a:ext cx="10767600" cy="2727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121875" rIns="0" bIns="1218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chemeClr val="dk1"/>
                </a:solidFill>
              </a:rPr>
              <a:t/>
            </a:r>
          </a:p>
        </p:txBody>
      </p:sp>
      <p:graphicFrame>
        <p:nvGraphicFramePr>
          <p:cNvPr id="2294" name="sanitized-table-15"/>
          <p:cNvGraphicFramePr/>
          <p:nvPr/>
        </p:nvGraphicFramePr>
        <p:xfrm>
          <a:off xmlns:a="http://schemas.openxmlformats.org/drawingml/2006/main" x="282515" y="917753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{CDD7BB8A-1EDB-4F6B-BC6B-4E1E84436C22}</a:tableStyleId>
              </a:tblPr>
              <a:tblGrid>
                <a:gridCol w="824800"/>
                <a:gridCol w="639175"/>
                <a:gridCol w="679475"/>
                <a:gridCol w="844550"/>
                <a:gridCol w="835200"/>
                <a:gridCol w="820425"/>
                <a:gridCol w="788025"/>
                <a:gridCol w="706400"/>
              </a:tblGrid>
              <a:tr h="66675">
                <a:tc gridSpan="6"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</a:lnR>
                    <a:lnT w="15225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</a:lnT>
                    <a:lnB w="152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r>
                        <a:rPr sz="100"/>
                        <a:t/>
                      </a: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r>
                        <a:rPr sz="100"/>
                        <a:t/>
                      </a: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r>
                        <a:rPr sz="100"/>
                        <a:t/>
                      </a: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r>
                        <a:rPr sz="100"/>
                        <a:t/>
                      </a: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r>
                        <a:rPr sz="100"/>
                        <a:t/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"/>
                        <a:t/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lt1"/>
                      </a:solidFill>
                      <a:prstDash val="solid"/>
                    </a:lnR>
                    <a:lnT w="15225" cmpd="sng">
                      <a:solidFill>
                        <a:schemeClr val="lt1"/>
                      </a:solidFill>
                      <a:prstDash val="solid"/>
                    </a:lnT>
                    <a:lnB w="15225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"/>
                        <a:t/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lt1"/>
                      </a:solidFill>
                      <a:prstDash val="solid"/>
                    </a:lnL>
                    <a:lnT w="15225" cmpd="sng">
                      <a:solidFill>
                        <a:schemeClr val="lt1"/>
                      </a:solidFill>
                      <a:prstDash val="solid"/>
                    </a:lnT>
                    <a:lnB w="15225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</a:lnB>
                  </a:tcPr>
                </a:tc>
              </a:tr>
              <a:tr h="66675">
                <a:tc rowSpan="2"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0" marR="0" marT="0" marB="0" anchor="ctr">
                    <a:lnL w="15225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lt1"/>
                      </a:solidFill>
                      <a:prstDash val="solid"/>
                    </a:lnR>
                    <a:lnT w="15225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lt1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solidFill>
                            <a:schemeClr val="lt1"/>
                          </a:solidFill>
                        </a:rPr>
                        <a:t/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lt1"/>
                      </a:solidFill>
                      <a:prstDash val="solid"/>
                    </a:lnL>
                    <a:lnR w="15225" cmpd="sng">
                      <a:solidFill>
                        <a:schemeClr val="lt1"/>
                      </a:solidFill>
                      <a:prstDash val="solid"/>
                    </a:lnR>
                    <a:lnT w="15225" cmpd="sng">
                      <a:solidFill>
                        <a:schemeClr val="dk1"/>
                      </a:solidFill>
                      <a:prstDash val="solid"/>
                    </a:lnT>
                    <a:lnB w="15225" cmpd="sng">
                      <a:solidFill>
                        <a:schemeClr val="lt1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sz="100"/>
                        <a:t/>
                      </a: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r>
                        <a:rPr sz="100"/>
                        <a:t/>
                      </a:r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0" marR="0" marT="0" marB="0" anchor="ctr">
                    <a:lnL w="15225" cmpd="sng">
                      <a:solidFill>
                        <a:schemeClr val="lt1"/>
                      </a:solidFill>
                      <a:prstDash val="solid"/>
                    </a:lnL>
                    <a:lnR w="15225" cmpd="sng">
                      <a:solidFill>
                        <a:schemeClr val="lt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lt1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solidFill>
                            <a:schemeClr val="lt1"/>
                          </a:solidFill>
                        </a:rPr>
                        <a:t/>
                      </a:r>
                    </a:p>
                  </a:txBody>
                  <a:tcPr marL="0" marR="0" marT="0" marB="0" anchor="ctr">
                    <a:lnL w="15225" cmpd="sng">
                      <a:solidFill>
                        <a:schemeClr val="lt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lt1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"/>
                        <a:t/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</a:lnR>
                    <a:lnT w="15225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</a:lnT>
                    <a:lnB w="15225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"/>
                        <a:t/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15225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</a:lnT>
                    <a:lnB w="15225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</a:lnB>
                  </a:tcPr>
                </a:tc>
              </a:tr>
              <a:tr h="66675">
                <a:tc vMerge="1">
                  <a:txBody>
                    <a:bodyPr/>
                    <a:lstStyle/>
                    <a:p>
                      <a:r>
                        <a:rPr sz="100"/>
                        <a:t/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solidFill>
                            <a:schemeClr val="lt1"/>
                          </a:solidFill>
                        </a:rPr>
                        <a:t/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lt1"/>
                      </a:solidFill>
                      <a:prstDash val="solid"/>
                    </a:lnL>
                    <a:lnR w="15225" cmpd="sng">
                      <a:solidFill>
                        <a:schemeClr val="lt1"/>
                      </a:solidFill>
                      <a:prstDash val="solid"/>
                    </a:lnR>
                    <a:lnT w="15225" cmpd="sng">
                      <a:solidFill>
                        <a:schemeClr val="lt1"/>
                      </a:solidFill>
                      <a:prstDash val="solid"/>
                    </a:lnT>
                    <a:lnB w="12700" cmpd="sng">
                      <a:solidFill>
                        <a:schemeClr val="lt1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solidFill>
                            <a:schemeClr val="lt1"/>
                          </a:solidFill>
                        </a:rPr>
                        <a:t/>
                      </a:r>
                    </a:p>
                  </a:txBody>
                  <a:tcPr marL="0" marR="0" marT="0" marB="0" anchor="ctr">
                    <a:lnL w="15225" cmpd="sng">
                      <a:solidFill>
                        <a:schemeClr val="lt1"/>
                      </a:solidFill>
                      <a:prstDash val="solid"/>
                    </a:lnL>
                    <a:lnR w="12700" cmpd="sng">
                      <a:solidFill>
                        <a:schemeClr val="lt1"/>
                      </a:solidFill>
                      <a:prstDash val="solid"/>
                    </a:lnR>
                    <a:lnT w="15225" cmpd="sng">
                      <a:solidFill>
                        <a:schemeClr val="lt1"/>
                      </a:solidFill>
                      <a:prstDash val="solid"/>
                    </a:lnT>
                    <a:lnB w="12700" cmpd="sng">
                      <a:solidFill>
                        <a:schemeClr val="lt1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lt1"/>
                      </a:solidFill>
                      <a:prstDash val="solid"/>
                    </a:lnL>
                    <a:lnR w="15225" cmpd="sng">
                      <a:solidFill>
                        <a:schemeClr val="lt1"/>
                      </a:solidFill>
                      <a:prstDash val="solid"/>
                    </a:lnR>
                    <a:lnT w="15225" cmpd="sng">
                      <a:solidFill>
                        <a:schemeClr val="lt1"/>
                      </a:solidFill>
                      <a:prstDash val="solid"/>
                    </a:lnT>
                    <a:lnB w="12700" cmpd="sng">
                      <a:solidFill>
                        <a:schemeClr val="lt1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 vMerge="1">
                  <a:txBody>
                    <a:bodyPr/>
                    <a:lstStyle/>
                    <a:p>
                      <a:r>
                        <a:rPr sz="100"/>
                        <a:t/>
                      </a:r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r>
                        <a:rPr sz="100"/>
                        <a:t/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"/>
                        <a:t/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</a:lnR>
                    <a:lnT w="15225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</a:lnT>
                    <a:lnB w="15225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"/>
                        <a:t/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15225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</a:lnT>
                    <a:lnB w="15225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</a:lnB>
                  </a:tcPr>
                </a:tc>
              </a:tr>
              <a:tr h="6667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/>
                        <a:t/>
                      </a:r>
                    </a:p>
                  </a:txBody>
                  <a:tcPr marL="0" marR="0" marT="0" marB="0" anchor="ctr">
                    <a:lnL w="15225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lt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/>
                        <a:t/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5225" cmpd="sng">
                      <a:solidFill>
                        <a:srgbClr val="000000"/>
                      </a:solidFill>
                      <a:prstDash val="dot"/>
                    </a:lnR>
                    <a:lnT w="12700" cmpd="sng">
                      <a:solidFill>
                        <a:schemeClr val="lt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/>
                        <a:t/>
                      </a:r>
                    </a:p>
                  </a:txBody>
                  <a:tcPr marL="0" marR="0" marT="0" marB="0" anchor="ctr">
                    <a:lnL w="15225" cmpd="sng">
                      <a:solidFill>
                        <a:srgbClr val="000000"/>
                      </a:solidFill>
                      <a:prstDash val="dot"/>
                    </a:lnL>
                    <a:lnR w="12700" cmpd="sng">
                      <a:solidFill>
                        <a:schemeClr val="dk1"/>
                      </a:solidFill>
                      <a:prstDash val="dot"/>
                    </a:lnR>
                    <a:lnT w="12700" cmpd="sng">
                      <a:solidFill>
                        <a:schemeClr val="lt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/>
                        <a:t/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dk1"/>
                      </a:solidFill>
                      <a:prstDash val="dot"/>
                    </a:lnL>
                    <a:lnR w="15225" cmpd="sng">
                      <a:solidFill>
                        <a:srgbClr val="000000"/>
                      </a:solidFill>
                      <a:prstDash val="dot"/>
                    </a:lnR>
                    <a:lnT w="12700" cmpd="sng">
                      <a:solidFill>
                        <a:schemeClr val="lt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/>
                        <a:t/>
                      </a:r>
                    </a:p>
                  </a:txBody>
                  <a:tcPr marL="0" marR="0" marT="0" marB="0" anchor="ctr">
                    <a:lnL w="15225" cmpd="sng">
                      <a:solidFill>
                        <a:srgbClr val="000000"/>
                      </a:solidFill>
                      <a:prstDash val="dot"/>
                    </a:lnL>
                    <a:lnR w="15225" cmpd="sng">
                      <a:solidFill>
                        <a:srgbClr val="000000"/>
                      </a:solidFill>
                      <a:prstDash val="dot"/>
                    </a:lnR>
                    <a:lnT w="12700" cmpd="sng">
                      <a:solidFill>
                        <a:schemeClr val="lt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/>
                        <a:t/>
                      </a:r>
                    </a:p>
                  </a:txBody>
                  <a:tcPr marL="0" marR="0" marT="0" marB="0" anchor="ctr">
                    <a:lnL w="15225" cmpd="sng">
                      <a:solidFill>
                        <a:srgbClr val="000000"/>
                      </a:solidFill>
                      <a:prstDash val="dot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lt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"/>
                        <a:t/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</a:lnR>
                    <a:lnT w="15225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</a:lnT>
                    <a:lnB w="15225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"/>
                        <a:t/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15225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</a:lnT>
                    <a:lnB w="15225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</a:lnB>
                  </a:tcPr>
                </a:tc>
              </a:tr>
              <a:tr h="6667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0" marR="0" marT="0" marB="0" anchor="ctr">
                    <a:lnL w="15225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5225" cmpd="sng">
                      <a:solidFill>
                        <a:srgbClr val="000000"/>
                      </a:solidFill>
                      <a:prstDash val="dot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0" marR="0" marT="0" marB="0" anchor="ctr">
                    <a:lnL w="15225" cmpd="sng">
                      <a:solidFill>
                        <a:srgbClr val="000000"/>
                      </a:solidFill>
                      <a:prstDash val="dot"/>
                    </a:lnL>
                    <a:lnR w="12700" cmpd="sng">
                      <a:solidFill>
                        <a:schemeClr val="dk1"/>
                      </a:solidFill>
                      <a:prstDash val="dot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dk1"/>
                      </a:solidFill>
                      <a:prstDash val="dot"/>
                    </a:lnL>
                    <a:lnR w="15225" cmpd="sng">
                      <a:solidFill>
                        <a:srgbClr val="000000"/>
                      </a:solidFill>
                      <a:prstDash val="dot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0" marR="0" marT="0" marB="0" anchor="ctr">
                    <a:lnL w="15225" cmpd="sng">
                      <a:solidFill>
                        <a:srgbClr val="000000"/>
                      </a:solidFill>
                      <a:prstDash val="dot"/>
                    </a:lnL>
                    <a:lnR w="15225" cmpd="sng">
                      <a:solidFill>
                        <a:srgbClr val="000000"/>
                      </a:solidFill>
                      <a:prstDash val="dot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0" marR="0" marT="0" marB="0" anchor="ctr">
                    <a:lnL w="15225" cmpd="sng">
                      <a:solidFill>
                        <a:srgbClr val="000000"/>
                      </a:solidFill>
                      <a:prstDash val="dot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"/>
                        <a:t/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</a:lnR>
                    <a:lnT w="15225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</a:lnT>
                    <a:lnB w="15225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"/>
                        <a:t/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15225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</a:lnT>
                    <a:lnB w="15225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</a:lnB>
                  </a:tcPr>
                </a:tc>
              </a:tr>
              <a:tr h="6667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0" marR="0" marT="0" marB="0" anchor="ctr">
                    <a:lnL w="15225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5225" cmpd="sng">
                      <a:solidFill>
                        <a:srgbClr val="000000"/>
                      </a:solidFill>
                      <a:prstDash val="dot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0" marR="0" marT="0" marB="0" anchor="ctr">
                    <a:lnL w="15225" cmpd="sng">
                      <a:solidFill>
                        <a:srgbClr val="000000"/>
                      </a:solidFill>
                      <a:prstDash val="dot"/>
                    </a:lnL>
                    <a:lnR w="12700" cmpd="sng">
                      <a:solidFill>
                        <a:schemeClr val="dk1"/>
                      </a:solidFill>
                      <a:prstDash val="dot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dk1"/>
                      </a:solidFill>
                      <a:prstDash val="dot"/>
                    </a:lnL>
                    <a:lnR w="15225" cmpd="sng">
                      <a:solidFill>
                        <a:srgbClr val="000000"/>
                      </a:solidFill>
                      <a:prstDash val="dot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0" marR="0" marT="0" marB="0" anchor="ctr">
                    <a:lnL w="15225" cmpd="sng">
                      <a:solidFill>
                        <a:srgbClr val="000000"/>
                      </a:solidFill>
                      <a:prstDash val="dot"/>
                    </a:lnL>
                    <a:lnR w="15225" cmpd="sng">
                      <a:solidFill>
                        <a:srgbClr val="000000"/>
                      </a:solidFill>
                      <a:prstDash val="dot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0" marR="0" marT="0" marB="0" anchor="ctr">
                    <a:lnL w="15225" cmpd="sng">
                      <a:solidFill>
                        <a:srgbClr val="000000"/>
                      </a:solidFill>
                      <a:prstDash val="dot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"/>
                        <a:t/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</a:lnR>
                    <a:lnT w="15225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</a:lnT>
                    <a:lnB w="15225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"/>
                        <a:t/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15225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</a:lnT>
                    <a:lnB w="15225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</a:lnB>
                  </a:tcPr>
                </a:tc>
              </a:tr>
              <a:tr h="6667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0" marR="0" marT="0" marB="0" anchor="ctr">
                    <a:lnL w="15225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5225" cmpd="sng">
                      <a:solidFill>
                        <a:srgbClr val="000000"/>
                      </a:solidFill>
                      <a:prstDash val="dot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0" marR="0" marT="0" marB="0" anchor="ctr">
                    <a:lnL w="15225" cmpd="sng">
                      <a:solidFill>
                        <a:srgbClr val="000000"/>
                      </a:solidFill>
                      <a:prstDash val="dot"/>
                    </a:lnL>
                    <a:lnR w="12700" cmpd="sng">
                      <a:solidFill>
                        <a:schemeClr val="dk1"/>
                      </a:solidFill>
                      <a:prstDash val="dot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dk1"/>
                      </a:solidFill>
                      <a:prstDash val="dot"/>
                    </a:lnL>
                    <a:lnR w="15225" cmpd="sng">
                      <a:solidFill>
                        <a:srgbClr val="000000"/>
                      </a:solidFill>
                      <a:prstDash val="dot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0" marR="0" marT="0" marB="0" anchor="ctr">
                    <a:lnL w="15225" cmpd="sng">
                      <a:solidFill>
                        <a:srgbClr val="000000"/>
                      </a:solidFill>
                      <a:prstDash val="dot"/>
                    </a:lnL>
                    <a:lnR w="15225" cmpd="sng">
                      <a:solidFill>
                        <a:srgbClr val="000000"/>
                      </a:solidFill>
                      <a:prstDash val="dot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0" marR="0" marT="0" marB="0" anchor="ctr">
                    <a:lnL w="15225" cmpd="sng">
                      <a:solidFill>
                        <a:srgbClr val="000000"/>
                      </a:solidFill>
                      <a:prstDash val="dot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"/>
                        <a:t/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</a:lnR>
                    <a:lnT w="15225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</a:lnT>
                    <a:lnB w="15225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"/>
                        <a:t/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15225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</a:lnT>
                    <a:lnB w="15225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</a:lnB>
                  </a:tcPr>
                </a:tc>
              </a:tr>
              <a:tr h="6667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0" marR="0" marT="0" marB="0" anchor="ctr">
                    <a:lnL w="15225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B w="152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5225" cmpd="sng">
                      <a:solidFill>
                        <a:srgbClr val="000000"/>
                      </a:solidFill>
                      <a:prstDash val="dot"/>
                    </a:lnR>
                    <a:lnB w="152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0" marR="0" marT="0" marB="0" anchor="ctr">
                    <a:lnL w="15225" cmpd="sng">
                      <a:solidFill>
                        <a:srgbClr val="000000"/>
                      </a:solidFill>
                      <a:prstDash val="dot"/>
                    </a:lnL>
                    <a:lnR w="12700" cmpd="sng">
                      <a:solidFill>
                        <a:schemeClr val="dk1"/>
                      </a:solidFill>
                      <a:prstDash val="dot"/>
                    </a:lnR>
                    <a:lnB w="152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dk1"/>
                      </a:solidFill>
                      <a:prstDash val="dot"/>
                    </a:lnL>
                    <a:lnR w="15225" cmpd="sng">
                      <a:solidFill>
                        <a:srgbClr val="000000"/>
                      </a:solidFill>
                      <a:prstDash val="dot"/>
                    </a:lnR>
                    <a:lnB w="152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0" marR="0" marT="0" marB="0" anchor="ctr">
                    <a:lnL w="15225" cmpd="sng">
                      <a:solidFill>
                        <a:srgbClr val="000000"/>
                      </a:solidFill>
                      <a:prstDash val="dot"/>
                    </a:lnL>
                    <a:lnR w="15225" cmpd="sng">
                      <a:solidFill>
                        <a:srgbClr val="000000"/>
                      </a:solidFill>
                      <a:prstDash val="dot"/>
                    </a:lnR>
                    <a:lnB w="152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0" marR="0" marT="0" marB="0" anchor="ctr">
                    <a:lnL w="15225" cmpd="sng">
                      <a:solidFill>
                        <a:srgbClr val="000000"/>
                      </a:solidFill>
                      <a:prstDash val="dot"/>
                    </a:lnL>
                    <a:lnR w="15225" cmpd="sng">
                      <a:solidFill>
                        <a:schemeClr val="dk1"/>
                      </a:solidFill>
                      <a:prstDash val="solid"/>
                    </a:lnR>
                    <a:lnB w="152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"/>
                        <a:t/>
                      </a:r>
                    </a:p>
                  </a:txBody>
                  <a:tcPr marL="0" marR="0" marT="0" marB="0" anchor="ctr">
                    <a:lnL w="15225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</a:lnR>
                    <a:lnT w="15225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</a:lnT>
                    <a:lnB w="15225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"/>
                        <a:t/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15225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</a:lnT>
                    <a:lnB w="15225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</a:lnB>
                  </a:tcPr>
                </a:tc>
              </a:tr>
              <a:tr h="66675">
                <a:tc gridSpan="5"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"/>
                        <a:t/>
                      </a:r>
                    </a:p>
                  </a:txBody>
                  <a:tcPr marL="0" marR="0" marT="0" marB="0" anchor="ctr">
                    <a:lnR w="12700" cmpd="sng">
                      <a:solidFill>
                        <a:schemeClr val="lt1"/>
                      </a:solidFill>
                      <a:prstDash val="solid"/>
                    </a:lnR>
                    <a:lnT w="15225" cmpd="sng">
                      <a:solidFill>
                        <a:schemeClr val="dk1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r>
                        <a:rPr sz="100"/>
                        <a:t/>
                      </a: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r>
                        <a:rPr sz="100"/>
                        <a:t/>
                      </a: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r>
                        <a:rPr sz="100"/>
                        <a:t/>
                      </a: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r>
                        <a:rPr sz="100"/>
                        <a:t/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"/>
                        <a:t/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lt1"/>
                      </a:solidFill>
                      <a:prstDash val="solid"/>
                    </a:lnL>
                    <a:lnR w="12700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</a:lnR>
                    <a:lnT w="15225" cmpd="sng">
                      <a:solidFill>
                        <a:schemeClr val="dk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"/>
                        <a:t/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</a:lnR>
                    <a:lnT w="15225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</a:lnT>
                    <a:lnB w="15225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"/>
                        <a:t/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15225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</a:lnT>
                    <a:lnB w="15225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</a:lnB>
                  </a:tcPr>
                </a:tc>
              </a:tr>
              <a:tr h="66675">
                <a:tc gridSpan="5"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"/>
                        <a:t/>
                      </a: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r>
                        <a:rPr sz="100"/>
                        <a:t/>
                      </a: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r>
                        <a:rPr sz="100"/>
                        <a:t/>
                      </a: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r>
                        <a:rPr sz="100"/>
                        <a:t/>
                      </a: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r>
                        <a:rPr sz="100"/>
                        <a:t/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"/>
                        <a:t/>
                      </a:r>
                    </a:p>
                  </a:txBody>
                  <a:tcPr marL="0" marR="0" marT="0" marB="0" anchor="ctr">
                    <a:lnR w="1270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"/>
                        <a:t/>
                      </a:r>
                    </a:p>
                  </a:txBody>
                  <a:tcPr marL="0" marR="0" marT="0" marB="0" anchor="ctr">
                    <a:lnL w="1270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12700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</a:lnR>
                    <a:lnT w="15225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</a:lnT>
                    <a:lnB w="15225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"/>
                        <a:t/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15225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</a:lnT>
                    <a:lnB w="15225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</a:lnB>
                  </a:tcPr>
                </a:tc>
              </a:tr>
              <a:tr h="66675">
                <a:tc gridSpan="5"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/>
                        <a:t/>
                      </a:r>
                    </a:p>
                  </a:txBody>
                  <a:tcPr marL="0" marR="0" marT="0" marB="0" anchor="ctr">
                    <a:lnB w="152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r>
                        <a:rPr sz="100"/>
                        <a:t/>
                      </a: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r>
                        <a:rPr sz="100"/>
                        <a:t/>
                      </a: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r>
                        <a:rPr sz="100"/>
                        <a:t/>
                      </a: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r>
                        <a:rPr sz="100"/>
                        <a:t/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"/>
                        <a:t/>
                      </a:r>
                    </a:p>
                  </a:txBody>
                  <a:tcPr marL="0" marR="0" marT="0" marB="0" anchor="ctr">
                    <a:lnR w="1270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B w="152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"/>
                        <a:t/>
                      </a:r>
                    </a:p>
                  </a:txBody>
                  <a:tcPr marL="0" marR="0" marT="0" marB="0" anchor="ctr">
                    <a:lnL w="1270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12700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</a:lnR>
                    <a:lnT w="15225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</a:lnT>
                    <a:lnB w="15225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"/>
                        <a:t/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15225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</a:lnT>
                    <a:lnB w="15225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</a:lnB>
                  </a:tcPr>
                </a:tc>
              </a:tr>
              <a:tr h="66675">
                <a:tc rowSpan="2"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0" marR="0" marT="0" marB="0" anchor="ctr">
                    <a:lnL w="15225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lt1"/>
                      </a:solidFill>
                      <a:prstDash val="solid"/>
                    </a:lnR>
                    <a:lnT w="15225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lt1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solidFill>
                            <a:schemeClr val="lt1"/>
                          </a:solidFill>
                        </a:rPr>
                        <a:t/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lt1"/>
                      </a:solidFill>
                      <a:prstDash val="solid"/>
                    </a:lnL>
                    <a:lnR w="15225" cmpd="sng">
                      <a:solidFill>
                        <a:schemeClr val="lt1"/>
                      </a:solidFill>
                      <a:prstDash val="solid"/>
                    </a:lnR>
                    <a:lnT w="15225" cmpd="sng">
                      <a:solidFill>
                        <a:schemeClr val="dk1"/>
                      </a:solidFill>
                      <a:prstDash val="solid"/>
                    </a:lnT>
                    <a:lnB w="15225" cmpd="sng">
                      <a:solidFill>
                        <a:schemeClr val="lt1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sz="100"/>
                        <a:t/>
                      </a: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r>
                        <a:rPr sz="100"/>
                        <a:t/>
                      </a:r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solidFill>
                            <a:schemeClr val="lt1"/>
                          </a:solidFill>
                        </a:rPr>
                        <a:t/>
                      </a:r>
                    </a:p>
                  </a:txBody>
                  <a:tcPr marL="0" marR="0" marT="0" marB="0" anchor="ctr">
                    <a:lnL w="15225" cmpd="sng">
                      <a:solidFill>
                        <a:schemeClr val="lt1"/>
                      </a:solidFill>
                      <a:prstDash val="solid"/>
                    </a:lnL>
                    <a:lnR w="15225" cmpd="sng">
                      <a:solidFill>
                        <a:schemeClr val="lt1"/>
                      </a:solidFill>
                      <a:prstDash val="solid"/>
                    </a:lnR>
                    <a:lnT w="15225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lt1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solidFill>
                            <a:schemeClr val="lt1"/>
                          </a:solidFill>
                        </a:rPr>
                        <a:t/>
                      </a:r>
                    </a:p>
                  </a:txBody>
                  <a:tcPr marL="0" marR="0" marT="0" marB="0" anchor="ctr">
                    <a:lnL w="15225" cmpd="sng">
                      <a:solidFill>
                        <a:schemeClr val="lt1"/>
                      </a:solidFill>
                      <a:prstDash val="solid"/>
                    </a:lnL>
                    <a:lnR w="15225" cmpd="sng">
                      <a:solidFill>
                        <a:schemeClr val="dk1"/>
                      </a:solidFill>
                      <a:prstDash val="solid"/>
                    </a:lnR>
                    <a:lnT w="15225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lt1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"/>
                        <a:t/>
                      </a:r>
                    </a:p>
                  </a:txBody>
                  <a:tcPr marL="0" marR="0" marT="0" marB="0" anchor="ctr">
                    <a:lnL w="15225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</a:lnR>
                    <a:lnT w="15225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</a:lnT>
                    <a:lnB w="15225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"/>
                        <a:t/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15225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</a:lnT>
                    <a:lnB w="15225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</a:lnB>
                  </a:tcPr>
                </a:tc>
              </a:tr>
              <a:tr h="66675">
                <a:tc vMerge="1">
                  <a:txBody>
                    <a:bodyPr/>
                    <a:lstStyle/>
                    <a:p>
                      <a:r>
                        <a:rPr sz="100"/>
                        <a:t/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solidFill>
                            <a:schemeClr val="lt1"/>
                          </a:solidFill>
                        </a:rPr>
                        <a:t/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lt1"/>
                      </a:solidFill>
                      <a:prstDash val="solid"/>
                    </a:lnL>
                    <a:lnR w="15225" cmpd="sng">
                      <a:solidFill>
                        <a:schemeClr val="lt1"/>
                      </a:solidFill>
                      <a:prstDash val="solid"/>
                    </a:lnR>
                    <a:lnT w="15225" cmpd="sng">
                      <a:solidFill>
                        <a:schemeClr val="lt1"/>
                      </a:solidFill>
                      <a:prstDash val="solid"/>
                    </a:lnT>
                    <a:lnB w="12700" cmpd="sng">
                      <a:solidFill>
                        <a:schemeClr val="lt1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solidFill>
                            <a:schemeClr val="lt1"/>
                          </a:solidFill>
                        </a:rPr>
                        <a:t/>
                      </a:r>
                    </a:p>
                  </a:txBody>
                  <a:tcPr marL="0" marR="0" marT="0" marB="0" anchor="ctr">
                    <a:lnL w="15225" cmpd="sng">
                      <a:solidFill>
                        <a:schemeClr val="lt1"/>
                      </a:solidFill>
                      <a:prstDash val="solid"/>
                    </a:lnL>
                    <a:lnR w="12700" cmpd="sng">
                      <a:solidFill>
                        <a:schemeClr val="lt1"/>
                      </a:solidFill>
                      <a:prstDash val="solid"/>
                    </a:lnR>
                    <a:lnT w="15225" cmpd="sng">
                      <a:solidFill>
                        <a:schemeClr val="lt1"/>
                      </a:solidFill>
                      <a:prstDash val="solid"/>
                    </a:lnT>
                    <a:lnB w="12700" cmpd="sng">
                      <a:solidFill>
                        <a:schemeClr val="lt1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solidFill>
                            <a:schemeClr val="lt1"/>
                          </a:solidFill>
                        </a:rPr>
                        <a:t/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lt1"/>
                      </a:solidFill>
                      <a:prstDash val="solid"/>
                    </a:lnL>
                    <a:lnR w="15225" cmpd="sng">
                      <a:solidFill>
                        <a:schemeClr val="lt1"/>
                      </a:solidFill>
                      <a:prstDash val="solid"/>
                    </a:lnR>
                    <a:lnT w="15225" cmpd="sng">
                      <a:solidFill>
                        <a:schemeClr val="lt1"/>
                      </a:solidFill>
                      <a:prstDash val="solid"/>
                    </a:lnT>
                    <a:lnB w="12700" cmpd="sng">
                      <a:solidFill>
                        <a:schemeClr val="lt1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 vMerge="1">
                  <a:txBody>
                    <a:bodyPr/>
                    <a:lstStyle/>
                    <a:p>
                      <a:r>
                        <a:rPr sz="100"/>
                        <a:t/>
                      </a:r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r>
                        <a:rPr sz="100"/>
                        <a:t/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"/>
                        <a:t/>
                      </a:r>
                    </a:p>
                  </a:txBody>
                  <a:tcPr marL="0" marR="0" marT="0" marB="0" anchor="ctr">
                    <a:lnL w="15225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</a:lnR>
                    <a:lnT w="15225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</a:lnT>
                    <a:lnB w="15225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"/>
                        <a:t/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15225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</a:lnT>
                    <a:lnB w="15225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</a:lnB>
                  </a:tcPr>
                </a:tc>
              </a:tr>
              <a:tr h="6667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/>
                        <a:t/>
                      </a:r>
                    </a:p>
                  </a:txBody>
                  <a:tcPr marL="0" marR="0" marT="0" marB="0" anchor="ctr">
                    <a:lnL w="15225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lt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/>
                        <a:t/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5225" cmpd="sng">
                      <a:solidFill>
                        <a:srgbClr val="000000"/>
                      </a:solidFill>
                      <a:prstDash val="dot"/>
                    </a:lnR>
                    <a:lnT w="12700" cmpd="sng">
                      <a:solidFill>
                        <a:schemeClr val="lt1"/>
                      </a:solidFill>
                      <a:prstDash val="solid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/>
                        <a:t/>
                      </a:r>
                    </a:p>
                  </a:txBody>
                  <a:tcPr marL="0" marR="0" marT="0" marB="0" anchor="ctr">
                    <a:lnL w="15225" cmpd="sng">
                      <a:solidFill>
                        <a:srgbClr val="000000"/>
                      </a:solidFill>
                      <a:prstDash val="dot"/>
                    </a:lnL>
                    <a:lnR w="12700" cmpd="sng">
                      <a:solidFill>
                        <a:schemeClr val="dk1"/>
                      </a:solidFill>
                      <a:prstDash val="dot"/>
                    </a:lnR>
                    <a:lnT w="12700" cmpd="sng">
                      <a:solidFill>
                        <a:schemeClr val="lt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/>
                        <a:t/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dk1"/>
                      </a:solidFill>
                      <a:prstDash val="dot"/>
                    </a:lnL>
                    <a:lnR w="15225" cmpd="sng">
                      <a:solidFill>
                        <a:srgbClr val="000000"/>
                      </a:solidFill>
                      <a:prstDash val="dot"/>
                    </a:lnR>
                    <a:lnT w="12700" cmpd="sng">
                      <a:solidFill>
                        <a:schemeClr val="lt1"/>
                      </a:solidFill>
                      <a:prstDash val="solid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/>
                        <a:t/>
                      </a:r>
                    </a:p>
                  </a:txBody>
                  <a:tcPr marL="0" marR="0" marT="0" marB="0" anchor="ctr">
                    <a:lnL w="15225" cmpd="sng">
                      <a:solidFill>
                        <a:srgbClr val="000000"/>
                      </a:solidFill>
                      <a:prstDash val="dot"/>
                    </a:lnL>
                    <a:lnR w="15225" cmpd="sng">
                      <a:solidFill>
                        <a:srgbClr val="000000"/>
                      </a:solidFill>
                      <a:prstDash val="dot"/>
                    </a:lnR>
                    <a:lnT w="12700" cmpd="sng">
                      <a:solidFill>
                        <a:schemeClr val="lt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/>
                        <a:t/>
                      </a:r>
                    </a:p>
                  </a:txBody>
                  <a:tcPr marL="0" marR="0" marT="0" marB="0" anchor="ctr">
                    <a:lnL w="15225" cmpd="sng">
                      <a:solidFill>
                        <a:srgbClr val="000000"/>
                      </a:solidFill>
                      <a:prstDash val="dot"/>
                    </a:lnL>
                    <a:lnR w="15225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lt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"/>
                        <a:t/>
                      </a:r>
                    </a:p>
                  </a:txBody>
                  <a:tcPr marL="0" marR="0" marT="0" marB="0" anchor="ctr">
                    <a:lnL w="15225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</a:lnR>
                    <a:lnT w="15225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</a:lnT>
                    <a:lnB w="15225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"/>
                        <a:t/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15225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</a:lnT>
                    <a:lnB w="15225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</a:lnB>
                  </a:tcPr>
                </a:tc>
              </a:tr>
              <a:tr h="6667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0" marR="0" marT="0" marB="0" anchor="ctr">
                    <a:lnL w="15225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5225" cmpd="sng">
                      <a:solidFill>
                        <a:srgbClr val="000000"/>
                      </a:solidFill>
                      <a:prstDash val="dot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0" marR="0" marT="0" marB="0" anchor="ctr">
                    <a:lnL w="15225" cmpd="sng">
                      <a:solidFill>
                        <a:srgbClr val="000000"/>
                      </a:solidFill>
                      <a:prstDash val="dot"/>
                    </a:lnL>
                    <a:lnR w="12700" cmpd="sng">
                      <a:solidFill>
                        <a:schemeClr val="dk1"/>
                      </a:solidFill>
                      <a:prstDash val="dot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dk1"/>
                      </a:solidFill>
                      <a:prstDash val="dot"/>
                    </a:lnL>
                    <a:lnR w="15225" cmpd="sng">
                      <a:solidFill>
                        <a:srgbClr val="000000"/>
                      </a:solidFill>
                      <a:prstDash val="dot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0" marR="0" marT="0" marB="0" anchor="ctr">
                    <a:lnL w="15225" cmpd="sng">
                      <a:solidFill>
                        <a:srgbClr val="000000"/>
                      </a:solidFill>
                      <a:prstDash val="dot"/>
                    </a:lnL>
                    <a:lnR w="15225" cmpd="sng">
                      <a:solidFill>
                        <a:srgbClr val="000000"/>
                      </a:solidFill>
                      <a:prstDash val="dot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0" marR="0" marT="0" marB="0" anchor="ctr">
                    <a:lnL w="15225" cmpd="sng">
                      <a:solidFill>
                        <a:srgbClr val="000000"/>
                      </a:solidFill>
                      <a:prstDash val="dot"/>
                    </a:lnL>
                    <a:lnR w="15225" cmpd="sng">
                      <a:solidFill>
                        <a:schemeClr val="dk1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"/>
                        <a:t/>
                      </a:r>
                    </a:p>
                  </a:txBody>
                  <a:tcPr marL="0" marR="0" marT="0" marB="0" anchor="ctr">
                    <a:lnL w="15225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</a:lnR>
                    <a:lnT w="15225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</a:lnT>
                    <a:lnB w="15225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"/>
                        <a:t/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15225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</a:lnT>
                    <a:lnB w="15225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</a:lnB>
                  </a:tcPr>
                </a:tc>
              </a:tr>
              <a:tr h="6667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0" marR="0" marT="0" marB="0" anchor="ctr">
                    <a:lnL w="15225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5225" cmpd="sng">
                      <a:solidFill>
                        <a:srgbClr val="000000"/>
                      </a:solidFill>
                      <a:prstDash val="dot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0" marR="0" marT="0" marB="0" anchor="ctr">
                    <a:lnL w="15225" cmpd="sng">
                      <a:solidFill>
                        <a:srgbClr val="000000"/>
                      </a:solidFill>
                      <a:prstDash val="dot"/>
                    </a:lnL>
                    <a:lnR w="12700" cmpd="sng">
                      <a:solidFill>
                        <a:schemeClr val="dk1"/>
                      </a:solidFill>
                      <a:prstDash val="dot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dk1"/>
                      </a:solidFill>
                      <a:prstDash val="dot"/>
                    </a:lnL>
                    <a:lnR w="15225" cmpd="sng">
                      <a:solidFill>
                        <a:srgbClr val="000000"/>
                      </a:solidFill>
                      <a:prstDash val="dot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0" marR="0" marT="0" marB="0" anchor="ctr">
                    <a:lnL w="15225" cmpd="sng">
                      <a:solidFill>
                        <a:srgbClr val="000000"/>
                      </a:solidFill>
                      <a:prstDash val="dot"/>
                    </a:lnL>
                    <a:lnR w="15225" cmpd="sng">
                      <a:solidFill>
                        <a:srgbClr val="000000"/>
                      </a:solidFill>
                      <a:prstDash val="dot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0" marR="0" marT="0" marB="0" anchor="ctr">
                    <a:lnL w="15225" cmpd="sng">
                      <a:solidFill>
                        <a:srgbClr val="000000"/>
                      </a:solidFill>
                      <a:prstDash val="dot"/>
                    </a:lnL>
                    <a:lnR w="15225" cmpd="sng">
                      <a:solidFill>
                        <a:schemeClr val="dk1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"/>
                        <a:t/>
                      </a:r>
                    </a:p>
                  </a:txBody>
                  <a:tcPr marL="0" marR="0" marT="0" marB="0" anchor="ctr">
                    <a:lnL w="15225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</a:lnR>
                    <a:lnT w="15225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</a:lnT>
                    <a:lnB w="15225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"/>
                        <a:t/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15225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</a:lnT>
                    <a:lnB w="15225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</a:lnB>
                  </a:tcPr>
                </a:tc>
              </a:tr>
              <a:tr h="6667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0" marR="0" marT="0" marB="0" anchor="ctr">
                    <a:lnL w="15225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5225" cmpd="sng">
                      <a:solidFill>
                        <a:srgbClr val="000000"/>
                      </a:solidFill>
                      <a:prstDash val="dot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0" marR="0" marT="0" marB="0" anchor="ctr">
                    <a:lnL w="15225" cmpd="sng">
                      <a:solidFill>
                        <a:srgbClr val="000000"/>
                      </a:solidFill>
                      <a:prstDash val="dot"/>
                    </a:lnL>
                    <a:lnR w="12700" cmpd="sng">
                      <a:solidFill>
                        <a:schemeClr val="dk1"/>
                      </a:solidFill>
                      <a:prstDash val="dot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dk1"/>
                      </a:solidFill>
                      <a:prstDash val="dot"/>
                    </a:lnL>
                    <a:lnR w="15225" cmpd="sng">
                      <a:solidFill>
                        <a:srgbClr val="000000"/>
                      </a:solidFill>
                      <a:prstDash val="dot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0" marR="0" marT="0" marB="0" anchor="ctr">
                    <a:lnL w="15225" cmpd="sng">
                      <a:solidFill>
                        <a:srgbClr val="000000"/>
                      </a:solidFill>
                      <a:prstDash val="dot"/>
                    </a:lnL>
                    <a:lnR w="15225" cmpd="sng">
                      <a:solidFill>
                        <a:srgbClr val="000000"/>
                      </a:solidFill>
                      <a:prstDash val="dot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0" marR="0" marT="0" marB="0" anchor="ctr">
                    <a:lnL w="15225" cmpd="sng">
                      <a:solidFill>
                        <a:srgbClr val="000000"/>
                      </a:solidFill>
                      <a:prstDash val="dot"/>
                    </a:lnL>
                    <a:lnR w="15225" cmpd="sng">
                      <a:solidFill>
                        <a:schemeClr val="dk1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"/>
                        <a:t/>
                      </a:r>
                    </a:p>
                  </a:txBody>
                  <a:tcPr marL="0" marR="0" marT="0" marB="0" anchor="ctr">
                    <a:lnL w="15225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</a:lnR>
                    <a:lnT w="15225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</a:lnT>
                    <a:lnB w="15225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"/>
                        <a:t/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15225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</a:lnT>
                    <a:lnB w="15225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</a:lnB>
                  </a:tcPr>
                </a:tc>
              </a:tr>
              <a:tr h="6667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0" marR="0" marT="0" marB="0" anchor="ctr">
                    <a:lnL w="15225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B w="152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5225" cmpd="sng">
                      <a:solidFill>
                        <a:srgbClr val="000000"/>
                      </a:solidFill>
                      <a:prstDash val="dot"/>
                    </a:lnR>
                    <a:lnB w="15225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0" marR="0" marT="0" marB="0" anchor="ctr">
                    <a:lnL w="15225" cmpd="sng">
                      <a:solidFill>
                        <a:srgbClr val="000000"/>
                      </a:solidFill>
                      <a:prstDash val="dot"/>
                    </a:lnL>
                    <a:lnR w="12700" cmpd="sng">
                      <a:solidFill>
                        <a:schemeClr val="dk1"/>
                      </a:solidFill>
                      <a:prstDash val="dot"/>
                    </a:lnR>
                    <a:lnB w="152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dk1"/>
                      </a:solidFill>
                      <a:prstDash val="dot"/>
                    </a:lnL>
                    <a:lnR w="15225" cmpd="sng">
                      <a:solidFill>
                        <a:srgbClr val="000000"/>
                      </a:solidFill>
                      <a:prstDash val="dot"/>
                    </a:lnR>
                    <a:lnB w="15225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0" marR="0" marT="0" marB="0" anchor="ctr">
                    <a:lnL w="15225" cmpd="sng">
                      <a:solidFill>
                        <a:srgbClr val="000000"/>
                      </a:solidFill>
                      <a:prstDash val="dot"/>
                    </a:lnL>
                    <a:lnR w="15225" cmpd="sng">
                      <a:solidFill>
                        <a:srgbClr val="000000"/>
                      </a:solidFill>
                      <a:prstDash val="dot"/>
                    </a:lnR>
                    <a:lnB w="152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0" marR="0" marT="0" marB="0" anchor="ctr">
                    <a:lnL w="15225" cmpd="sng">
                      <a:solidFill>
                        <a:srgbClr val="000000"/>
                      </a:solidFill>
                      <a:prstDash val="dot"/>
                    </a:lnL>
                    <a:lnR w="15225" cmpd="sng">
                      <a:solidFill>
                        <a:schemeClr val="dk1"/>
                      </a:solidFill>
                      <a:prstDash val="solid"/>
                    </a:lnR>
                    <a:lnB w="152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"/>
                        <a:t/>
                      </a:r>
                    </a:p>
                  </a:txBody>
                  <a:tcPr marL="0" marR="0" marT="0" marB="0" anchor="ctr">
                    <a:lnL w="15225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</a:lnR>
                    <a:lnT w="15225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</a:lnT>
                    <a:lnB w="15225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"/>
                        <a:t/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15225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</a:lnT>
                    <a:lnB w="15225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</a:lnB>
                  </a:tcPr>
                </a:tc>
              </a:tr>
              <a:tr h="66675">
                <a:tc gridSpan="5"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"/>
                        <a:t/>
                      </a:r>
                    </a:p>
                  </a:txBody>
                  <a:tcPr marL="0" marR="0" marT="0" marB="0" anchor="ctr">
                    <a:lnR w="12700" cmpd="sng">
                      <a:solidFill>
                        <a:schemeClr val="lt1"/>
                      </a:solidFill>
                      <a:prstDash val="solid"/>
                    </a:lnR>
                    <a:lnT w="15225" cmpd="sng">
                      <a:solidFill>
                        <a:schemeClr val="dk1"/>
                      </a:solidFill>
                      <a:prstDash val="solid"/>
                    </a:lnT>
                    <a:lnB w="15225" cmpd="sng">
                      <a:solidFill>
                        <a:schemeClr val="lt1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r>
                        <a:rPr sz="100"/>
                        <a:t/>
                      </a: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r>
                        <a:rPr sz="100"/>
                        <a:t/>
                      </a: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r>
                        <a:rPr sz="100"/>
                        <a:t/>
                      </a: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r>
                        <a:rPr sz="100"/>
                        <a:t/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"/>
                        <a:t/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lt1"/>
                      </a:solidFill>
                      <a:prstDash val="solid"/>
                    </a:lnL>
                    <a:lnR w="12700" cmpd="sng">
                      <a:solidFill>
                        <a:schemeClr val="lt1"/>
                      </a:solidFill>
                      <a:prstDash val="solid"/>
                    </a:lnR>
                    <a:lnT w="15225" cmpd="sng">
                      <a:solidFill>
                        <a:schemeClr val="dk1"/>
                      </a:solidFill>
                      <a:prstDash val="solid"/>
                    </a:lnT>
                    <a:lnB w="15225" cmpd="sng">
                      <a:solidFill>
                        <a:schemeClr val="l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"/>
                        <a:t/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lt1"/>
                      </a:solidFill>
                      <a:prstDash val="solid"/>
                    </a:lnL>
                    <a:lnR w="12700" cmpd="sng">
                      <a:solidFill>
                        <a:schemeClr val="lt1"/>
                      </a:solidFill>
                      <a:prstDash val="solid"/>
                    </a:lnR>
                    <a:lnT w="15225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</a:lnT>
                    <a:lnB w="15225" cmpd="sng">
                      <a:solidFill>
                        <a:schemeClr val="l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"/>
                        <a:t/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lt1"/>
                      </a:solidFill>
                      <a:prstDash val="solid"/>
                    </a:lnL>
                    <a:lnT w="15225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</a:lnT>
                    <a:lnB w="15225" cmpd="sng">
                      <a:solidFill>
                        <a:schemeClr val="lt1"/>
                      </a:solidFill>
                      <a:prstDash val="solid"/>
                    </a:lnB>
                  </a:tcPr>
                </a:tc>
              </a:tr>
              <a:tr h="66675">
                <a:tc gridSpan="5"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"/>
                        <a:t/>
                      </a:r>
                    </a:p>
                  </a:txBody>
                  <a:tcPr marL="0" marR="0" marT="0" marB="0" anchor="ctr">
                    <a:lnR w="12700" cmpd="sng">
                      <a:solidFill>
                        <a:schemeClr val="lt1"/>
                      </a:solidFill>
                      <a:prstDash val="solid"/>
                    </a:lnR>
                    <a:lnT w="15225" cmpd="sng">
                      <a:solidFill>
                        <a:schemeClr val="lt1"/>
                      </a:solidFill>
                      <a:prstDash val="solid"/>
                    </a:lnT>
                    <a:lnB w="15225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r>
                        <a:rPr sz="100"/>
                        <a:t/>
                      </a: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r>
                        <a:rPr sz="100"/>
                        <a:t/>
                      </a: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r>
                        <a:rPr sz="100"/>
                        <a:t/>
                      </a: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r>
                        <a:rPr sz="100"/>
                        <a:t/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"/>
                        <a:t/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lt1"/>
                      </a:solidFill>
                      <a:prstDash val="solid"/>
                    </a:lnL>
                    <a:lnR w="12700" cmpd="sng">
                      <a:solidFill>
                        <a:schemeClr val="lt1"/>
                      </a:solidFill>
                      <a:prstDash val="solid"/>
                    </a:lnR>
                    <a:lnT w="15225" cmpd="sng">
                      <a:solidFill>
                        <a:schemeClr val="lt1"/>
                      </a:solidFill>
                      <a:prstDash val="solid"/>
                    </a:lnT>
                    <a:lnB w="15225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"/>
                        <a:t/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lt1"/>
                      </a:solidFill>
                      <a:prstDash val="solid"/>
                    </a:lnL>
                    <a:lnR w="12700" cmpd="sng">
                      <a:solidFill>
                        <a:schemeClr val="lt1"/>
                      </a:solidFill>
                      <a:prstDash val="solid"/>
                    </a:lnR>
                    <a:lnT w="15225" cmpd="sng">
                      <a:solidFill>
                        <a:schemeClr val="lt1"/>
                      </a:solidFill>
                      <a:prstDash val="solid"/>
                    </a:lnT>
                    <a:lnB w="15225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"/>
                        <a:t/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lt1"/>
                      </a:solidFill>
                      <a:prstDash val="solid"/>
                    </a:lnL>
                    <a:lnT w="15225" cmpd="sng">
                      <a:solidFill>
                        <a:schemeClr val="lt1"/>
                      </a:solidFill>
                      <a:prstDash val="solid"/>
                    </a:lnT>
                    <a:lnB w="15225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</a:lnB>
                  </a:tcPr>
                </a:tc>
              </a:tr>
              <a:tr h="66675">
                <a:tc gridSpan="8"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/>
                        <a:t/>
                      </a:r>
                    </a:p>
                  </a:txBody>
                  <a:tcPr marL="0" marR="0" marT="0" marB="0" anchor="ctr">
                    <a:lnL w="1270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15225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</a:lnT>
                    <a:lnB w="152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r>
                        <a:rPr sz="100"/>
                        <a:t/>
                      </a: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r>
                        <a:rPr sz="100"/>
                        <a:t/>
                      </a: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r>
                        <a:rPr sz="100"/>
                        <a:t/>
                      </a: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r>
                        <a:rPr sz="100"/>
                        <a:t/>
                      </a: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r>
                        <a:rPr sz="100"/>
                        <a:t/>
                      </a: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r>
                        <a:rPr sz="100"/>
                        <a:t/>
                      </a: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r>
                        <a:rPr sz="100"/>
                        <a:t/>
                      </a:r>
                    </a:p>
                  </a:txBody>
                  <a:tcPr marL="0" marR="0" marT="0" marB="0"/>
                </a:tc>
              </a:tr>
              <a:tr h="66675">
                <a:tc rowSpan="3"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0" marR="0" marT="0" marB="0" anchor="ctr">
                    <a:lnL w="15225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lt1"/>
                      </a:solidFill>
                      <a:prstDash val="solid"/>
                    </a:lnR>
                    <a:lnT w="15225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lt1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solidFill>
                            <a:schemeClr val="lt1"/>
                          </a:solidFill>
                        </a:rPr>
                        <a:t/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lt1"/>
                      </a:solidFill>
                      <a:prstDash val="solid"/>
                    </a:lnL>
                    <a:lnR w="15225" cmpd="sng">
                      <a:solidFill>
                        <a:schemeClr val="lt1"/>
                      </a:solidFill>
                      <a:prstDash val="solid"/>
                    </a:lnR>
                    <a:lnT w="15225" cmpd="sng">
                      <a:solidFill>
                        <a:schemeClr val="dk1"/>
                      </a:solidFill>
                      <a:prstDash val="solid"/>
                    </a:lnT>
                    <a:lnB w="15225" cmpd="sng">
                      <a:solidFill>
                        <a:schemeClr val="lt1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sz="100"/>
                        <a:t/>
                      </a: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r>
                        <a:rPr sz="100"/>
                        <a:t/>
                      </a: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r>
                        <a:rPr sz="100"/>
                        <a:t/>
                      </a: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r>
                        <a:rPr sz="100"/>
                        <a:t/>
                      </a: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solidFill>
                            <a:schemeClr val="lt1"/>
                          </a:solidFill>
                        </a:rPr>
                        <a:t/>
                      </a:r>
                    </a:p>
                  </a:txBody>
                  <a:tcPr marL="0" marR="0" marT="0" marB="0" anchor="ctr">
                    <a:lnL w="15225" cmpd="sng">
                      <a:solidFill>
                        <a:schemeClr val="lt1"/>
                      </a:solidFill>
                      <a:prstDash val="solid"/>
                    </a:lnL>
                    <a:lnR w="15225" cmpd="sng">
                      <a:solidFill>
                        <a:schemeClr val="dk1"/>
                      </a:solidFill>
                      <a:prstDash val="solid"/>
                    </a:lnR>
                    <a:lnT w="15225" cmpd="sng">
                      <a:solidFill>
                        <a:schemeClr val="dk1"/>
                      </a:solidFill>
                      <a:prstDash val="solid"/>
                    </a:lnT>
                    <a:lnB w="15225" cmpd="sng">
                      <a:solidFill>
                        <a:schemeClr val="lt1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sz="100"/>
                        <a:t/>
                      </a:r>
                    </a:p>
                  </a:txBody>
                  <a:tcPr marL="0" marR="0" marT="0" marB="0"/>
                </a:tc>
              </a:tr>
              <a:tr h="66675">
                <a:tc vMerge="1">
                  <a:txBody>
                    <a:bodyPr/>
                    <a:lstStyle/>
                    <a:p>
                      <a:r>
                        <a:rPr sz="100"/>
                        <a:t/>
                      </a:r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solidFill>
                            <a:schemeClr val="lt1"/>
                          </a:solidFill>
                        </a:rPr>
                        <a:t/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lt1"/>
                      </a:solidFill>
                      <a:prstDash val="solid"/>
                    </a:lnL>
                    <a:lnR w="15225" cmpd="sng">
                      <a:solidFill>
                        <a:schemeClr val="lt1"/>
                      </a:solidFill>
                      <a:prstDash val="solid"/>
                    </a:lnR>
                    <a:lnT w="15225" cmpd="sng">
                      <a:solidFill>
                        <a:schemeClr val="lt1"/>
                      </a:solidFill>
                      <a:prstDash val="solid"/>
                    </a:lnT>
                    <a:lnB w="15225" cmpd="sng">
                      <a:solidFill>
                        <a:schemeClr val="lt1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sz="100"/>
                        <a:t/>
                      </a: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r>
                        <a:rPr sz="100"/>
                        <a:t/>
                      </a:r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solidFill>
                            <a:schemeClr val="lt1"/>
                          </a:solidFill>
                        </a:rPr>
                        <a:t/>
                      </a:r>
                    </a:p>
                  </a:txBody>
                  <a:tcPr marL="0" marR="0" marT="0" marB="0" anchor="ctr">
                    <a:lnL w="15225" cmpd="sng">
                      <a:solidFill>
                        <a:schemeClr val="lt1"/>
                      </a:solidFill>
                      <a:prstDash val="solid"/>
                    </a:lnL>
                    <a:lnR w="15225" cmpd="sng">
                      <a:solidFill>
                        <a:schemeClr val="lt1"/>
                      </a:solidFill>
                      <a:prstDash val="solid"/>
                    </a:lnR>
                    <a:lnT w="15225" cmpd="sng">
                      <a:solidFill>
                        <a:schemeClr val="lt1"/>
                      </a:solidFill>
                      <a:prstDash val="solid"/>
                    </a:lnT>
                    <a:lnB w="12700" cmpd="sng">
                      <a:solidFill>
                        <a:schemeClr val="lt1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solidFill>
                            <a:schemeClr val="lt1"/>
                          </a:solidFill>
                        </a:rPr>
                        <a:t/>
                      </a:r>
                    </a:p>
                  </a:txBody>
                  <a:tcPr marL="0" marR="0" marT="0" marB="0" anchor="ctr">
                    <a:lnL w="15225" cmpd="sng">
                      <a:solidFill>
                        <a:schemeClr val="lt1"/>
                      </a:solidFill>
                      <a:prstDash val="solid"/>
                    </a:lnL>
                    <a:lnR w="15225" cmpd="sng">
                      <a:solidFill>
                        <a:schemeClr val="lt1"/>
                      </a:solidFill>
                      <a:prstDash val="solid"/>
                    </a:lnR>
                    <a:lnT w="15225" cmpd="sng">
                      <a:solidFill>
                        <a:schemeClr val="lt1"/>
                      </a:solidFill>
                      <a:prstDash val="solid"/>
                    </a:lnT>
                    <a:lnB w="12700" cmpd="sng">
                      <a:solidFill>
                        <a:schemeClr val="lt1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solidFill>
                            <a:schemeClr val="lt1"/>
                          </a:solidFill>
                        </a:rPr>
                        <a:t/>
                      </a:r>
                    </a:p>
                  </a:txBody>
                  <a:tcPr marL="0" marR="0" marT="0" marB="0" anchor="ctr">
                    <a:lnL w="15225" cmpd="sng">
                      <a:solidFill>
                        <a:schemeClr val="lt1"/>
                      </a:solidFill>
                      <a:prstDash val="solid"/>
                    </a:lnL>
                    <a:lnR w="15225" cmpd="sng">
                      <a:solidFill>
                        <a:schemeClr val="lt1"/>
                      </a:solidFill>
                      <a:prstDash val="solid"/>
                    </a:lnR>
                    <a:lnT w="15225" cmpd="sng">
                      <a:solidFill>
                        <a:schemeClr val="lt1"/>
                      </a:solidFill>
                      <a:prstDash val="solid"/>
                    </a:lnT>
                    <a:lnB w="12700" cmpd="sng">
                      <a:solidFill>
                        <a:schemeClr val="lt1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solidFill>
                            <a:schemeClr val="lt1"/>
                          </a:solidFill>
                        </a:rPr>
                        <a:t/>
                      </a:r>
                    </a:p>
                  </a:txBody>
                  <a:tcPr marL="0" marR="0" marT="0" marB="0" anchor="ctr">
                    <a:lnL w="15225" cmpd="sng">
                      <a:solidFill>
                        <a:schemeClr val="lt1"/>
                      </a:solidFill>
                      <a:prstDash val="solid"/>
                    </a:lnL>
                    <a:lnR w="15225" cmpd="sng">
                      <a:solidFill>
                        <a:schemeClr val="dk1"/>
                      </a:solidFill>
                      <a:prstDash val="solid"/>
                    </a:lnR>
                    <a:lnT w="15225" cmpd="sng">
                      <a:solidFill>
                        <a:schemeClr val="lt1"/>
                      </a:solidFill>
                      <a:prstDash val="solid"/>
                    </a:lnT>
                    <a:lnB w="12700" cmpd="sng">
                      <a:solidFill>
                        <a:schemeClr val="lt1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66675">
                <a:tc vMerge="1">
                  <a:txBody>
                    <a:bodyPr/>
                    <a:lstStyle/>
                    <a:p>
                      <a:r>
                        <a:rPr sz="100"/>
                        <a:t/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solidFill>
                            <a:schemeClr val="lt1"/>
                          </a:solidFill>
                        </a:rPr>
                        <a:t/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lt1"/>
                      </a:solidFill>
                      <a:prstDash val="solid"/>
                    </a:lnL>
                    <a:lnR w="15225" cmpd="sng">
                      <a:solidFill>
                        <a:schemeClr val="lt1"/>
                      </a:solidFill>
                      <a:prstDash val="solid"/>
                    </a:lnR>
                    <a:lnT w="15225" cmpd="sng">
                      <a:solidFill>
                        <a:schemeClr val="lt1"/>
                      </a:solidFill>
                      <a:prstDash val="solid"/>
                    </a:lnT>
                    <a:lnB w="12700" cmpd="sng">
                      <a:solidFill>
                        <a:schemeClr val="lt1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solidFill>
                            <a:schemeClr val="lt1"/>
                          </a:solidFill>
                        </a:rPr>
                        <a:t/>
                      </a:r>
                    </a:p>
                  </a:txBody>
                  <a:tcPr marL="0" marR="0" marT="0" marB="0" anchor="ctr">
                    <a:lnL w="15225" cmpd="sng">
                      <a:solidFill>
                        <a:schemeClr val="lt1"/>
                      </a:solidFill>
                      <a:prstDash val="solid"/>
                    </a:lnL>
                    <a:lnR w="12700" cmpd="sng">
                      <a:solidFill>
                        <a:schemeClr val="lt1"/>
                      </a:solidFill>
                      <a:prstDash val="solid"/>
                    </a:lnR>
                    <a:lnT w="15225" cmpd="sng">
                      <a:solidFill>
                        <a:schemeClr val="lt1"/>
                      </a:solidFill>
                      <a:prstDash val="solid"/>
                    </a:lnT>
                    <a:lnB w="12700" cmpd="sng">
                      <a:solidFill>
                        <a:schemeClr val="lt1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solidFill>
                            <a:schemeClr val="lt1"/>
                          </a:solidFill>
                        </a:rPr>
                        <a:t/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lt1"/>
                      </a:solidFill>
                      <a:prstDash val="solid"/>
                    </a:lnL>
                    <a:lnR w="15225" cmpd="sng">
                      <a:solidFill>
                        <a:schemeClr val="lt1"/>
                      </a:solidFill>
                      <a:prstDash val="solid"/>
                    </a:lnR>
                    <a:lnT w="15225" cmpd="sng">
                      <a:solidFill>
                        <a:schemeClr val="lt1"/>
                      </a:solidFill>
                      <a:prstDash val="solid"/>
                    </a:lnT>
                    <a:lnB w="12700" cmpd="sng">
                      <a:solidFill>
                        <a:schemeClr val="lt1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 vMerge="1">
                  <a:txBody>
                    <a:bodyPr/>
                    <a:lstStyle/>
                    <a:p>
                      <a:r>
                        <a:rPr sz="100"/>
                        <a:t/>
                      </a:r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r>
                        <a:rPr sz="100"/>
                        <a:t/>
                      </a:r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r>
                        <a:rPr sz="100"/>
                        <a:t/>
                      </a:r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r>
                        <a:rPr sz="100"/>
                        <a:t/>
                      </a:r>
                    </a:p>
                  </a:txBody>
                  <a:tcPr marL="0" marR="0" marT="0" marB="0"/>
                </a:tc>
              </a:tr>
              <a:tr h="6667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/>
                        <a:t/>
                      </a:r>
                    </a:p>
                  </a:txBody>
                  <a:tcPr marL="0" marR="0" marT="0" marB="0" anchor="ctr">
                    <a:lnL w="15225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lt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/>
                        <a:t/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5225" cmpd="sng">
                      <a:solidFill>
                        <a:srgbClr val="000000"/>
                      </a:solidFill>
                      <a:prstDash val="dot"/>
                    </a:lnR>
                    <a:lnT w="12700" cmpd="sng">
                      <a:solidFill>
                        <a:schemeClr val="lt1"/>
                      </a:solidFill>
                      <a:prstDash val="solid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/>
                        <a:t/>
                      </a:r>
                    </a:p>
                  </a:txBody>
                  <a:tcPr marL="0" marR="0" marT="0" marB="0" anchor="ctr">
                    <a:lnL w="15225" cmpd="sng">
                      <a:solidFill>
                        <a:srgbClr val="000000"/>
                      </a:solidFill>
                      <a:prstDash val="dot"/>
                    </a:lnL>
                    <a:lnR w="12700" cmpd="sng">
                      <a:solidFill>
                        <a:schemeClr val="dk1"/>
                      </a:solidFill>
                      <a:prstDash val="dot"/>
                    </a:lnR>
                    <a:lnT w="12700" cmpd="sng">
                      <a:solidFill>
                        <a:schemeClr val="lt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/>
                        <a:t/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dk1"/>
                      </a:solidFill>
                      <a:prstDash val="dot"/>
                    </a:lnL>
                    <a:lnR w="15225" cmpd="sng">
                      <a:solidFill>
                        <a:srgbClr val="000000"/>
                      </a:solidFill>
                      <a:prstDash val="dot"/>
                    </a:lnR>
                    <a:lnT w="12700" cmpd="sng">
                      <a:solidFill>
                        <a:schemeClr val="lt1"/>
                      </a:solidFill>
                      <a:prstDash val="solid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/>
                        <a:t/>
                      </a:r>
                    </a:p>
                  </a:txBody>
                  <a:tcPr marL="0" marR="0" marT="0" marB="0" anchor="ctr">
                    <a:lnL w="15225" cmpd="sng">
                      <a:solidFill>
                        <a:srgbClr val="000000"/>
                      </a:solidFill>
                      <a:prstDash val="dot"/>
                    </a:lnL>
                    <a:lnR w="15225" cmpd="sng">
                      <a:solidFill>
                        <a:srgbClr val="000000"/>
                      </a:solidFill>
                      <a:prstDash val="dot"/>
                    </a:lnR>
                    <a:lnT w="12700" cmpd="sng">
                      <a:solidFill>
                        <a:schemeClr val="lt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/>
                        <a:t/>
                      </a:r>
                    </a:p>
                  </a:txBody>
                  <a:tcPr marL="0" marR="0" marT="0" marB="0" anchor="ctr">
                    <a:lnL w="15225" cmpd="sng">
                      <a:solidFill>
                        <a:srgbClr val="000000"/>
                      </a:solidFill>
                      <a:prstDash val="dot"/>
                    </a:lnL>
                    <a:lnR w="15225" cmpd="sng">
                      <a:solidFill>
                        <a:srgbClr val="000000"/>
                      </a:solidFill>
                      <a:prstDash val="dot"/>
                    </a:lnR>
                    <a:lnT w="12700" cmpd="sng">
                      <a:solidFill>
                        <a:schemeClr val="lt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/>
                        <a:t/>
                      </a:r>
                    </a:p>
                  </a:txBody>
                  <a:tcPr marL="0" marR="0" marT="0" marB="0" anchor="ctr">
                    <a:lnL w="15225" cmpd="sng">
                      <a:solidFill>
                        <a:srgbClr val="000000"/>
                      </a:solidFill>
                      <a:prstDash val="dot"/>
                    </a:lnL>
                    <a:lnR w="15225" cmpd="sng">
                      <a:solidFill>
                        <a:srgbClr val="000000"/>
                      </a:solidFill>
                      <a:prstDash val="dot"/>
                    </a:lnR>
                    <a:lnT w="12700" cmpd="sng">
                      <a:solidFill>
                        <a:schemeClr val="lt1"/>
                      </a:solidFill>
                      <a:prstDash val="solid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/>
                        <a:t/>
                      </a:r>
                    </a:p>
                  </a:txBody>
                  <a:tcPr marL="0" marR="0" marT="0" marB="0" anchor="ctr">
                    <a:lnL w="15225" cmpd="sng">
                      <a:solidFill>
                        <a:srgbClr val="000000"/>
                      </a:solidFill>
                      <a:prstDash val="dot"/>
                    </a:lnL>
                    <a:lnR w="15225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lt1"/>
                      </a:solidFill>
                      <a:prstDash val="solid"/>
                    </a:lnT>
                  </a:tcPr>
                </a:tc>
              </a:tr>
              <a:tr h="6667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0" marR="0" marT="0" marB="0" anchor="ctr">
                    <a:lnL w="15225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5225" cmpd="sng">
                      <a:solidFill>
                        <a:srgbClr val="000000"/>
                      </a:solidFill>
                      <a:prstDash val="dot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0" marR="0" marT="0" marB="0" anchor="ctr">
                    <a:lnL w="15225" cmpd="sng">
                      <a:solidFill>
                        <a:srgbClr val="000000"/>
                      </a:solidFill>
                      <a:prstDash val="dot"/>
                    </a:lnL>
                    <a:lnR w="12700" cmpd="sng">
                      <a:solidFill>
                        <a:schemeClr val="dk1"/>
                      </a:solidFill>
                      <a:prstDash val="dot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dk1"/>
                      </a:solidFill>
                      <a:prstDash val="dot"/>
                    </a:lnL>
                    <a:lnR w="15225" cmpd="sng">
                      <a:solidFill>
                        <a:srgbClr val="000000"/>
                      </a:solidFill>
                      <a:prstDash val="dot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0" marR="0" marT="0" marB="0" anchor="ctr">
                    <a:lnL w="15225" cmpd="sng">
                      <a:solidFill>
                        <a:srgbClr val="000000"/>
                      </a:solidFill>
                      <a:prstDash val="dot"/>
                    </a:lnL>
                    <a:lnR w="15225" cmpd="sng">
                      <a:solidFill>
                        <a:srgbClr val="000000"/>
                      </a:solidFill>
                      <a:prstDash val="dot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0" marR="0" marT="0" marB="0" anchor="ctr">
                    <a:lnL w="15225" cmpd="sng">
                      <a:solidFill>
                        <a:srgbClr val="000000"/>
                      </a:solidFill>
                      <a:prstDash val="dot"/>
                    </a:lnL>
                    <a:lnR w="15225" cmpd="sng">
                      <a:solidFill>
                        <a:srgbClr val="000000"/>
                      </a:solidFill>
                      <a:prstDash val="dot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0" marR="0" marT="0" marB="0" anchor="ctr">
                    <a:lnL w="15225" cmpd="sng">
                      <a:solidFill>
                        <a:srgbClr val="000000"/>
                      </a:solidFill>
                      <a:prstDash val="dot"/>
                    </a:lnL>
                    <a:lnR w="15225" cmpd="sng">
                      <a:solidFill>
                        <a:srgbClr val="000000"/>
                      </a:solidFill>
                      <a:prstDash val="dot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0" marR="0" marT="0" marB="0" anchor="ctr">
                    <a:lnL w="15225" cmpd="sng">
                      <a:solidFill>
                        <a:srgbClr val="000000"/>
                      </a:solidFill>
                      <a:prstDash val="dot"/>
                    </a:lnL>
                    <a:lnR w="15225" cmpd="sng">
                      <a:solidFill>
                        <a:schemeClr val="dk1"/>
                      </a:solidFill>
                      <a:prstDash val="solid"/>
                    </a:lnR>
                  </a:tcPr>
                </a:tc>
              </a:tr>
              <a:tr h="6667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0" marR="0" marT="0" marB="0" anchor="ctr">
                    <a:lnL w="15225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5225" cmpd="sng">
                      <a:solidFill>
                        <a:srgbClr val="000000"/>
                      </a:solidFill>
                      <a:prstDash val="dot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0" marR="0" marT="0" marB="0" anchor="ctr">
                    <a:lnL w="15225" cmpd="sng">
                      <a:solidFill>
                        <a:srgbClr val="000000"/>
                      </a:solidFill>
                      <a:prstDash val="dot"/>
                    </a:lnL>
                    <a:lnR w="12700" cmpd="sng">
                      <a:solidFill>
                        <a:schemeClr val="dk1"/>
                      </a:solidFill>
                      <a:prstDash val="dot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dk1"/>
                      </a:solidFill>
                      <a:prstDash val="dot"/>
                    </a:lnL>
                    <a:lnR w="15225" cmpd="sng">
                      <a:solidFill>
                        <a:srgbClr val="000000"/>
                      </a:solidFill>
                      <a:prstDash val="dot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0" marR="0" marT="0" marB="0" anchor="ctr">
                    <a:lnL w="15225" cmpd="sng">
                      <a:solidFill>
                        <a:srgbClr val="000000"/>
                      </a:solidFill>
                      <a:prstDash val="dot"/>
                    </a:lnL>
                    <a:lnR w="15225" cmpd="sng">
                      <a:solidFill>
                        <a:srgbClr val="000000"/>
                      </a:solidFill>
                      <a:prstDash val="dot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0" marR="0" marT="0" marB="0" anchor="ctr">
                    <a:lnL w="15225" cmpd="sng">
                      <a:solidFill>
                        <a:srgbClr val="000000"/>
                      </a:solidFill>
                      <a:prstDash val="dot"/>
                    </a:lnL>
                    <a:lnR w="15225" cmpd="sng">
                      <a:solidFill>
                        <a:srgbClr val="000000"/>
                      </a:solidFill>
                      <a:prstDash val="dot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0" marR="0" marT="0" marB="0" anchor="ctr">
                    <a:lnL w="15225" cmpd="sng">
                      <a:solidFill>
                        <a:srgbClr val="000000"/>
                      </a:solidFill>
                      <a:prstDash val="dot"/>
                    </a:lnL>
                    <a:lnR w="15225" cmpd="sng">
                      <a:solidFill>
                        <a:srgbClr val="000000"/>
                      </a:solidFill>
                      <a:prstDash val="dot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0" marR="0" marT="0" marB="0" anchor="ctr">
                    <a:lnL w="15225" cmpd="sng">
                      <a:solidFill>
                        <a:srgbClr val="000000"/>
                      </a:solidFill>
                      <a:prstDash val="dot"/>
                    </a:lnL>
                    <a:lnR w="15225" cmpd="sng">
                      <a:solidFill>
                        <a:schemeClr val="dk1"/>
                      </a:solidFill>
                      <a:prstDash val="solid"/>
                    </a:lnR>
                  </a:tcPr>
                </a:tc>
              </a:tr>
              <a:tr h="6667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0" marR="0" marT="0" marB="0" anchor="ctr">
                    <a:lnL w="15225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5225" cmpd="sng">
                      <a:solidFill>
                        <a:srgbClr val="000000"/>
                      </a:solidFill>
                      <a:prstDash val="dot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0" marR="0" marT="0" marB="0" anchor="ctr">
                    <a:lnL w="15225" cmpd="sng">
                      <a:solidFill>
                        <a:srgbClr val="000000"/>
                      </a:solidFill>
                      <a:prstDash val="dot"/>
                    </a:lnL>
                    <a:lnR w="12700" cmpd="sng">
                      <a:solidFill>
                        <a:schemeClr val="dk1"/>
                      </a:solidFill>
                      <a:prstDash val="dot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dk1"/>
                      </a:solidFill>
                      <a:prstDash val="dot"/>
                    </a:lnL>
                    <a:lnR w="15225" cmpd="sng">
                      <a:solidFill>
                        <a:srgbClr val="000000"/>
                      </a:solidFill>
                      <a:prstDash val="dot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0" marR="0" marT="0" marB="0" anchor="ctr">
                    <a:lnL w="15225" cmpd="sng">
                      <a:solidFill>
                        <a:srgbClr val="000000"/>
                      </a:solidFill>
                      <a:prstDash val="dot"/>
                    </a:lnL>
                    <a:lnR w="15225" cmpd="sng">
                      <a:solidFill>
                        <a:srgbClr val="000000"/>
                      </a:solidFill>
                      <a:prstDash val="dot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0" marR="0" marT="0" marB="0" anchor="ctr">
                    <a:lnL w="15225" cmpd="sng">
                      <a:solidFill>
                        <a:srgbClr val="000000"/>
                      </a:solidFill>
                      <a:prstDash val="dot"/>
                    </a:lnL>
                    <a:lnR w="15225" cmpd="sng">
                      <a:solidFill>
                        <a:srgbClr val="000000"/>
                      </a:solidFill>
                      <a:prstDash val="dot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0" marR="0" marT="0" marB="0" anchor="ctr">
                    <a:lnL w="15225" cmpd="sng">
                      <a:solidFill>
                        <a:srgbClr val="000000"/>
                      </a:solidFill>
                      <a:prstDash val="dot"/>
                    </a:lnL>
                    <a:lnR w="15225" cmpd="sng">
                      <a:solidFill>
                        <a:srgbClr val="000000"/>
                      </a:solidFill>
                      <a:prstDash val="dot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0" marR="0" marT="0" marB="0" anchor="ctr">
                    <a:lnL w="15225" cmpd="sng">
                      <a:solidFill>
                        <a:srgbClr val="000000"/>
                      </a:solidFill>
                      <a:prstDash val="dot"/>
                    </a:lnL>
                    <a:lnR w="15225" cmpd="sng">
                      <a:solidFill>
                        <a:schemeClr val="dk1"/>
                      </a:solidFill>
                      <a:prstDash val="solid"/>
                    </a:lnR>
                  </a:tcPr>
                </a:tc>
              </a:tr>
              <a:tr h="6667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0" marR="0" marT="0" marB="0" anchor="ctr">
                    <a:lnL w="15225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B w="152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5225" cmpd="sng">
                      <a:solidFill>
                        <a:srgbClr val="000000"/>
                      </a:solidFill>
                      <a:prstDash val="dot"/>
                    </a:lnR>
                    <a:lnB w="15225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0" marR="0" marT="0" marB="0" anchor="ctr">
                    <a:lnL w="15225" cmpd="sng">
                      <a:solidFill>
                        <a:srgbClr val="000000"/>
                      </a:solidFill>
                      <a:prstDash val="dot"/>
                    </a:lnL>
                    <a:lnR w="12700" cmpd="sng">
                      <a:solidFill>
                        <a:schemeClr val="dk1"/>
                      </a:solidFill>
                      <a:prstDash val="dot"/>
                    </a:lnR>
                    <a:lnB w="152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dk1"/>
                      </a:solidFill>
                      <a:prstDash val="dot"/>
                    </a:lnL>
                    <a:lnR w="15225" cmpd="sng">
                      <a:solidFill>
                        <a:srgbClr val="000000"/>
                      </a:solidFill>
                      <a:prstDash val="dot"/>
                    </a:lnR>
                    <a:lnB w="15225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0" marR="0" marT="0" marB="0" anchor="ctr">
                    <a:lnL w="15225" cmpd="sng">
                      <a:solidFill>
                        <a:srgbClr val="000000"/>
                      </a:solidFill>
                      <a:prstDash val="dot"/>
                    </a:lnL>
                    <a:lnR w="15225" cmpd="sng">
                      <a:solidFill>
                        <a:srgbClr val="000000"/>
                      </a:solidFill>
                      <a:prstDash val="dot"/>
                    </a:lnR>
                    <a:lnB w="152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0" marR="0" marT="0" marB="0" anchor="ctr">
                    <a:lnL w="15225" cmpd="sng">
                      <a:solidFill>
                        <a:srgbClr val="000000"/>
                      </a:solidFill>
                      <a:prstDash val="dot"/>
                    </a:lnL>
                    <a:lnR w="15225" cmpd="sng">
                      <a:solidFill>
                        <a:srgbClr val="000000"/>
                      </a:solidFill>
                      <a:prstDash val="dot"/>
                    </a:lnR>
                    <a:lnB w="152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0" marR="0" marT="0" marB="0" anchor="ctr">
                    <a:lnL w="15225" cmpd="sng">
                      <a:solidFill>
                        <a:srgbClr val="000000"/>
                      </a:solidFill>
                      <a:prstDash val="dot"/>
                    </a:lnL>
                    <a:lnR w="15225" cmpd="sng">
                      <a:solidFill>
                        <a:srgbClr val="000000"/>
                      </a:solidFill>
                      <a:prstDash val="dot"/>
                    </a:lnR>
                    <a:lnB w="15225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0" marR="0" marT="0" marB="0" anchor="ctr">
                    <a:lnL w="15225" cmpd="sng">
                      <a:solidFill>
                        <a:srgbClr val="000000"/>
                      </a:solidFill>
                      <a:prstDash val="dot"/>
                    </a:lnL>
                    <a:lnR w="15225" cmpd="sng">
                      <a:solidFill>
                        <a:schemeClr val="dk1"/>
                      </a:solidFill>
                      <a:prstDash val="solid"/>
                    </a:lnR>
                    <a:lnB w="152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283" name="sanitized-shape-1646">
            <a:extLst xmlns:a="http://schemas.openxmlformats.org/drawingml/2006/main">
              <a:ext uri="{FF2B5EF4-FFF2-40B4-BE49-F238E27FC236}">
                <a16:creationId xmlns:a16="http://schemas.microsoft.com/office/drawing/2014/main" id="{E2DF8B83-5DB3-4F98-A3ED-5B6C158F4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8895" y="1489267"/>
            <a:ext cx="851700" cy="1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5400" cmpd="sng">
            <a:solidFill>
              <a:srgbClr val="FF00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121875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284" name="sanitized-shape-1647">
            <a:extLst xmlns:a="http://schemas.openxmlformats.org/drawingml/2006/main">
              <a:ext uri="{FF2B5EF4-FFF2-40B4-BE49-F238E27FC236}">
                <a16:creationId xmlns:a16="http://schemas.microsoft.com/office/drawing/2014/main" id="{E1A24022-5AEA-4060-8298-0B36D4C25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706" y="1489267"/>
            <a:ext cx="820500" cy="1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5400" cmpd="sng">
            <a:solidFill>
              <a:srgbClr val="FF00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121875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285" name="sanitized-shape-1648">
            <a:extLst xmlns:a="http://schemas.openxmlformats.org/drawingml/2006/main">
              <a:ext uri="{FF2B5EF4-FFF2-40B4-BE49-F238E27FC236}">
                <a16:creationId xmlns:a16="http://schemas.microsoft.com/office/drawing/2014/main" id="{9F56EFD6-9D06-4611-95D4-D2666F289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8895" y="3333600"/>
            <a:ext cx="851700" cy="1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5400" cmpd="sng">
            <a:solidFill>
              <a:srgbClr val="FF00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121875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286" name="sanitized-shape-1649">
            <a:extLst xmlns:a="http://schemas.openxmlformats.org/drawingml/2006/main">
              <a:ext uri="{FF2B5EF4-FFF2-40B4-BE49-F238E27FC236}">
                <a16:creationId xmlns:a16="http://schemas.microsoft.com/office/drawing/2014/main" id="{D2B466F8-E120-4451-9A72-5944FB3B6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706" y="3333600"/>
            <a:ext cx="820500" cy="1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5400" cmpd="sng">
            <a:solidFill>
              <a:srgbClr val="FF00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121875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287" name="sanitized-shape-1650">
            <a:extLst xmlns:a="http://schemas.openxmlformats.org/drawingml/2006/main">
              <a:ext uri="{FF2B5EF4-FFF2-40B4-BE49-F238E27FC236}">
                <a16:creationId xmlns:a16="http://schemas.microsoft.com/office/drawing/2014/main" id="{40174470-2CB2-4B1F-A759-6A42E7F6D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8895" y="5408667"/>
            <a:ext cx="851700" cy="1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5400" cmpd="sng">
            <a:solidFill>
              <a:srgbClr val="FF00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121875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288" name="sanitized-shape-1651">
            <a:extLst xmlns:a="http://schemas.openxmlformats.org/drawingml/2006/main">
              <a:ext uri="{FF2B5EF4-FFF2-40B4-BE49-F238E27FC236}">
                <a16:creationId xmlns:a16="http://schemas.microsoft.com/office/drawing/2014/main" id="{036321A8-01E4-48CE-BB99-04158613C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708" y="5408667"/>
            <a:ext cx="2315100" cy="1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5400" cmpd="sng">
            <a:solidFill>
              <a:srgbClr val="FF00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121875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203451047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93" name="sanitized-shape-1652">
            <a:extLst xmlns:a="http://schemas.openxmlformats.org/drawingml/2006/main">
              <a:ext uri="{FF2B5EF4-FFF2-40B4-BE49-F238E27FC236}">
                <a16:creationId xmlns:a16="http://schemas.microsoft.com/office/drawing/2014/main" id="{153511E4-F305-4435-A311-B5E860B7F1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3625" y="133800"/>
            <a:ext cx="11082600" cy="486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68550" tIns="68550" rIns="68550" bIns="6855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294" name="sanitized-shape-1653">
            <a:extLst xmlns:a="http://schemas.openxmlformats.org/drawingml/2006/main">
              <a:ext uri="{FF2B5EF4-FFF2-40B4-BE49-F238E27FC236}">
                <a16:creationId xmlns:a16="http://schemas.microsoft.com/office/drawing/2014/main" id="{A042C49B-B66D-4740-8055-FB111644F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9991" y="6372775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rPr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/>
            </a:fld>
          </a:p>
        </p:txBody>
      </p:sp>
      <p:graphicFrame>
        <p:nvGraphicFramePr>
          <p:cNvPr id="2298" name="sanitized-table-16"/>
          <p:cNvGraphicFramePr/>
          <p:nvPr/>
        </p:nvGraphicFramePr>
        <p:xfrm>
          <a:off xmlns:a="http://schemas.openxmlformats.org/drawingml/2006/main" x="344147" y="909348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{80D8D8A9-949E-4B8C-BB15-63F78EA36203}</a:tableStyleId>
              </a:tblPr>
              <a:tblGrid>
                <a:gridCol w="739925"/>
                <a:gridCol w="1701800"/>
                <a:gridCol w="8934400"/>
              </a:tblGrid>
              <a:tr h="526225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/>
                        <a:t/>
                      </a:r>
                    </a:p>
                  </a:txBody>
                  <a:tcPr marL="121875" marR="121875" marT="121900" marB="121900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/>
                        <a:t/>
                      </a:r>
                    </a:p>
                  </a:txBody>
                  <a:tcPr marL="121875" marR="121875" marT="121900" marB="121900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/>
                        <a:t/>
                      </a:r>
                    </a:p>
                  </a:txBody>
                  <a:tcPr marL="121875" marR="121875" marT="121900" marB="121900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33325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/>
                        <a:t/>
                      </a:r>
                    </a:p>
                  </a:txBody>
                  <a:tcPr marL="121875" marR="121875" marT="121900" marB="121900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sz="1500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121875" marR="121875" marT="121900" marB="121900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32385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AutoNum type="arabicPeriod"/>
                      </a:pPr>
                      <a:r>
                        <a:rPr sz="1500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121875" marR="121875" marT="121900" marB="121900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49775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/>
                        <a:t/>
                      </a:r>
                    </a:p>
                  </a:txBody>
                  <a:tcPr marL="121875" marR="121875" marT="121900" marB="121900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sz="1500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121875" marR="121875" marT="121900" marB="121900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sz="1500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121875" marR="121875" marT="121900" marB="121900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943250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/>
                        <a:t/>
                      </a:r>
                    </a:p>
                  </a:txBody>
                  <a:tcPr marL="121875" marR="121875" marT="121900" marB="121900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121875" marR="121875" marT="121900" marB="121900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32385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AutoNum type="arabicPeriod"/>
                      </a:pPr>
                      <a:r>
                        <a:rPr sz="1500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121875" marR="121875" marT="121900" marB="121900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4055596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00" name="sanitized-shape-1654">
            <a:extLst xmlns:a="http://schemas.openxmlformats.org/drawingml/2006/main">
              <a:ext uri="{FF2B5EF4-FFF2-40B4-BE49-F238E27FC236}">
                <a16:creationId xmlns:a16="http://schemas.microsoft.com/office/drawing/2014/main" id="{A38342A6-DD1C-4D44-B081-7E6A766C12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37" y="103853"/>
            <a:ext cx="1109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0" rIns="6855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82000"/>
              </a:lnSpc>
              <a:spcBef>
                <a:spcPts val="0"/>
              </a:spcBef>
              <a:spcAft>
                <a:spcPts val="500"/>
              </a:spcAft>
              <a:buSzPts val="2800"/>
              <a:buNone/>
            </a:pPr>
            <a:r>
              <a:rPr sz="1500">
                <a:solidFill>
                  <a:srgbClr val="EE4D2D"/>
                </a:solidFill>
              </a:rPr>
              <a:t/>
            </a:r>
          </a:p>
        </p:txBody>
      </p:sp>
      <p:sp>
        <p:nvSpPr>
          <p:cNvPr id="2301" name="sanitized-shape-1655">
            <a:extLst xmlns:a="http://schemas.openxmlformats.org/drawingml/2006/main">
              <a:ext uri="{FF2B5EF4-FFF2-40B4-BE49-F238E27FC236}">
                <a16:creationId xmlns:a16="http://schemas.microsoft.com/office/drawing/2014/main" id="{71C57497-4C2D-4BEF-94AD-BCE61E0A6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737" y="315001"/>
            <a:ext cx="11097600" cy="36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0" rIns="6855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sz="1500" b="1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302" name="sanitized-shape-1656">
            <a:extLst xmlns:a="http://schemas.openxmlformats.org/drawingml/2006/main">
              <a:ext uri="{FF2B5EF4-FFF2-40B4-BE49-F238E27FC236}">
                <a16:creationId xmlns:a16="http://schemas.microsoft.com/office/drawing/2014/main" id="{749D47BC-2C29-473A-85E9-A62AA8FE0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7232" y="946600"/>
            <a:ext cx="2727000" cy="546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6E6"/>
          </a:solidFill>
          <a:ln xmlns:a="http://schemas.openxmlformats.org/drawingml/2006/main" w="12700" cmpd="sng">
            <a:solidFill>
              <a:srgbClr val="E7E6E6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48750" tIns="121875" rIns="48000" bIns="12187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500" b="1" i="0" u="none" cap="none">
                <a:solidFill>
                  <a:srgbClr val="ED4D2D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303" name="sanitized-shape-1657">
            <a:extLst xmlns:a="http://schemas.openxmlformats.org/drawingml/2006/main">
              <a:ext uri="{FF2B5EF4-FFF2-40B4-BE49-F238E27FC236}">
                <a16:creationId xmlns:a16="http://schemas.microsoft.com/office/drawing/2014/main" id="{53FB7335-5BA8-4AA1-8E26-1A34BB311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324" y="5952609"/>
            <a:ext cx="7424400" cy="20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DAD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60925" rIns="121875" bIns="609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1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304" name="sanitized-shape-1658">
            <a:extLst xmlns:a="http://schemas.openxmlformats.org/drawingml/2006/main">
              <a:ext uri="{FF2B5EF4-FFF2-40B4-BE49-F238E27FC236}">
                <a16:creationId xmlns:a16="http://schemas.microsoft.com/office/drawing/2014/main" id="{5612C472-D49F-4738-8B55-2E3CC96C8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324" y="6194555"/>
            <a:ext cx="7424400" cy="22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DAD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60925" rIns="121875" bIns="609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1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305" name="sanitized-shape-1659">
            <a:extLst xmlns:a="http://schemas.openxmlformats.org/drawingml/2006/main">
              <a:ext uri="{FF2B5EF4-FFF2-40B4-BE49-F238E27FC236}">
                <a16:creationId xmlns:a16="http://schemas.microsoft.com/office/drawing/2014/main" id="{6EECF53E-3A36-4A32-92F2-BC3909435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3784" y="946609"/>
            <a:ext cx="1178100" cy="47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4D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60925" rIns="121875" bIns="609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sz="13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306" name="sanitized-shape-1660">
            <a:extLst xmlns:a="http://schemas.openxmlformats.org/drawingml/2006/main">
              <a:ext uri="{FF2B5EF4-FFF2-40B4-BE49-F238E27FC236}">
                <a16:creationId xmlns:a16="http://schemas.microsoft.com/office/drawing/2014/main" id="{3C2E1F5F-57B1-4CBF-B375-980FB934F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3784" y="4891651"/>
            <a:ext cx="1178100" cy="95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60925" rIns="121875" bIns="609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100" b="1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307" name="sanitized-shape-1661">
            <a:extLst xmlns:a="http://schemas.openxmlformats.org/drawingml/2006/main">
              <a:ext uri="{FF2B5EF4-FFF2-40B4-BE49-F238E27FC236}">
                <a16:creationId xmlns:a16="http://schemas.microsoft.com/office/drawing/2014/main" id="{16F9F1FB-31FF-4CED-B541-EE9561614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3784" y="5952609"/>
            <a:ext cx="1178100" cy="20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DAD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60925" rIns="121875" bIns="609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1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308" name="sanitized-shape-1662">
            <a:extLst xmlns:a="http://schemas.openxmlformats.org/drawingml/2006/main">
              <a:ext uri="{FF2B5EF4-FFF2-40B4-BE49-F238E27FC236}">
                <a16:creationId xmlns:a16="http://schemas.microsoft.com/office/drawing/2014/main" id="{687A3FC4-8C61-4280-935F-4FFFC13AE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3784" y="6194555"/>
            <a:ext cx="1178100" cy="22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DAD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60925" rIns="121875" bIns="609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1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310" name="sanitized-shape-1663">
            <a:extLst xmlns:a="http://schemas.openxmlformats.org/drawingml/2006/main">
              <a:ext uri="{FF2B5EF4-FFF2-40B4-BE49-F238E27FC236}">
                <a16:creationId xmlns:a16="http://schemas.microsoft.com/office/drawing/2014/main" id="{ACB240C2-F9E9-477F-9AC2-2EB3AA374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27448" y="2736747"/>
            <a:ext cx="243920" cy="2437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4D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0925" tIns="60925" rIns="121875" bIns="609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sz="15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311" name="sanitized-shape-1664">
            <a:extLst xmlns:a="http://schemas.openxmlformats.org/drawingml/2006/main">
              <a:ext uri="{FF2B5EF4-FFF2-40B4-BE49-F238E27FC236}">
                <a16:creationId xmlns:a16="http://schemas.microsoft.com/office/drawing/2014/main" id="{9E5391F4-0785-4E03-A004-4D539BFC9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26649" y="3624738"/>
            <a:ext cx="243920" cy="2437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4D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0925" tIns="60925" rIns="121875" bIns="609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sz="15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312" name="sanitized-shape-1665">
            <a:extLst xmlns:a="http://schemas.openxmlformats.org/drawingml/2006/main">
              <a:ext uri="{FF2B5EF4-FFF2-40B4-BE49-F238E27FC236}">
                <a16:creationId xmlns:a16="http://schemas.microsoft.com/office/drawing/2014/main" id="{0BD5E263-D4FF-4E2A-88CD-5BC9F6258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5304" y="946609"/>
            <a:ext cx="4379400" cy="47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4D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60925" rIns="121875" bIns="609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sz="13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313" name="sanitized-shape-1666">
            <a:extLst xmlns:a="http://schemas.openxmlformats.org/drawingml/2006/main">
              <a:ext uri="{FF2B5EF4-FFF2-40B4-BE49-F238E27FC236}">
                <a16:creationId xmlns:a16="http://schemas.microsoft.com/office/drawing/2014/main" id="{7AAFB059-1DFE-441A-BF7D-B5FAE339C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5304" y="4891651"/>
            <a:ext cx="4379400" cy="95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60925" rIns="121875" bIns="60925" anchor="ctr">
            <a:noAutofit/>
          </a:bodyPr>
          <a:lstStyle xmlns:a="http://schemas.openxmlformats.org/drawingml/2006/main"/>
          <a:p xmlns:a="http://schemas.openxmlformats.org/drawingml/2006/main">
            <a:pPr marL="228600" marR="0" lvl="0" indent="-222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sz="11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314" name="sanitized-shape-1667">
            <a:extLst xmlns:a="http://schemas.openxmlformats.org/drawingml/2006/main">
              <a:ext uri="{FF2B5EF4-FFF2-40B4-BE49-F238E27FC236}">
                <a16:creationId xmlns:a16="http://schemas.microsoft.com/office/drawing/2014/main" id="{2044C672-444A-4CCF-AB95-FF5E9E914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5304" y="1549431"/>
            <a:ext cx="4379400" cy="68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60925" rIns="121875" bIns="60925" anchor="ctr">
            <a:noAutofit/>
          </a:bodyPr>
          <a:lstStyle xmlns:a="http://schemas.openxmlformats.org/drawingml/2006/main"/>
          <a:p xmlns:a="http://schemas.openxmlformats.org/drawingml/2006/main">
            <a:pPr marL="228600" marR="0" lvl="0" indent="-222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sz="11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315" name="sanitized-shape-1668">
            <a:extLst xmlns:a="http://schemas.openxmlformats.org/drawingml/2006/main">
              <a:ext uri="{FF2B5EF4-FFF2-40B4-BE49-F238E27FC236}">
                <a16:creationId xmlns:a16="http://schemas.microsoft.com/office/drawing/2014/main" id="{0130EE1E-D64A-45A8-A9A5-B8ED6A67D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5304" y="2344011"/>
            <a:ext cx="4379400" cy="78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60925" rIns="121875" bIns="60925" anchor="ctr">
            <a:noAutofit/>
          </a:bodyPr>
          <a:lstStyle xmlns:a="http://schemas.openxmlformats.org/drawingml/2006/main"/>
          <a:p xmlns:a="http://schemas.openxmlformats.org/drawingml/2006/main">
            <a:pPr marL="228600" marR="0" lvl="0" indent="-222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sz="11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316" name="sanitized-shape-1669">
            <a:extLst xmlns:a="http://schemas.openxmlformats.org/drawingml/2006/main">
              <a:ext uri="{FF2B5EF4-FFF2-40B4-BE49-F238E27FC236}">
                <a16:creationId xmlns:a16="http://schemas.microsoft.com/office/drawing/2014/main" id="{73C496A7-4F71-42CD-9680-1ED66D546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5304" y="3232509"/>
            <a:ext cx="4379400" cy="82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60925" rIns="121875" bIns="60925" anchor="ctr">
            <a:noAutofit/>
          </a:bodyPr>
          <a:lstStyle xmlns:a="http://schemas.openxmlformats.org/drawingml/2006/main"/>
          <a:p xmlns:a="http://schemas.openxmlformats.org/drawingml/2006/main">
            <a:pPr marL="228600" marR="0" lvl="0" indent="-222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sz="11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317" name="sanitized-shape-1670">
            <a:extLst xmlns:a="http://schemas.openxmlformats.org/drawingml/2006/main">
              <a:ext uri="{FF2B5EF4-FFF2-40B4-BE49-F238E27FC236}">
                <a16:creationId xmlns:a16="http://schemas.microsoft.com/office/drawing/2014/main" id="{907BE3ED-A834-4C11-A38E-4BAC1E6E3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5304" y="4129349"/>
            <a:ext cx="4379400" cy="48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60925" rIns="121875" bIns="60925" anchor="ctr">
            <a:noAutofit/>
          </a:bodyPr>
          <a:lstStyle xmlns:a="http://schemas.openxmlformats.org/drawingml/2006/main"/>
          <a:p xmlns:a="http://schemas.openxmlformats.org/drawingml/2006/main">
            <a:pPr marL="228600" marR="0" lvl="0" indent="-222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sz="11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318" name="sanitized-shape-1671">
            <a:extLst xmlns:a="http://schemas.openxmlformats.org/drawingml/2006/main">
              <a:ext uri="{FF2B5EF4-FFF2-40B4-BE49-F238E27FC236}">
                <a16:creationId xmlns:a16="http://schemas.microsoft.com/office/drawing/2014/main" id="{2653BBB3-40F8-4797-8E94-90C5081B9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3784" y="1549431"/>
            <a:ext cx="1178100" cy="68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60925" rIns="121875" bIns="609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100" b="1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319" name="sanitized-shape-1672">
            <a:extLst xmlns:a="http://schemas.openxmlformats.org/drawingml/2006/main">
              <a:ext uri="{FF2B5EF4-FFF2-40B4-BE49-F238E27FC236}">
                <a16:creationId xmlns:a16="http://schemas.microsoft.com/office/drawing/2014/main" id="{E875A26D-2314-427A-B7EC-4AD4AB3A8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3784" y="2344011"/>
            <a:ext cx="1178100" cy="78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60925" rIns="121875" bIns="609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100" b="1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320" name="sanitized-shape-1673">
            <a:extLst xmlns:a="http://schemas.openxmlformats.org/drawingml/2006/main">
              <a:ext uri="{FF2B5EF4-FFF2-40B4-BE49-F238E27FC236}">
                <a16:creationId xmlns:a16="http://schemas.microsoft.com/office/drawing/2014/main" id="{7A732283-0919-4470-9781-444B8F028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3784" y="3232509"/>
            <a:ext cx="1178100" cy="82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60925" rIns="121875" bIns="609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100" b="1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321" name="sanitized-shape-1674">
            <a:extLst xmlns:a="http://schemas.openxmlformats.org/drawingml/2006/main">
              <a:ext uri="{FF2B5EF4-FFF2-40B4-BE49-F238E27FC236}">
                <a16:creationId xmlns:a16="http://schemas.microsoft.com/office/drawing/2014/main" id="{D0732B99-EDFA-4BC8-8E42-845AE9435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3784" y="4129349"/>
            <a:ext cx="1178100" cy="48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60925" rIns="121875" bIns="609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100" b="1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322" name="sanitized-shape-1675">
            <a:extLst xmlns:a="http://schemas.openxmlformats.org/drawingml/2006/main">
              <a:ext uri="{FF2B5EF4-FFF2-40B4-BE49-F238E27FC236}">
                <a16:creationId xmlns:a16="http://schemas.microsoft.com/office/drawing/2014/main" id="{850BC342-0396-4641-A01D-2F337AEA8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324" y="946609"/>
            <a:ext cx="2976600" cy="47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4D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60925" rIns="121875" bIns="609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sz="13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323" name="sanitized-shape-1676">
            <a:extLst xmlns:a="http://schemas.openxmlformats.org/drawingml/2006/main">
              <a:ext uri="{FF2B5EF4-FFF2-40B4-BE49-F238E27FC236}">
                <a16:creationId xmlns:a16="http://schemas.microsoft.com/office/drawing/2014/main" id="{76867B04-6C88-410B-9591-81496ED27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436" y="4891803"/>
            <a:ext cx="2976000" cy="95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60925" rIns="121875" bIns="609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100" b="1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324" name="sanitized-shape-1677">
            <a:extLst xmlns:a="http://schemas.openxmlformats.org/drawingml/2006/main">
              <a:ext uri="{FF2B5EF4-FFF2-40B4-BE49-F238E27FC236}">
                <a16:creationId xmlns:a16="http://schemas.microsoft.com/office/drawing/2014/main" id="{012A82F1-000D-459E-BE09-315AE4B28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315" y="3232515"/>
            <a:ext cx="968700" cy="137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60925" rIns="121875" bIns="609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100" b="1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325" name="sanitized-shape-1678">
            <a:extLst xmlns:a="http://schemas.openxmlformats.org/drawingml/2006/main">
              <a:ext uri="{FF2B5EF4-FFF2-40B4-BE49-F238E27FC236}">
                <a16:creationId xmlns:a16="http://schemas.microsoft.com/office/drawing/2014/main" id="{9C70544A-2819-47A7-ABA6-60E54548D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548" y="2344011"/>
            <a:ext cx="1905600" cy="78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60925" rIns="121875" bIns="609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100" b="1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326" name="sanitized-shape-1679">
            <a:extLst xmlns:a="http://schemas.openxmlformats.org/drawingml/2006/main">
              <a:ext uri="{FF2B5EF4-FFF2-40B4-BE49-F238E27FC236}">
                <a16:creationId xmlns:a16="http://schemas.microsoft.com/office/drawing/2014/main" id="{89477B1B-8851-429A-B7E5-DAD50B165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549" y="1549431"/>
            <a:ext cx="1905600" cy="68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60925" rIns="121875" bIns="609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100" b="1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327" name="sanitized-shape-1680">
            <a:extLst xmlns:a="http://schemas.openxmlformats.org/drawingml/2006/main">
              <a:ext uri="{FF2B5EF4-FFF2-40B4-BE49-F238E27FC236}">
                <a16:creationId xmlns:a16="http://schemas.microsoft.com/office/drawing/2014/main" id="{39B4D798-F154-4361-B52D-2DF8893CA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740" y="3232575"/>
            <a:ext cx="1905600" cy="82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60925" rIns="121875" bIns="609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100" b="1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328" name="sanitized-shape-1681">
            <a:extLst xmlns:a="http://schemas.openxmlformats.org/drawingml/2006/main">
              <a:ext uri="{FF2B5EF4-FFF2-40B4-BE49-F238E27FC236}">
                <a16:creationId xmlns:a16="http://schemas.microsoft.com/office/drawing/2014/main" id="{CD0488AB-235C-4FC3-870F-A8DAE3EE8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742" y="4137825"/>
            <a:ext cx="1905600" cy="47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60925" rIns="121875" bIns="609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100" b="1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329" name="sanitized-shape-1682">
            <a:extLst xmlns:a="http://schemas.openxmlformats.org/drawingml/2006/main">
              <a:ext uri="{FF2B5EF4-FFF2-40B4-BE49-F238E27FC236}">
                <a16:creationId xmlns:a16="http://schemas.microsoft.com/office/drawing/2014/main" id="{5B505FFF-6BCF-4B4D-B968-5DEAD644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476" y="1549431"/>
            <a:ext cx="968700" cy="158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60925" rIns="121875" bIns="609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100" b="1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330" name="sanitized-shape-1683">
            <a:extLst xmlns:a="http://schemas.openxmlformats.org/drawingml/2006/main">
              <a:ext uri="{FF2B5EF4-FFF2-40B4-BE49-F238E27FC236}">
                <a16:creationId xmlns:a16="http://schemas.microsoft.com/office/drawing/2014/main" id="{755F7C29-3CC2-4B46-8679-B7789DCB6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324" y="1510921"/>
            <a:ext cx="314700" cy="30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4D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60925" rIns="121875" bIns="609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sz="15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331" name="sanitized-shape-1684">
            <a:extLst xmlns:a="http://schemas.openxmlformats.org/drawingml/2006/main">
              <a:ext uri="{FF2B5EF4-FFF2-40B4-BE49-F238E27FC236}">
                <a16:creationId xmlns:a16="http://schemas.microsoft.com/office/drawing/2014/main" id="{E63E934C-4240-4876-9772-3242A2F79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315" y="4846411"/>
            <a:ext cx="3147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4D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60925" rIns="121875" bIns="609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sz="15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332" name="sanitized-shape-1685">
            <a:extLst xmlns:a="http://schemas.openxmlformats.org/drawingml/2006/main">
              <a:ext uri="{FF2B5EF4-FFF2-40B4-BE49-F238E27FC236}">
                <a16:creationId xmlns:a16="http://schemas.microsoft.com/office/drawing/2014/main" id="{BB49186B-B65E-48EC-9328-4F2B5C1A4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25" y="1510902"/>
            <a:ext cx="8721300" cy="323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6925" cmpd="sng">
            <a:solidFill>
              <a:srgbClr val="AD3820"/>
            </a:solidFill>
            <a:prstDash val="dash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121875" tIns="60925" rIns="121875" bIns="609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</a:p>
        </p:txBody>
      </p:sp>
      <p:sp>
        <p:nvSpPr>
          <p:cNvPr id="2333" name="sanitized-shape-1686">
            <a:extLst xmlns:a="http://schemas.openxmlformats.org/drawingml/2006/main">
              <a:ext uri="{FF2B5EF4-FFF2-40B4-BE49-F238E27FC236}">
                <a16:creationId xmlns:a16="http://schemas.microsoft.com/office/drawing/2014/main" id="{AF75987D-BE9B-4C7D-97C2-62D179017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325" y="4846383"/>
            <a:ext cx="8721300" cy="10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6925" cmpd="sng">
            <a:solidFill>
              <a:srgbClr val="AD3820"/>
            </a:solidFill>
            <a:prstDash val="dash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121875" tIns="60925" rIns="121875" bIns="609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</a:p>
        </p:txBody>
      </p:sp>
      <p:sp>
        <p:nvSpPr>
          <p:cNvPr id="2334" name="sanitized-shape-1687">
            <a:extLst xmlns:a="http://schemas.openxmlformats.org/drawingml/2006/main">
              <a:ext uri="{FF2B5EF4-FFF2-40B4-BE49-F238E27FC236}">
                <a16:creationId xmlns:a16="http://schemas.microsoft.com/office/drawing/2014/main" id="{66C744BE-04BF-4586-9B9A-439D6BDA8C0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55891" y="6489692"/>
            <a:ext cx="2742600" cy="36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51425" tIns="25700" rIns="51425" bIns="2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69ADA83D-DF77-AA76-6DA0-7A70CD7A4D20}" type="slidenum">
              <a:rPr sz="1200">
                <a:solidFill>
                  <a:schemeClr val="dk1"/>
                </a:solidFill>
              </a:rPr>
              <a:t/>
            </a:fld>
          </a:p>
        </p:txBody>
      </p:sp>
    </p:spTree>
    <p:extLst>
      <p:ext uri="{BB962C8B-B14F-4D97-AF65-F5344CB8AC3E}">
        <p14:creationId xmlns:p14="http://schemas.microsoft.com/office/powerpoint/2010/main" val="2017049659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39" name="sanitized-shape-1688">
            <a:extLst xmlns:a="http://schemas.openxmlformats.org/drawingml/2006/main">
              <a:ext uri="{FF2B5EF4-FFF2-40B4-BE49-F238E27FC236}">
                <a16:creationId xmlns:a16="http://schemas.microsoft.com/office/drawing/2014/main" id="{8FC3C9D4-95C0-4640-97BC-1CB722F84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737" y="315001"/>
            <a:ext cx="11097600" cy="36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0" rIns="6855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sz="1500" b="1"/>
              <a:t/>
            </a:r>
          </a:p>
        </p:txBody>
      </p:sp>
      <p:sp>
        <p:nvSpPr>
          <p:cNvPr id="2340" name="sanitized-shape-1689">
            <a:extLst xmlns:a="http://schemas.openxmlformats.org/drawingml/2006/main">
              <a:ext uri="{FF2B5EF4-FFF2-40B4-BE49-F238E27FC236}">
                <a16:creationId xmlns:a16="http://schemas.microsoft.com/office/drawing/2014/main" id="{8D8996AB-4D62-4719-9CFC-D7641CC4D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025" y="1506837"/>
            <a:ext cx="1682100" cy="507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12700" cmpd="sng">
            <a:solidFill>
              <a:srgbClr val="F8F8F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6000" tIns="121875" rIns="50400" bIns="121875" anchor="ctr">
            <a:noAutofit/>
          </a:bodyPr>
          <a:lstStyle xmlns:a="http://schemas.openxmlformats.org/drawingml/2006/main"/>
          <a:p xmlns:a="http://schemas.openxmlformats.org/drawingml/2006/main">
            <a:pPr marL="316800" lvl="0" indent="-14355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sz="900" b="1">
                <a:solidFill>
                  <a:schemeClr val="dk1"/>
                </a:solidFill>
              </a:rPr>
              <a:t/>
            </a:r>
          </a:p>
        </p:txBody>
      </p:sp>
      <p:sp>
        <p:nvSpPr>
          <p:cNvPr id="2341" name="sanitized-shape-1690">
            <a:extLst xmlns:a="http://schemas.openxmlformats.org/drawingml/2006/main">
              <a:ext uri="{FF2B5EF4-FFF2-40B4-BE49-F238E27FC236}">
                <a16:creationId xmlns:a16="http://schemas.microsoft.com/office/drawing/2014/main" id="{EB17C70A-2656-4C53-889C-973A5C01F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0053" y="832567"/>
            <a:ext cx="7930800" cy="2613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 w="12700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121875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chemeClr val="lt1"/>
                </a:solidFill>
              </a:rPr>
              <a:t/>
            </a:r>
          </a:p>
        </p:txBody>
      </p:sp>
      <p:sp>
        <p:nvSpPr>
          <p:cNvPr id="2342" name="sanitized-shape-1691">
            <a:extLst xmlns:a="http://schemas.openxmlformats.org/drawingml/2006/main">
              <a:ext uri="{FF2B5EF4-FFF2-40B4-BE49-F238E27FC236}">
                <a16:creationId xmlns:a16="http://schemas.microsoft.com/office/drawing/2014/main" id="{8D4052CD-BB6F-4D76-9E4A-D89C3B5D0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753" y="1173141"/>
            <a:ext cx="1690500" cy="2463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chemeClr val="dk1"/>
                </a:solidFill>
              </a:rPr>
              <a:t/>
            </a:r>
          </a:p>
        </p:txBody>
      </p:sp>
      <p:sp>
        <p:nvSpPr>
          <p:cNvPr id="2343" name="sanitized-shape-1692">
            <a:extLst xmlns:a="http://schemas.openxmlformats.org/drawingml/2006/main">
              <a:ext uri="{FF2B5EF4-FFF2-40B4-BE49-F238E27FC236}">
                <a16:creationId xmlns:a16="http://schemas.microsoft.com/office/drawing/2014/main" id="{A9F13B10-6742-4EC7-A98F-157843728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988" y="1173141"/>
            <a:ext cx="2541900" cy="2463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chemeClr val="dk1"/>
                </a:solidFill>
              </a:rPr>
              <a:t/>
            </a:r>
          </a:p>
        </p:txBody>
      </p:sp>
      <p:sp>
        <p:nvSpPr>
          <p:cNvPr id="2344" name="sanitized-shape-1693">
            <a:extLst xmlns:a="http://schemas.openxmlformats.org/drawingml/2006/main">
              <a:ext uri="{FF2B5EF4-FFF2-40B4-BE49-F238E27FC236}">
                <a16:creationId xmlns:a16="http://schemas.microsoft.com/office/drawing/2014/main" id="{8D13EE66-B1B4-4669-BB13-DFBDF84C1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5424" y="1173141"/>
            <a:ext cx="1814400" cy="2463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chemeClr val="dk1"/>
                </a:solidFill>
              </a:rPr>
              <a:t/>
            </a:r>
          </a:p>
        </p:txBody>
      </p:sp>
      <p:sp>
        <p:nvSpPr>
          <p:cNvPr id="2345" name="sanitized-shape-1694">
            <a:extLst xmlns:a="http://schemas.openxmlformats.org/drawingml/2006/main">
              <a:ext uri="{FF2B5EF4-FFF2-40B4-BE49-F238E27FC236}">
                <a16:creationId xmlns:a16="http://schemas.microsoft.com/office/drawing/2014/main" id="{BA073E3F-D597-4593-BFC8-09713B39E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013" y="1173141"/>
            <a:ext cx="1682100" cy="2463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chemeClr val="dk1"/>
                </a:solidFill>
              </a:rPr>
              <a:t/>
            </a:r>
          </a:p>
        </p:txBody>
      </p:sp>
      <p:sp>
        <p:nvSpPr>
          <p:cNvPr id="2346" name="sanitized-shape-1695">
            <a:extLst xmlns:a="http://schemas.openxmlformats.org/drawingml/2006/main">
              <a:ext uri="{FF2B5EF4-FFF2-40B4-BE49-F238E27FC236}">
                <a16:creationId xmlns:a16="http://schemas.microsoft.com/office/drawing/2014/main" id="{63E5783A-D59A-4434-A4EE-EE4E19C59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29" y="832567"/>
            <a:ext cx="623100" cy="595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 w="12700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121875" rIns="0" bIns="1218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chemeClr val="lt1"/>
                </a:solidFill>
              </a:rPr>
              <a:t/>
            </a:r>
          </a:p>
        </p:txBody>
      </p:sp>
      <p:sp>
        <p:nvSpPr>
          <p:cNvPr id="2347" name="sanitized-shape-1696">
            <a:extLst xmlns:a="http://schemas.openxmlformats.org/drawingml/2006/main">
              <a:ext uri="{FF2B5EF4-FFF2-40B4-BE49-F238E27FC236}">
                <a16:creationId xmlns:a16="http://schemas.microsoft.com/office/drawing/2014/main" id="{3F2DAE7C-01FC-4F7F-A739-62450B88C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37" y="1503967"/>
            <a:ext cx="623100" cy="14856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2700" cmpd="sng">
            <a:solidFill>
              <a:schemeClr val="accen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121875" rIns="0" bIns="1218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chemeClr val="lt1"/>
                </a:solidFill>
              </a:rPr>
              <a:t/>
            </a:r>
          </a:p>
        </p:txBody>
      </p:sp>
      <p:sp>
        <p:nvSpPr>
          <p:cNvPr id="2348" name="sanitized-shape-1697">
            <a:extLst xmlns:a="http://schemas.openxmlformats.org/drawingml/2006/main">
              <a:ext uri="{FF2B5EF4-FFF2-40B4-BE49-F238E27FC236}">
                <a16:creationId xmlns:a16="http://schemas.microsoft.com/office/drawing/2014/main" id="{CC864A7A-7469-4F92-88D9-FF0F14E42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29" y="3090860"/>
            <a:ext cx="623100" cy="16443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2700" cmpd="sng">
            <a:solidFill>
              <a:schemeClr val="accen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121875" rIns="0" bIns="1218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chemeClr val="lt1"/>
                </a:solidFill>
              </a:rPr>
              <a:t/>
            </a:r>
          </a:p>
        </p:txBody>
      </p:sp>
      <p:sp>
        <p:nvSpPr>
          <p:cNvPr id="2349" name="sanitized-shape-1698">
            <a:extLst xmlns:a="http://schemas.openxmlformats.org/drawingml/2006/main">
              <a:ext uri="{FF2B5EF4-FFF2-40B4-BE49-F238E27FC236}">
                <a16:creationId xmlns:a16="http://schemas.microsoft.com/office/drawing/2014/main" id="{231900AF-6343-430E-9C2F-33F81289A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37" y="4825700"/>
            <a:ext cx="623100" cy="1763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2700" cmpd="sng">
            <a:solidFill>
              <a:schemeClr val="accen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121875" rIns="0" bIns="1218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chemeClr val="lt1"/>
                </a:solidFill>
              </a:rPr>
              <a:t/>
            </a:r>
          </a:p>
        </p:txBody>
      </p:sp>
      <p:sp>
        <p:nvSpPr>
          <p:cNvPr id="2350" name="sanitized-shape-1699">
            <a:extLst xmlns:a="http://schemas.openxmlformats.org/drawingml/2006/main">
              <a:ext uri="{FF2B5EF4-FFF2-40B4-BE49-F238E27FC236}">
                <a16:creationId xmlns:a16="http://schemas.microsoft.com/office/drawing/2014/main" id="{FDEFDBD7-6F84-4578-8C12-147A8C1DD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4922" y="1506906"/>
            <a:ext cx="1699500" cy="46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12700" cmpd="sng">
            <a:solidFill>
              <a:srgbClr val="F8F8F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121875" tIns="121875" rIns="121875" bIns="12187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chemeClr val="dk1"/>
                </a:solidFill>
              </a:rPr>
              <a:t/>
            </a:r>
          </a:p>
        </p:txBody>
      </p:sp>
      <p:sp>
        <p:nvSpPr>
          <p:cNvPr id="2351" name="sanitized-shape-1700">
            <a:extLst xmlns:a="http://schemas.openxmlformats.org/drawingml/2006/main">
              <a:ext uri="{FF2B5EF4-FFF2-40B4-BE49-F238E27FC236}">
                <a16:creationId xmlns:a16="http://schemas.microsoft.com/office/drawing/2014/main" id="{31D365D7-B46E-42CA-8D40-E81C413A1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8388" y="1505706"/>
            <a:ext cx="2541000" cy="47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12700" cmpd="sng">
            <a:solidFill>
              <a:srgbClr val="F8F8F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121875" tIns="121875" rIns="121875" bIns="12187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chemeClr val="dk1"/>
                </a:solidFill>
              </a:rPr>
              <a:t/>
            </a:r>
          </a:p>
        </p:txBody>
      </p:sp>
      <p:sp>
        <p:nvSpPr>
          <p:cNvPr id="2352" name="sanitized-shape-1701">
            <a:extLst xmlns:a="http://schemas.openxmlformats.org/drawingml/2006/main">
              <a:ext uri="{FF2B5EF4-FFF2-40B4-BE49-F238E27FC236}">
                <a16:creationId xmlns:a16="http://schemas.microsoft.com/office/drawing/2014/main" id="{04D27B56-A928-434B-8EA7-07701215B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5624" y="1505706"/>
            <a:ext cx="1813800" cy="47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12700" cmpd="sng">
            <a:solidFill>
              <a:srgbClr val="F8F8F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121875" tIns="121875" rIns="121875" bIns="12187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chemeClr val="dk1"/>
                </a:solidFill>
              </a:rPr>
              <a:t/>
            </a:r>
          </a:p>
        </p:txBody>
      </p:sp>
      <p:sp>
        <p:nvSpPr>
          <p:cNvPr id="2353" name="sanitized-shape-1702">
            <a:extLst xmlns:a="http://schemas.openxmlformats.org/drawingml/2006/main">
              <a:ext uri="{FF2B5EF4-FFF2-40B4-BE49-F238E27FC236}">
                <a16:creationId xmlns:a16="http://schemas.microsoft.com/office/drawing/2014/main" id="{F054FD76-CA02-4915-ABF4-560BFD792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9521" y="2053870"/>
            <a:ext cx="1690500" cy="94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FEC"/>
          </a:solidFill>
          <a:ln xmlns:a="http://schemas.openxmlformats.org/drawingml/2006/main" w="12700" cmpd="sng">
            <a:solidFill>
              <a:srgbClr val="FDEFEC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121875" tIns="121875" rIns="121875" bIns="12187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ED4D2D"/>
                </a:solidFill>
              </a:rPr>
              <a:t/>
            </a:r>
          </a:p>
        </p:txBody>
      </p:sp>
      <p:sp>
        <p:nvSpPr>
          <p:cNvPr id="2354" name="sanitized-shape-1703">
            <a:extLst xmlns:a="http://schemas.openxmlformats.org/drawingml/2006/main">
              <a:ext uri="{FF2B5EF4-FFF2-40B4-BE49-F238E27FC236}">
                <a16:creationId xmlns:a16="http://schemas.microsoft.com/office/drawing/2014/main" id="{7A8D184E-9922-487E-A64D-A15188C82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8388" y="2053470"/>
            <a:ext cx="2541000" cy="94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FEC"/>
          </a:solidFill>
          <a:ln xmlns:a="http://schemas.openxmlformats.org/drawingml/2006/main" w="12700" cmpd="sng">
            <a:solidFill>
              <a:srgbClr val="FDEFEC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121875" tIns="121875" rIns="121875" bIns="12187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chemeClr val="accent1"/>
                </a:solidFill>
              </a:rPr>
              <a:t/>
            </a:r>
          </a:p>
        </p:txBody>
      </p:sp>
      <p:sp>
        <p:nvSpPr>
          <p:cNvPr id="2355" name="sanitized-shape-1704">
            <a:extLst xmlns:a="http://schemas.openxmlformats.org/drawingml/2006/main">
              <a:ext uri="{FF2B5EF4-FFF2-40B4-BE49-F238E27FC236}">
                <a16:creationId xmlns:a16="http://schemas.microsoft.com/office/drawing/2014/main" id="{DA3D7C22-5CDC-4BC0-B94C-34991E660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5624" y="2053470"/>
            <a:ext cx="1813800" cy="94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FEC"/>
          </a:solidFill>
          <a:ln xmlns:a="http://schemas.openxmlformats.org/drawingml/2006/main" w="12700" cmpd="sng">
            <a:solidFill>
              <a:srgbClr val="FDEFEC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121875" tIns="121875" rIns="121875" bIns="12187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chemeClr val="dk1"/>
                </a:solidFill>
              </a:rPr>
              <a:t/>
            </a:r>
          </a:p>
        </p:txBody>
      </p:sp>
      <p:sp>
        <p:nvSpPr>
          <p:cNvPr id="2356" name="sanitized-shape-1705">
            <a:extLst xmlns:a="http://schemas.openxmlformats.org/drawingml/2006/main">
              <a:ext uri="{FF2B5EF4-FFF2-40B4-BE49-F238E27FC236}">
                <a16:creationId xmlns:a16="http://schemas.microsoft.com/office/drawing/2014/main" id="{6DEF45B3-A0DA-40CC-9003-3588BB72F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5624" y="3093141"/>
            <a:ext cx="1813800" cy="77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12700" cmpd="sng">
            <a:solidFill>
              <a:srgbClr val="F8F8F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121875" tIns="121875" rIns="121875" bIns="12187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chemeClr val="dk1"/>
                </a:solidFill>
              </a:rPr>
              <a:t/>
            </a:r>
          </a:p>
        </p:txBody>
      </p:sp>
      <p:sp>
        <p:nvSpPr>
          <p:cNvPr id="2357" name="sanitized-shape-1706">
            <a:extLst xmlns:a="http://schemas.openxmlformats.org/drawingml/2006/main">
              <a:ext uri="{FF2B5EF4-FFF2-40B4-BE49-F238E27FC236}">
                <a16:creationId xmlns:a16="http://schemas.microsoft.com/office/drawing/2014/main" id="{3EEEF4E8-A5CE-43B5-9A44-7C8ABE0B1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9521" y="3952748"/>
            <a:ext cx="1690500" cy="78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FEC"/>
          </a:solidFill>
          <a:ln xmlns:a="http://schemas.openxmlformats.org/drawingml/2006/main" w="12700" cmpd="sng">
            <a:solidFill>
              <a:srgbClr val="FDEFEC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121875" tIns="121875" rIns="121875" bIns="12187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chemeClr val="dk1"/>
                </a:solidFill>
              </a:rPr>
              <a:t/>
            </a:r>
          </a:p>
        </p:txBody>
      </p:sp>
      <p:sp>
        <p:nvSpPr>
          <p:cNvPr id="2358" name="sanitized-shape-1707">
            <a:extLst xmlns:a="http://schemas.openxmlformats.org/drawingml/2006/main">
              <a:ext uri="{FF2B5EF4-FFF2-40B4-BE49-F238E27FC236}">
                <a16:creationId xmlns:a16="http://schemas.microsoft.com/office/drawing/2014/main" id="{E6A034A7-DF4D-4AF2-9F64-F52876AC7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8388" y="3952748"/>
            <a:ext cx="2541000" cy="78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FEC"/>
          </a:solidFill>
          <a:ln xmlns:a="http://schemas.openxmlformats.org/drawingml/2006/main" w="12700" cmpd="sng">
            <a:solidFill>
              <a:srgbClr val="FDEFEC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121875" tIns="121875" rIns="121875" bIns="12187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chemeClr val="accent1"/>
                </a:solidFill>
              </a:rPr>
              <a:t/>
            </a:r>
          </a:p>
        </p:txBody>
      </p:sp>
      <p:sp>
        <p:nvSpPr>
          <p:cNvPr id="2359" name="sanitized-shape-1708">
            <a:extLst xmlns:a="http://schemas.openxmlformats.org/drawingml/2006/main">
              <a:ext uri="{FF2B5EF4-FFF2-40B4-BE49-F238E27FC236}">
                <a16:creationId xmlns:a16="http://schemas.microsoft.com/office/drawing/2014/main" id="{FA267173-F520-49CD-8AAB-2FB9F0C53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5624" y="3952748"/>
            <a:ext cx="1813800" cy="78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FEC"/>
          </a:solidFill>
          <a:ln xmlns:a="http://schemas.openxmlformats.org/drawingml/2006/main" w="12700" cmpd="sng">
            <a:solidFill>
              <a:srgbClr val="FDEFEC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121875" tIns="121875" rIns="121875" bIns="12187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chemeClr val="dk1"/>
                </a:solidFill>
              </a:rPr>
              <a:t/>
            </a:r>
          </a:p>
        </p:txBody>
      </p:sp>
      <p:sp>
        <p:nvSpPr>
          <p:cNvPr id="2360" name="sanitized-shape-1709">
            <a:extLst xmlns:a="http://schemas.openxmlformats.org/drawingml/2006/main">
              <a:ext uri="{FF2B5EF4-FFF2-40B4-BE49-F238E27FC236}">
                <a16:creationId xmlns:a16="http://schemas.microsoft.com/office/drawing/2014/main" id="{89257419-BFB2-468B-BD79-CB899957D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9521" y="4826753"/>
            <a:ext cx="1690500" cy="6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12700" cmpd="sng">
            <a:solidFill>
              <a:srgbClr val="F8F8F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121875" tIns="121875" rIns="121875" bIns="12187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chemeClr val="dk1"/>
                </a:solidFill>
              </a:rPr>
              <a:t/>
            </a:r>
          </a:p>
        </p:txBody>
      </p:sp>
      <p:sp>
        <p:nvSpPr>
          <p:cNvPr id="2361" name="sanitized-shape-1710">
            <a:extLst xmlns:a="http://schemas.openxmlformats.org/drawingml/2006/main">
              <a:ext uri="{FF2B5EF4-FFF2-40B4-BE49-F238E27FC236}">
                <a16:creationId xmlns:a16="http://schemas.microsoft.com/office/drawing/2014/main" id="{09702B2C-A128-423F-9ECE-6B7D30D88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8388" y="4826753"/>
            <a:ext cx="2541000" cy="6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12700" cmpd="sng">
            <a:solidFill>
              <a:srgbClr val="F8F8F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121875" tIns="121875" rIns="121875" bIns="12187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chemeClr val="dk1"/>
                </a:solidFill>
              </a:rPr>
              <a:t/>
            </a:r>
          </a:p>
        </p:txBody>
      </p:sp>
      <p:sp>
        <p:nvSpPr>
          <p:cNvPr id="2362" name="sanitized-shape-1711">
            <a:extLst xmlns:a="http://schemas.openxmlformats.org/drawingml/2006/main">
              <a:ext uri="{FF2B5EF4-FFF2-40B4-BE49-F238E27FC236}">
                <a16:creationId xmlns:a16="http://schemas.microsoft.com/office/drawing/2014/main" id="{04A87A1E-FE98-42A9-A0FD-48B532C4B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5624" y="4826753"/>
            <a:ext cx="1813800" cy="6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12700" cmpd="sng">
            <a:solidFill>
              <a:srgbClr val="F8F8F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121875" tIns="121875" rIns="121875" bIns="12187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chemeClr val="dk1"/>
                </a:solidFill>
              </a:rPr>
              <a:t/>
            </a:r>
          </a:p>
        </p:txBody>
      </p:sp>
      <p:sp>
        <p:nvSpPr>
          <p:cNvPr id="2363" name="sanitized-shape-1712">
            <a:extLst xmlns:a="http://schemas.openxmlformats.org/drawingml/2006/main">
              <a:ext uri="{FF2B5EF4-FFF2-40B4-BE49-F238E27FC236}">
                <a16:creationId xmlns:a16="http://schemas.microsoft.com/office/drawing/2014/main" id="{74E95AA1-864A-40FF-98F0-D55CA5DA8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9522" y="5504968"/>
            <a:ext cx="1690500" cy="107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FEC"/>
          </a:solidFill>
          <a:ln xmlns:a="http://schemas.openxmlformats.org/drawingml/2006/main" w="12700" cmpd="sng">
            <a:solidFill>
              <a:srgbClr val="FDEFEC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121875" tIns="121875" rIns="121875" bIns="12187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chemeClr val="dk1"/>
                </a:solidFill>
              </a:rPr>
              <a:t/>
            </a:r>
          </a:p>
        </p:txBody>
      </p:sp>
      <p:sp>
        <p:nvSpPr>
          <p:cNvPr id="2364" name="sanitized-shape-1713">
            <a:extLst xmlns:a="http://schemas.openxmlformats.org/drawingml/2006/main">
              <a:ext uri="{FF2B5EF4-FFF2-40B4-BE49-F238E27FC236}">
                <a16:creationId xmlns:a16="http://schemas.microsoft.com/office/drawing/2014/main" id="{997ADDE2-6FE6-4BDC-9872-0E1752343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8388" y="5495168"/>
            <a:ext cx="2541000" cy="109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FEC"/>
          </a:solidFill>
          <a:ln xmlns:a="http://schemas.openxmlformats.org/drawingml/2006/main" w="12700" cmpd="sng">
            <a:solidFill>
              <a:srgbClr val="FDEFEC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121875" tIns="121875" rIns="121875" bIns="12187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chemeClr val="accent1"/>
                </a:solidFill>
              </a:rPr>
              <a:t/>
            </a:r>
          </a:p>
        </p:txBody>
      </p:sp>
      <p:sp>
        <p:nvSpPr>
          <p:cNvPr id="2365" name="sanitized-shape-1714">
            <a:extLst xmlns:a="http://schemas.openxmlformats.org/drawingml/2006/main">
              <a:ext uri="{FF2B5EF4-FFF2-40B4-BE49-F238E27FC236}">
                <a16:creationId xmlns:a16="http://schemas.microsoft.com/office/drawing/2014/main" id="{59DAC1CF-A1D2-4E69-96B1-B040DB72E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5624" y="5504968"/>
            <a:ext cx="1813800" cy="107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FEC"/>
          </a:solidFill>
          <a:ln xmlns:a="http://schemas.openxmlformats.org/drawingml/2006/main" w="12700" cmpd="sng">
            <a:solidFill>
              <a:srgbClr val="FDEFEC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121875" tIns="121875" rIns="121875" bIns="12187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chemeClr val="dk1"/>
                </a:solidFill>
              </a:rPr>
              <a:t/>
            </a:r>
          </a:p>
        </p:txBody>
      </p:sp>
      <p:sp>
        <p:nvSpPr>
          <p:cNvPr id="2366" name="sanitized-shape-1715">
            <a:extLst xmlns:a="http://schemas.openxmlformats.org/drawingml/2006/main">
              <a:ext uri="{FF2B5EF4-FFF2-40B4-BE49-F238E27FC236}">
                <a16:creationId xmlns:a16="http://schemas.microsoft.com/office/drawing/2014/main" id="{4E4D8649-9727-4BEE-8874-36D4036E8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634" y="832567"/>
            <a:ext cx="669900" cy="595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 w="12700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121875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chemeClr val="lt1"/>
                </a:solidFill>
              </a:rPr>
              <a:t/>
            </a:r>
          </a:p>
        </p:txBody>
      </p:sp>
      <p:sp>
        <p:nvSpPr>
          <p:cNvPr id="2367" name="sanitized-shape-1716">
            <a:extLst xmlns:a="http://schemas.openxmlformats.org/drawingml/2006/main">
              <a:ext uri="{FF2B5EF4-FFF2-40B4-BE49-F238E27FC236}">
                <a16:creationId xmlns:a16="http://schemas.microsoft.com/office/drawing/2014/main" id="{FA1130FC-6ACD-4FD0-8F0C-25737DA69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34" y="1503967"/>
            <a:ext cx="667800" cy="47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12700" cmpd="sng">
            <a:solidFill>
              <a:srgbClr val="F8F8F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121875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chemeClr val="dk1"/>
                </a:solidFill>
              </a:rPr>
              <a:t/>
            </a:r>
          </a:p>
        </p:txBody>
      </p:sp>
      <p:sp>
        <p:nvSpPr>
          <p:cNvPr id="2368" name="sanitized-shape-1717">
            <a:extLst xmlns:a="http://schemas.openxmlformats.org/drawingml/2006/main">
              <a:ext uri="{FF2B5EF4-FFF2-40B4-BE49-F238E27FC236}">
                <a16:creationId xmlns:a16="http://schemas.microsoft.com/office/drawing/2014/main" id="{10AF60DF-B645-4917-A217-6704A34D5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34" y="2041167"/>
            <a:ext cx="667800" cy="94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FEC"/>
          </a:solidFill>
          <a:ln xmlns:a="http://schemas.openxmlformats.org/drawingml/2006/main" w="12700" cmpd="sng">
            <a:solidFill>
              <a:srgbClr val="FDEFEC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121875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chemeClr val="dk1"/>
                </a:solidFill>
              </a:rPr>
              <a:t/>
            </a:r>
          </a:p>
        </p:txBody>
      </p:sp>
      <p:sp>
        <p:nvSpPr>
          <p:cNvPr id="2369" name="sanitized-shape-1718">
            <a:extLst xmlns:a="http://schemas.openxmlformats.org/drawingml/2006/main">
              <a:ext uri="{FF2B5EF4-FFF2-40B4-BE49-F238E27FC236}">
                <a16:creationId xmlns:a16="http://schemas.microsoft.com/office/drawing/2014/main" id="{63FBCFBA-0D4A-44CE-AC61-597486381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34" y="3945081"/>
            <a:ext cx="667800" cy="7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FEC"/>
          </a:solidFill>
          <a:ln xmlns:a="http://schemas.openxmlformats.org/drawingml/2006/main" w="12700" cmpd="sng">
            <a:solidFill>
              <a:srgbClr val="FDEFEC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121875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chemeClr val="dk1"/>
                </a:solidFill>
              </a:rPr>
              <a:t/>
            </a:r>
          </a:p>
        </p:txBody>
      </p:sp>
      <p:sp>
        <p:nvSpPr>
          <p:cNvPr id="2370" name="sanitized-shape-1719">
            <a:extLst xmlns:a="http://schemas.openxmlformats.org/drawingml/2006/main">
              <a:ext uri="{FF2B5EF4-FFF2-40B4-BE49-F238E27FC236}">
                <a16:creationId xmlns:a16="http://schemas.microsoft.com/office/drawing/2014/main" id="{DEE0EFC0-693D-4999-8E57-6EC00FB61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34" y="4825704"/>
            <a:ext cx="667800" cy="59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12700" cmpd="sng">
            <a:solidFill>
              <a:srgbClr val="F8F8F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121875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chemeClr val="dk1"/>
                </a:solidFill>
              </a:rPr>
              <a:t/>
            </a:r>
          </a:p>
        </p:txBody>
      </p:sp>
      <p:sp>
        <p:nvSpPr>
          <p:cNvPr id="2371" name="sanitized-shape-1720">
            <a:extLst xmlns:a="http://schemas.openxmlformats.org/drawingml/2006/main">
              <a:ext uri="{FF2B5EF4-FFF2-40B4-BE49-F238E27FC236}">
                <a16:creationId xmlns:a16="http://schemas.microsoft.com/office/drawing/2014/main" id="{226DEFD0-006D-44B0-8B49-8B76B2A4D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34" y="5495168"/>
            <a:ext cx="667800" cy="109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FEC"/>
          </a:solidFill>
          <a:ln xmlns:a="http://schemas.openxmlformats.org/drawingml/2006/main" w="12700" cmpd="sng">
            <a:solidFill>
              <a:srgbClr val="FDEFEC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121875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chemeClr val="dk1"/>
                </a:solidFill>
              </a:rPr>
              <a:t/>
            </a:r>
          </a:p>
        </p:txBody>
      </p:sp>
      <p:sp>
        <p:nvSpPr>
          <p:cNvPr id="2372" name="sanitized-shape-1721">
            <a:extLst xmlns:a="http://schemas.openxmlformats.org/drawingml/2006/main">
              <a:ext uri="{FF2B5EF4-FFF2-40B4-BE49-F238E27FC236}">
                <a16:creationId xmlns:a16="http://schemas.microsoft.com/office/drawing/2014/main" id="{FA382B19-4071-4F9C-918A-7E30415E8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9521" y="3095341"/>
            <a:ext cx="1690500" cy="77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12700" cmpd="sng">
            <a:solidFill>
              <a:srgbClr val="F8F8F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121875" tIns="121875" rIns="121875" bIns="12187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chemeClr val="dk1"/>
                </a:solidFill>
              </a:rPr>
              <a:t/>
            </a:r>
          </a:p>
        </p:txBody>
      </p:sp>
      <p:sp>
        <p:nvSpPr>
          <p:cNvPr id="2373" name="sanitized-shape-1722">
            <a:extLst xmlns:a="http://schemas.openxmlformats.org/drawingml/2006/main">
              <a:ext uri="{FF2B5EF4-FFF2-40B4-BE49-F238E27FC236}">
                <a16:creationId xmlns:a16="http://schemas.microsoft.com/office/drawing/2014/main" id="{0C81EEE7-8407-4C21-AB52-553F991DB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8388" y="3095341"/>
            <a:ext cx="2541000" cy="77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12700" cmpd="sng">
            <a:solidFill>
              <a:srgbClr val="F8F8F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121875" tIns="121875" rIns="121875" bIns="12187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chemeClr val="dk1"/>
                </a:solidFill>
              </a:rPr>
              <a:t/>
            </a:r>
          </a:p>
        </p:txBody>
      </p:sp>
      <p:sp>
        <p:nvSpPr>
          <p:cNvPr id="2374" name="sanitized-shape-1723">
            <a:extLst xmlns:a="http://schemas.openxmlformats.org/drawingml/2006/main">
              <a:ext uri="{FF2B5EF4-FFF2-40B4-BE49-F238E27FC236}">
                <a16:creationId xmlns:a16="http://schemas.microsoft.com/office/drawing/2014/main" id="{DD6D8AE2-A6C7-4A69-AB90-95F290D7F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34" y="3090865"/>
            <a:ext cx="667800" cy="77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12700" cmpd="sng">
            <a:solidFill>
              <a:srgbClr val="F8F8F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121875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chemeClr val="dk1"/>
                </a:solidFill>
              </a:rPr>
              <a:t/>
            </a:r>
          </a:p>
        </p:txBody>
      </p:sp>
      <p:sp>
        <p:nvSpPr>
          <p:cNvPr id="2375" name="sanitized-shape-1724">
            <a:extLst xmlns:a="http://schemas.openxmlformats.org/drawingml/2006/main">
              <a:ext uri="{FF2B5EF4-FFF2-40B4-BE49-F238E27FC236}">
                <a16:creationId xmlns:a16="http://schemas.microsoft.com/office/drawing/2014/main" id="{729312DB-4482-43F6-8440-62D60470D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8043" y="832567"/>
            <a:ext cx="2379300" cy="575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170650" rIns="121875" bIns="14628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sz="1300" b="1">
                <a:solidFill>
                  <a:srgbClr val="EA4335"/>
                </a:solidFill>
              </a:rPr>
              <a:t/>
            </a:r>
          </a:p>
        </p:txBody>
      </p:sp>
      <p:cxnSp>
        <p:nvCxnSpPr>
          <p:cNvPr id="2495" name="sanitized-shape-1725"/>
          <p:cNvCxnSpPr/>
          <p:nvPr/>
        </p:nvCxnSpPr>
        <p:spPr>
          <a:xfrm xmlns:a="http://schemas.openxmlformats.org/drawingml/2006/main">
            <a:off x="151026" y="3035600"/>
            <a:ext cx="7677900" cy="93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9E9E9E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496" name="sanitized-shape-1726"/>
          <p:cNvCxnSpPr/>
          <p:nvPr/>
        </p:nvCxnSpPr>
        <p:spPr>
          <a:xfrm xmlns:a="http://schemas.openxmlformats.org/drawingml/2006/main">
            <a:off x="151026" y="4775875"/>
            <a:ext cx="7677900" cy="93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9E9E9E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378" name="sanitized-shape-1727">
            <a:extLst xmlns:a="http://schemas.openxmlformats.org/drawingml/2006/main">
              <a:ext uri="{FF2B5EF4-FFF2-40B4-BE49-F238E27FC236}">
                <a16:creationId xmlns:a16="http://schemas.microsoft.com/office/drawing/2014/main" id="{4A4954B4-E922-4CB8-966D-9DA9629234E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74741" y="6489699"/>
            <a:ext cx="2742600" cy="36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51425" tIns="25700" rIns="51425" bIns="2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69ADA83D-DF77-AA76-6DA0-7A70CD7A4D20}" type="slidenum">
              <a:rPr sz="1200">
                <a:solidFill>
                  <a:schemeClr val="dk1"/>
                </a:solidFill>
              </a:rPr>
              <a:t/>
            </a:fld>
          </a:p>
        </p:txBody>
      </p:sp>
      <p:sp>
        <p:nvSpPr>
          <p:cNvPr id="2379" name="sanitized-shape-1728">
            <a:extLst xmlns:a="http://schemas.openxmlformats.org/drawingml/2006/main">
              <a:ext uri="{FF2B5EF4-FFF2-40B4-BE49-F238E27FC236}">
                <a16:creationId xmlns:a16="http://schemas.microsoft.com/office/drawing/2014/main" id="{50031E37-9351-4788-AE6F-7084F2B47D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37" y="103853"/>
            <a:ext cx="11097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0" rIns="6855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82000"/>
              </a:lnSpc>
              <a:spcBef>
                <a:spcPts val="0"/>
              </a:spcBef>
              <a:spcAft>
                <a:spcPts val="500"/>
              </a:spcAft>
              <a:buSzPts val="2800"/>
              <a:buNone/>
            </a:pPr>
            <a:r>
              <a:rPr sz="1500">
                <a:solidFill>
                  <a:schemeClr val="accent1"/>
                </a:solidFill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346563859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84" name="sanitized-shape-1729">
            <a:extLst xmlns:a="http://schemas.openxmlformats.org/drawingml/2006/main">
              <a:ext uri="{FF2B5EF4-FFF2-40B4-BE49-F238E27FC236}">
                <a16:creationId xmlns:a16="http://schemas.microsoft.com/office/drawing/2014/main" id="{98BA7B5A-BDE2-4369-BE7A-D297622B6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4474" y="1217799"/>
            <a:ext cx="1894800" cy="50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solidFill>
              <a:srgbClr val="ED4D2D"/>
            </a:solidFill>
            <a:prstDash val="dash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</a:p>
        </p:txBody>
      </p:sp>
      <p:sp>
        <p:nvSpPr>
          <p:cNvPr id="2385" name="sanitized-shape-1730">
            <a:extLst xmlns:a="http://schemas.openxmlformats.org/drawingml/2006/main">
              <a:ext uri="{FF2B5EF4-FFF2-40B4-BE49-F238E27FC236}">
                <a16:creationId xmlns:a16="http://schemas.microsoft.com/office/drawing/2014/main" id="{EFF4AF28-ECB1-490E-AC25-FC2D284FA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5985" y="1660300"/>
            <a:ext cx="1699500" cy="98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sz="900" b="1">
                <a:solidFill>
                  <a:schemeClr val="dk1"/>
                </a:solidFill>
              </a:rPr>
              <a:t/>
            </a:r>
          </a:p>
        </p:txBody>
      </p:sp>
      <p:sp>
        <p:nvSpPr>
          <p:cNvPr id="2386" name="sanitized-shape-1731">
            <a:extLst xmlns:a="http://schemas.openxmlformats.org/drawingml/2006/main">
              <a:ext uri="{FF2B5EF4-FFF2-40B4-BE49-F238E27FC236}">
                <a16:creationId xmlns:a16="http://schemas.microsoft.com/office/drawing/2014/main" id="{43245577-E5F6-4EE8-8B04-2F37C03CB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62" y="1217799"/>
            <a:ext cx="5157600" cy="50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solidFill>
              <a:srgbClr val="ED4D2D"/>
            </a:solidFill>
            <a:prstDash val="dash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</a:p>
        </p:txBody>
      </p:sp>
      <p:sp>
        <p:nvSpPr>
          <p:cNvPr id="2387" name="sanitized-shape-1732">
            <a:extLst xmlns:a="http://schemas.openxmlformats.org/drawingml/2006/main">
              <a:ext uri="{FF2B5EF4-FFF2-40B4-BE49-F238E27FC236}">
                <a16:creationId xmlns:a16="http://schemas.microsoft.com/office/drawing/2014/main" id="{1B23F8EE-5971-4FC8-987D-F1B3C3715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109" y="1211633"/>
            <a:ext cx="1675500" cy="50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5400" cmpd="sng">
            <a:solidFill>
              <a:srgbClr val="ED4D2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</a:p>
        </p:txBody>
      </p:sp>
      <p:sp>
        <p:nvSpPr>
          <p:cNvPr id="2388" name="sanitized-shape-1733">
            <a:extLst xmlns:a="http://schemas.openxmlformats.org/drawingml/2006/main">
              <a:ext uri="{FF2B5EF4-FFF2-40B4-BE49-F238E27FC236}">
                <a16:creationId xmlns:a16="http://schemas.microsoft.com/office/drawing/2014/main" id="{9FF9A6EA-DA6C-4535-A62D-CC2189EAF8F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579509" y="6492800"/>
            <a:ext cx="6093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69ADA83D-DF77-AA76-6DA0-7A70CD7A4D20}" type="slidenum">
              <a:t/>
            </a:fld>
          </a:p>
        </p:txBody>
      </p:sp>
      <p:sp>
        <p:nvSpPr>
          <p:cNvPr id="2389" name="sanitized-shape-1734">
            <a:extLst xmlns:a="http://schemas.openxmlformats.org/drawingml/2006/main">
              <a:ext uri="{FF2B5EF4-FFF2-40B4-BE49-F238E27FC236}">
                <a16:creationId xmlns:a16="http://schemas.microsoft.com/office/drawing/2014/main" id="{CE62825E-DDAF-4867-84BB-98C636492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821" y="1431860"/>
            <a:ext cx="2249100" cy="22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6E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6050" tIns="86050" rIns="86050" bIns="8605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000000"/>
                </a:solidFill>
              </a:rPr>
              <a:t/>
            </a:r>
          </a:p>
        </p:txBody>
      </p:sp>
      <p:sp>
        <p:nvSpPr>
          <p:cNvPr id="2390" name="sanitized-shape-1735">
            <a:extLst xmlns:a="http://schemas.openxmlformats.org/drawingml/2006/main">
              <a:ext uri="{FF2B5EF4-FFF2-40B4-BE49-F238E27FC236}">
                <a16:creationId xmlns:a16="http://schemas.microsoft.com/office/drawing/2014/main" id="{193C0F5F-C5F5-48DB-82BA-B114996C3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0044" y="1420102"/>
            <a:ext cx="2315400" cy="22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6E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6050" tIns="86050" rIns="86050" bIns="8605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000000"/>
                </a:solidFill>
              </a:rPr>
              <a:t/>
            </a:r>
          </a:p>
        </p:txBody>
      </p:sp>
      <p:sp>
        <p:nvSpPr>
          <p:cNvPr id="2391" name="sanitized-shape-1736">
            <a:extLst xmlns:a="http://schemas.openxmlformats.org/drawingml/2006/main">
              <a:ext uri="{FF2B5EF4-FFF2-40B4-BE49-F238E27FC236}">
                <a16:creationId xmlns:a16="http://schemas.microsoft.com/office/drawing/2014/main" id="{329CF2E1-2733-474D-859F-C52A7D1C9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2019" y="4992914"/>
            <a:ext cx="1675500" cy="98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6050" tIns="86050" rIns="86050" bIns="8605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chemeClr val="dk1"/>
                </a:solidFill>
              </a:rPr>
              <a:t/>
            </a:r>
          </a:p>
        </p:txBody>
      </p:sp>
      <p:sp>
        <p:nvSpPr>
          <p:cNvPr id="2392" name="sanitized-shape-1737">
            <a:extLst xmlns:a="http://schemas.openxmlformats.org/drawingml/2006/main">
              <a:ext uri="{FF2B5EF4-FFF2-40B4-BE49-F238E27FC236}">
                <a16:creationId xmlns:a16="http://schemas.microsoft.com/office/drawing/2014/main" id="{D9090FC3-41DC-4F8E-90C0-A78270A64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5985" y="3261510"/>
            <a:ext cx="1699500" cy="133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6050" tIns="86050" rIns="86050" bIns="8605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/>
              <a:t/>
            </a:r>
          </a:p>
        </p:txBody>
      </p:sp>
      <p:sp>
        <p:nvSpPr>
          <p:cNvPr id="2394" name="sanitized-shape-1738">
            <a:extLst xmlns:a="http://schemas.openxmlformats.org/drawingml/2006/main">
              <a:ext uri="{FF2B5EF4-FFF2-40B4-BE49-F238E27FC236}">
                <a16:creationId xmlns:a16="http://schemas.microsoft.com/office/drawing/2014/main" id="{109254A6-0815-4932-B046-CFF2A4417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4645" y="2112579"/>
            <a:ext cx="27446" cy="677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4D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6050" tIns="43025" rIns="86050" bIns="430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</a:p>
        </p:txBody>
      </p:sp>
      <p:sp>
        <p:nvSpPr>
          <p:cNvPr id="2395" name="sanitized-shape-1739">
            <a:extLst xmlns:a="http://schemas.openxmlformats.org/drawingml/2006/main">
              <a:ext uri="{FF2B5EF4-FFF2-40B4-BE49-F238E27FC236}">
                <a16:creationId xmlns:a16="http://schemas.microsoft.com/office/drawing/2014/main" id="{BD6BCD0A-3884-45F7-BA06-28C88C37D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15120" y="2204067"/>
            <a:ext cx="78570" cy="55968"/>
          </a:xfrm>
          <a:custGeom xmlns:a="http://schemas.openxmlformats.org/drawingml/2006/main">
            <a:rect l="l" t="t" r="r" b="b"/>
            <a:pathLst>
              <a:path w="66" h="52">
                <a:moveTo>
                  <a:pt x="54" y="0"/>
                </a:moveTo>
                <a:lnTo>
                  <a:pt x="0" y="30"/>
                </a:lnTo>
                <a:lnTo>
                  <a:pt x="12" y="52"/>
                </a:lnTo>
                <a:lnTo>
                  <a:pt x="66" y="21"/>
                </a:lnTo>
                <a:lnTo>
                  <a:pt x="54" y="0"/>
                </a:lnTo>
                <a:close/>
              </a:path>
            </a:pathLst>
          </a:custGeom>
          <a:solidFill xmlns:a="http://schemas.openxmlformats.org/drawingml/2006/main">
            <a:srgbClr val="ED4D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6050" tIns="43025" rIns="86050" bIns="430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</a:p>
        </p:txBody>
      </p:sp>
      <p:sp>
        <p:nvSpPr>
          <p:cNvPr id="2396" name="sanitized-shape-1740">
            <a:extLst xmlns:a="http://schemas.openxmlformats.org/drawingml/2006/main">
              <a:ext uri="{FF2B5EF4-FFF2-40B4-BE49-F238E27FC236}">
                <a16:creationId xmlns:a16="http://schemas.microsoft.com/office/drawing/2014/main" id="{1D1FBCF6-D351-47A6-BABA-7A6AFBAB8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0361" y="2305242"/>
            <a:ext cx="76264" cy="258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4D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6050" tIns="43025" rIns="86050" bIns="430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</a:p>
        </p:txBody>
      </p:sp>
      <p:sp>
        <p:nvSpPr>
          <p:cNvPr id="2397" name="sanitized-shape-1741">
            <a:extLst xmlns:a="http://schemas.openxmlformats.org/drawingml/2006/main">
              <a:ext uri="{FF2B5EF4-FFF2-40B4-BE49-F238E27FC236}">
                <a16:creationId xmlns:a16="http://schemas.microsoft.com/office/drawing/2014/main" id="{F5D811DD-DA29-4502-81C0-6127B4DE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65122" y="2131953"/>
            <a:ext cx="61904" cy="72113"/>
          </a:xfrm>
          <a:custGeom xmlns:a="http://schemas.openxmlformats.org/drawingml/2006/main">
            <a:rect l="l" t="t" r="r" b="b"/>
            <a:pathLst>
              <a:path w="52" h="67">
                <a:moveTo>
                  <a:pt x="52" y="55"/>
                </a:moveTo>
                <a:lnTo>
                  <a:pt x="19" y="0"/>
                </a:lnTo>
                <a:lnTo>
                  <a:pt x="0" y="12"/>
                </a:lnTo>
                <a:lnTo>
                  <a:pt x="30" y="67"/>
                </a:lnTo>
                <a:lnTo>
                  <a:pt x="52" y="55"/>
                </a:lnTo>
                <a:close/>
              </a:path>
            </a:pathLst>
          </a:custGeom>
          <a:solidFill xmlns:a="http://schemas.openxmlformats.org/drawingml/2006/main">
            <a:srgbClr val="ED4D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6050" tIns="43025" rIns="86050" bIns="430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</a:p>
        </p:txBody>
      </p:sp>
      <p:sp>
        <p:nvSpPr>
          <p:cNvPr id="2398" name="sanitized-shape-1742">
            <a:extLst xmlns:a="http://schemas.openxmlformats.org/drawingml/2006/main">
              <a:ext uri="{FF2B5EF4-FFF2-40B4-BE49-F238E27FC236}">
                <a16:creationId xmlns:a16="http://schemas.microsoft.com/office/drawing/2014/main" id="{497FC826-75A2-4B48-8920-4278CFF89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53216" y="2131953"/>
            <a:ext cx="61904" cy="72113"/>
          </a:xfrm>
          <a:custGeom xmlns:a="http://schemas.openxmlformats.org/drawingml/2006/main">
            <a:rect l="l" t="t" r="r" b="b"/>
            <a:pathLst>
              <a:path w="52" h="67">
                <a:moveTo>
                  <a:pt x="52" y="12"/>
                </a:moveTo>
                <a:lnTo>
                  <a:pt x="31" y="0"/>
                </a:lnTo>
                <a:lnTo>
                  <a:pt x="0" y="55"/>
                </a:lnTo>
                <a:lnTo>
                  <a:pt x="21" y="67"/>
                </a:lnTo>
                <a:lnTo>
                  <a:pt x="52" y="12"/>
                </a:lnTo>
                <a:close/>
              </a:path>
            </a:pathLst>
          </a:custGeom>
          <a:solidFill xmlns:a="http://schemas.openxmlformats.org/drawingml/2006/main">
            <a:srgbClr val="ED4D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6050" tIns="43025" rIns="86050" bIns="430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</a:p>
        </p:txBody>
      </p:sp>
      <p:sp>
        <p:nvSpPr>
          <p:cNvPr id="2399" name="sanitized-shape-1743">
            <a:extLst xmlns:a="http://schemas.openxmlformats.org/drawingml/2006/main">
              <a:ext uri="{FF2B5EF4-FFF2-40B4-BE49-F238E27FC236}">
                <a16:creationId xmlns:a16="http://schemas.microsoft.com/office/drawing/2014/main" id="{75318671-0BFD-4BC0-9E5A-671B67A03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86551" y="2204067"/>
            <a:ext cx="78570" cy="55968"/>
          </a:xfrm>
          <a:custGeom xmlns:a="http://schemas.openxmlformats.org/drawingml/2006/main">
            <a:rect l="l" t="t" r="r" b="b"/>
            <a:pathLst>
              <a:path w="66" h="52">
                <a:moveTo>
                  <a:pt x="0" y="18"/>
                </a:moveTo>
                <a:lnTo>
                  <a:pt x="54" y="52"/>
                </a:lnTo>
                <a:lnTo>
                  <a:pt x="66" y="30"/>
                </a:lnTo>
                <a:lnTo>
                  <a:pt x="11" y="0"/>
                </a:lnTo>
                <a:lnTo>
                  <a:pt x="0" y="18"/>
                </a:lnTo>
                <a:close/>
              </a:path>
            </a:pathLst>
          </a:custGeom>
          <a:solidFill xmlns:a="http://schemas.openxmlformats.org/drawingml/2006/main">
            <a:srgbClr val="ED4D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6050" tIns="43025" rIns="86050" bIns="430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</a:p>
        </p:txBody>
      </p:sp>
      <p:sp>
        <p:nvSpPr>
          <p:cNvPr id="2400" name="sanitized-shape-1744">
            <a:extLst xmlns:a="http://schemas.openxmlformats.org/drawingml/2006/main">
              <a:ext uri="{FF2B5EF4-FFF2-40B4-BE49-F238E27FC236}">
                <a16:creationId xmlns:a16="http://schemas.microsoft.com/office/drawing/2014/main" id="{6A509CA7-A331-4F46-8AA6-A5F5EF7DA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67503" y="2211601"/>
            <a:ext cx="245235" cy="317515"/>
          </a:xfrm>
          <a:custGeom xmlns:a="http://schemas.openxmlformats.org/drawingml/2006/main">
            <a:rect l="l" t="t" r="r" b="b"/>
            <a:pathLst>
              <a:path w="87" h="125">
                <a:moveTo>
                  <a:pt x="43" y="0"/>
                </a:moveTo>
                <a:cubicBezTo>
                  <a:pt x="32" y="0"/>
                  <a:pt x="21" y="5"/>
                  <a:pt x="13" y="13"/>
                </a:cubicBezTo>
                <a:cubicBezTo>
                  <a:pt x="5" y="20"/>
                  <a:pt x="0" y="31"/>
                  <a:pt x="0" y="43"/>
                </a:cubicBezTo>
                <a:cubicBezTo>
                  <a:pt x="0" y="51"/>
                  <a:pt x="3" y="59"/>
                  <a:pt x="7" y="66"/>
                </a:cubicBezTo>
                <a:cubicBezTo>
                  <a:pt x="10" y="71"/>
                  <a:pt x="15" y="77"/>
                  <a:pt x="21" y="80"/>
                </a:cubicBezTo>
                <a:cubicBezTo>
                  <a:pt x="21" y="88"/>
                  <a:pt x="21" y="88"/>
                  <a:pt x="21" y="88"/>
                </a:cubicBezTo>
                <a:cubicBezTo>
                  <a:pt x="19" y="88"/>
                  <a:pt x="19" y="88"/>
                  <a:pt x="19" y="88"/>
                </a:cubicBezTo>
                <a:cubicBezTo>
                  <a:pt x="17" y="88"/>
                  <a:pt x="17" y="88"/>
                  <a:pt x="17" y="88"/>
                </a:cubicBezTo>
                <a:cubicBezTo>
                  <a:pt x="16" y="91"/>
                  <a:pt x="16" y="91"/>
                  <a:pt x="16" y="91"/>
                </a:cubicBezTo>
                <a:cubicBezTo>
                  <a:pt x="14" y="94"/>
                  <a:pt x="14" y="96"/>
                  <a:pt x="14" y="99"/>
                </a:cubicBezTo>
                <a:cubicBezTo>
                  <a:pt x="14" y="101"/>
                  <a:pt x="15" y="103"/>
                  <a:pt x="15" y="105"/>
                </a:cubicBezTo>
                <a:cubicBezTo>
                  <a:pt x="16" y="106"/>
                  <a:pt x="16" y="106"/>
                  <a:pt x="16" y="106"/>
                </a:cubicBezTo>
                <a:cubicBezTo>
                  <a:pt x="16" y="107"/>
                  <a:pt x="16" y="107"/>
                  <a:pt x="16" y="107"/>
                </a:cubicBezTo>
                <a:cubicBezTo>
                  <a:pt x="14" y="110"/>
                  <a:pt x="14" y="112"/>
                  <a:pt x="14" y="115"/>
                </a:cubicBezTo>
                <a:cubicBezTo>
                  <a:pt x="14" y="117"/>
                  <a:pt x="15" y="119"/>
                  <a:pt x="15" y="121"/>
                </a:cubicBezTo>
                <a:cubicBezTo>
                  <a:pt x="17" y="125"/>
                  <a:pt x="17" y="125"/>
                  <a:pt x="17" y="125"/>
                </a:cubicBezTo>
                <a:cubicBezTo>
                  <a:pt x="20" y="124"/>
                  <a:pt x="20" y="124"/>
                  <a:pt x="20" y="124"/>
                </a:cubicBezTo>
                <a:cubicBezTo>
                  <a:pt x="69" y="120"/>
                  <a:pt x="69" y="120"/>
                  <a:pt x="69" y="120"/>
                </a:cubicBezTo>
                <a:cubicBezTo>
                  <a:pt x="72" y="120"/>
                  <a:pt x="72" y="120"/>
                  <a:pt x="72" y="120"/>
                </a:cubicBezTo>
                <a:cubicBezTo>
                  <a:pt x="73" y="117"/>
                  <a:pt x="73" y="117"/>
                  <a:pt x="73" y="117"/>
                </a:cubicBezTo>
                <a:cubicBezTo>
                  <a:pt x="74" y="115"/>
                  <a:pt x="74" y="113"/>
                  <a:pt x="74" y="110"/>
                </a:cubicBezTo>
                <a:cubicBezTo>
                  <a:pt x="74" y="108"/>
                  <a:pt x="74" y="105"/>
                  <a:pt x="73" y="103"/>
                </a:cubicBezTo>
                <a:cubicBezTo>
                  <a:pt x="72" y="102"/>
                  <a:pt x="72" y="102"/>
                  <a:pt x="72" y="102"/>
                </a:cubicBezTo>
                <a:cubicBezTo>
                  <a:pt x="73" y="101"/>
                  <a:pt x="73" y="101"/>
                  <a:pt x="73" y="101"/>
                </a:cubicBezTo>
                <a:cubicBezTo>
                  <a:pt x="74" y="99"/>
                  <a:pt x="74" y="96"/>
                  <a:pt x="74" y="94"/>
                </a:cubicBezTo>
                <a:cubicBezTo>
                  <a:pt x="74" y="92"/>
                  <a:pt x="74" y="89"/>
                  <a:pt x="73" y="87"/>
                </a:cubicBezTo>
                <a:cubicBezTo>
                  <a:pt x="71" y="84"/>
                  <a:pt x="71" y="84"/>
                  <a:pt x="71" y="84"/>
                </a:cubicBezTo>
                <a:cubicBezTo>
                  <a:pt x="68" y="84"/>
                  <a:pt x="68" y="84"/>
                  <a:pt x="68" y="84"/>
                </a:cubicBezTo>
                <a:cubicBezTo>
                  <a:pt x="67" y="84"/>
                  <a:pt x="67" y="84"/>
                  <a:pt x="67" y="84"/>
                </a:cubicBezTo>
                <a:cubicBezTo>
                  <a:pt x="67" y="80"/>
                  <a:pt x="67" y="80"/>
                  <a:pt x="67" y="80"/>
                </a:cubicBezTo>
                <a:cubicBezTo>
                  <a:pt x="72" y="76"/>
                  <a:pt x="77" y="71"/>
                  <a:pt x="81" y="65"/>
                </a:cubicBezTo>
                <a:cubicBezTo>
                  <a:pt x="84" y="59"/>
                  <a:pt x="87" y="51"/>
                  <a:pt x="87" y="43"/>
                </a:cubicBezTo>
                <a:cubicBezTo>
                  <a:pt x="87" y="31"/>
                  <a:pt x="82" y="20"/>
                  <a:pt x="74" y="13"/>
                </a:cubicBezTo>
                <a:cubicBezTo>
                  <a:pt x="67" y="5"/>
                  <a:pt x="54" y="0"/>
                  <a:pt x="43" y="0"/>
                </a:cubicBezTo>
                <a:close/>
                <a:moveTo>
                  <a:pt x="65" y="111"/>
                </a:moveTo>
                <a:cubicBezTo>
                  <a:pt x="23" y="115"/>
                  <a:pt x="23" y="115"/>
                  <a:pt x="23" y="115"/>
                </a:cubicBezTo>
                <a:cubicBezTo>
                  <a:pt x="23" y="115"/>
                  <a:pt x="23" y="115"/>
                  <a:pt x="23" y="114"/>
                </a:cubicBezTo>
                <a:cubicBezTo>
                  <a:pt x="23" y="114"/>
                  <a:pt x="23" y="113"/>
                  <a:pt x="23" y="113"/>
                </a:cubicBezTo>
                <a:cubicBezTo>
                  <a:pt x="65" y="109"/>
                  <a:pt x="65" y="109"/>
                  <a:pt x="65" y="109"/>
                </a:cubicBezTo>
                <a:cubicBezTo>
                  <a:pt x="65" y="110"/>
                  <a:pt x="65" y="110"/>
                  <a:pt x="65" y="110"/>
                </a:cubicBezTo>
                <a:cubicBezTo>
                  <a:pt x="65" y="110"/>
                  <a:pt x="65" y="111"/>
                  <a:pt x="65" y="111"/>
                </a:cubicBezTo>
                <a:close/>
                <a:moveTo>
                  <a:pt x="65" y="95"/>
                </a:moveTo>
                <a:cubicBezTo>
                  <a:pt x="23" y="99"/>
                  <a:pt x="23" y="99"/>
                  <a:pt x="23" y="99"/>
                </a:cubicBezTo>
                <a:cubicBezTo>
                  <a:pt x="23" y="99"/>
                  <a:pt x="23" y="98"/>
                  <a:pt x="23" y="98"/>
                </a:cubicBezTo>
                <a:cubicBezTo>
                  <a:pt x="23" y="98"/>
                  <a:pt x="23" y="97"/>
                  <a:pt x="23" y="97"/>
                </a:cubicBezTo>
                <a:cubicBezTo>
                  <a:pt x="65" y="93"/>
                  <a:pt x="65" y="93"/>
                  <a:pt x="65" y="93"/>
                </a:cubicBezTo>
                <a:cubicBezTo>
                  <a:pt x="65" y="93"/>
                  <a:pt x="65" y="94"/>
                  <a:pt x="65" y="94"/>
                </a:cubicBezTo>
                <a:cubicBezTo>
                  <a:pt x="65" y="94"/>
                  <a:pt x="65" y="95"/>
                  <a:pt x="65" y="95"/>
                </a:cubicBezTo>
                <a:close/>
                <a:moveTo>
                  <a:pt x="43" y="75"/>
                </a:moveTo>
                <a:cubicBezTo>
                  <a:pt x="25" y="75"/>
                  <a:pt x="11" y="61"/>
                  <a:pt x="11" y="43"/>
                </a:cubicBezTo>
                <a:cubicBezTo>
                  <a:pt x="11" y="25"/>
                  <a:pt x="25" y="11"/>
                  <a:pt x="43" y="11"/>
                </a:cubicBezTo>
                <a:cubicBezTo>
                  <a:pt x="61" y="11"/>
                  <a:pt x="76" y="25"/>
                  <a:pt x="76" y="43"/>
                </a:cubicBezTo>
                <a:cubicBezTo>
                  <a:pt x="76" y="61"/>
                  <a:pt x="61" y="75"/>
                  <a:pt x="43" y="75"/>
                </a:cubicBezTo>
                <a:close/>
              </a:path>
            </a:pathLst>
          </a:custGeom>
          <a:solidFill xmlns:a="http://schemas.openxmlformats.org/drawingml/2006/main">
            <a:srgbClr val="ED4D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6050" tIns="43025" rIns="86050" bIns="430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</a:p>
        </p:txBody>
      </p:sp>
      <p:sp>
        <p:nvSpPr>
          <p:cNvPr id="2401" name="sanitized-shape-1745">
            <a:extLst xmlns:a="http://schemas.openxmlformats.org/drawingml/2006/main">
              <a:ext uri="{FF2B5EF4-FFF2-40B4-BE49-F238E27FC236}">
                <a16:creationId xmlns:a16="http://schemas.microsoft.com/office/drawing/2014/main" id="{69DBF08B-E377-417A-9D07-A32A2A551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7978" y="2534499"/>
            <a:ext cx="66666" cy="32289"/>
          </a:xfrm>
          <a:custGeom xmlns:a="http://schemas.openxmlformats.org/drawingml/2006/main">
            <a:rect l="l" t="t" r="r" b="b"/>
            <a:pathLst>
              <a:path w="24" h="13">
                <a:moveTo>
                  <a:pt x="0" y="3"/>
                </a:moveTo>
                <a:cubicBezTo>
                  <a:pt x="0" y="9"/>
                  <a:pt x="6" y="13"/>
                  <a:pt x="12" y="13"/>
                </a:cubicBezTo>
                <a:cubicBezTo>
                  <a:pt x="19" y="13"/>
                  <a:pt x="24" y="8"/>
                  <a:pt x="24" y="1"/>
                </a:cubicBezTo>
                <a:cubicBezTo>
                  <a:pt x="24" y="1"/>
                  <a:pt x="24" y="1"/>
                  <a:pt x="24" y="0"/>
                </a:cubicBezTo>
                <a:lnTo>
                  <a:pt x="0" y="3"/>
                </a:lnTo>
                <a:close/>
              </a:path>
            </a:pathLst>
          </a:custGeom>
          <a:solidFill xmlns:a="http://schemas.openxmlformats.org/drawingml/2006/main">
            <a:srgbClr val="ED4D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6050" tIns="43025" rIns="86050" bIns="430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</a:p>
        </p:txBody>
      </p:sp>
      <p:sp>
        <p:nvSpPr>
          <p:cNvPr id="2402" name="sanitized-shape-1746">
            <a:extLst xmlns:a="http://schemas.openxmlformats.org/drawingml/2006/main">
              <a:ext uri="{FF2B5EF4-FFF2-40B4-BE49-F238E27FC236}">
                <a16:creationId xmlns:a16="http://schemas.microsoft.com/office/drawing/2014/main" id="{6FC24FB5-5D4D-428E-A373-4A041474E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0119" y="2305242"/>
            <a:ext cx="76264" cy="258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4D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6050" tIns="43025" rIns="86050" bIns="430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</a:p>
        </p:txBody>
      </p:sp>
      <p:sp>
        <p:nvSpPr>
          <p:cNvPr id="2403" name="sanitized-shape-1747">
            <a:extLst xmlns:a="http://schemas.openxmlformats.org/drawingml/2006/main">
              <a:ext uri="{FF2B5EF4-FFF2-40B4-BE49-F238E27FC236}">
                <a16:creationId xmlns:a16="http://schemas.microsoft.com/office/drawing/2014/main" id="{9B009C30-9B39-486B-870C-A98FDA0BD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573" y="3973706"/>
            <a:ext cx="1524900" cy="3651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3025" tIns="43025" rIns="43025" bIns="430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100" b="1"/>
              <a:t/>
            </a:r>
          </a:p>
        </p:txBody>
      </p:sp>
      <p:sp>
        <p:nvSpPr>
          <p:cNvPr id="2404" name="sanitized-shape-1748">
            <a:extLst xmlns:a="http://schemas.openxmlformats.org/drawingml/2006/main">
              <a:ext uri="{FF2B5EF4-FFF2-40B4-BE49-F238E27FC236}">
                <a16:creationId xmlns:a16="http://schemas.microsoft.com/office/drawing/2014/main" id="{B71E4A1B-7A3D-4890-8E93-1E8163F8F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932457" y="3733474"/>
            <a:ext cx="359100" cy="144900"/>
          </a:xfrm>
          <a:prstGeom xmlns:a="http://schemas.openxmlformats.org/drawingml/2006/main" prst="triangle">
            <a:avLst>
              <a:gd name="adj" fmla="val 50000"/>
            </a:avLst>
          </a:prstGeom>
          <a:solidFill xmlns:a="http://schemas.openxmlformats.org/drawingml/2006/main">
            <a:srgbClr val="ED4D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6050" tIns="43025" rIns="86050" bIns="430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</a:p>
        </p:txBody>
      </p:sp>
      <p:sp>
        <p:nvSpPr>
          <p:cNvPr id="2405" name="sanitized-shape-1749">
            <a:extLst xmlns:a="http://schemas.openxmlformats.org/drawingml/2006/main">
              <a:ext uri="{FF2B5EF4-FFF2-40B4-BE49-F238E27FC236}">
                <a16:creationId xmlns:a16="http://schemas.microsoft.com/office/drawing/2014/main" id="{C578C29B-270F-4E93-9FF9-2EFD0CF77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586" y="4600187"/>
            <a:ext cx="1524900" cy="4107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3025" tIns="43025" rIns="43025" bIns="430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100" b="1"/>
              <a:t/>
            </a:r>
          </a:p>
        </p:txBody>
      </p:sp>
      <p:sp>
        <p:nvSpPr>
          <p:cNvPr id="2406" name="sanitized-shape-1750">
            <a:extLst xmlns:a="http://schemas.openxmlformats.org/drawingml/2006/main">
              <a:ext uri="{FF2B5EF4-FFF2-40B4-BE49-F238E27FC236}">
                <a16:creationId xmlns:a16="http://schemas.microsoft.com/office/drawing/2014/main" id="{2FC4DB3C-0731-4F82-BE1D-C62E71333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0950" y="1071535"/>
            <a:ext cx="1699500" cy="28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4D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11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2407" name="sanitized-shape-1751">
            <a:extLst xmlns:a="http://schemas.openxmlformats.org/drawingml/2006/main">
              <a:ext uri="{FF2B5EF4-FFF2-40B4-BE49-F238E27FC236}">
                <a16:creationId xmlns:a16="http://schemas.microsoft.com/office/drawing/2014/main" id="{B58767EE-3C0E-44A1-A967-B6559D7A4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726" y="1071528"/>
            <a:ext cx="1560000" cy="28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4D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11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408" name="sanitized-shape-1752">
            <a:extLst xmlns:a="http://schemas.openxmlformats.org/drawingml/2006/main">
              <a:ext uri="{FF2B5EF4-FFF2-40B4-BE49-F238E27FC236}">
                <a16:creationId xmlns:a16="http://schemas.microsoft.com/office/drawing/2014/main" id="{30A1DCA3-5B89-432D-A779-599FBD96E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5985" y="1424935"/>
            <a:ext cx="1699500" cy="23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000000"/>
                </a:solidFill>
              </a:rPr>
              <a:t/>
            </a:r>
          </a:p>
        </p:txBody>
      </p:sp>
      <p:sp>
        <p:nvSpPr>
          <p:cNvPr id="2409" name="sanitized-shape-1753">
            <a:extLst xmlns:a="http://schemas.openxmlformats.org/drawingml/2006/main">
              <a:ext uri="{FF2B5EF4-FFF2-40B4-BE49-F238E27FC236}">
                <a16:creationId xmlns:a16="http://schemas.microsoft.com/office/drawing/2014/main" id="{0A742134-2D53-4CFD-AC63-46D830EB9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494" y="2843382"/>
            <a:ext cx="1611900" cy="83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200" b="1">
                <a:solidFill>
                  <a:srgbClr val="ED5638"/>
                </a:solidFill>
              </a:rPr>
              <a:t/>
            </a:r>
          </a:p>
        </p:txBody>
      </p:sp>
      <p:sp>
        <p:nvSpPr>
          <p:cNvPr id="2410" name="sanitized-shape-1754">
            <a:extLst xmlns:a="http://schemas.openxmlformats.org/drawingml/2006/main">
              <a:ext uri="{FF2B5EF4-FFF2-40B4-BE49-F238E27FC236}">
                <a16:creationId xmlns:a16="http://schemas.microsoft.com/office/drawing/2014/main" id="{82834AA6-0A48-4563-B637-DFE144856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5985" y="3058019"/>
            <a:ext cx="1699500" cy="23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000000"/>
                </a:solidFill>
              </a:rPr>
              <a:t/>
            </a:r>
          </a:p>
        </p:txBody>
      </p:sp>
      <p:sp>
        <p:nvSpPr>
          <p:cNvPr id="2411" name="sanitized-shape-1755">
            <a:extLst xmlns:a="http://schemas.openxmlformats.org/drawingml/2006/main">
              <a:ext uri="{FF2B5EF4-FFF2-40B4-BE49-F238E27FC236}">
                <a16:creationId xmlns:a16="http://schemas.microsoft.com/office/drawing/2014/main" id="{9824EE3C-6FAB-4983-82D3-353205756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0039" y="4689925"/>
            <a:ext cx="1699500" cy="23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/>
              <a:t/>
            </a:r>
          </a:p>
        </p:txBody>
      </p:sp>
      <p:sp>
        <p:nvSpPr>
          <p:cNvPr id="2412" name="sanitized-shape-1756">
            <a:extLst xmlns:a="http://schemas.openxmlformats.org/drawingml/2006/main">
              <a:ext uri="{FF2B5EF4-FFF2-40B4-BE49-F238E27FC236}">
                <a16:creationId xmlns:a16="http://schemas.microsoft.com/office/drawing/2014/main" id="{2604C489-FC14-473C-9D6E-8D767960C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396" y="1070035"/>
            <a:ext cx="4634700" cy="28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4D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11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2413" name="sanitized-shape-1757">
            <a:extLst xmlns:a="http://schemas.openxmlformats.org/drawingml/2006/main">
              <a:ext uri="{FF2B5EF4-FFF2-40B4-BE49-F238E27FC236}">
                <a16:creationId xmlns:a16="http://schemas.microsoft.com/office/drawing/2014/main" id="{BF3ED598-1099-41E1-B5CB-90214258E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816" y="1864529"/>
            <a:ext cx="2315400" cy="149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6050" tIns="86050" rIns="86050" bIns="8605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ED5638"/>
                </a:solidFill>
              </a:rPr>
              <a:t/>
            </a:r>
          </a:p>
        </p:txBody>
      </p:sp>
      <p:cxnSp>
        <p:nvCxnSpPr>
          <p:cNvPr id="2513" name="sanitized-shape-1758"/>
          <p:cNvCxnSpPr/>
          <p:nvPr/>
        </p:nvCxnSpPr>
        <p:spPr>
          <a:xfrm xmlns:a="http://schemas.openxmlformats.org/drawingml/2006/main">
            <a:off x="4464822" y="1744686"/>
            <a:ext cx="4813500" cy="20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808080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415" name="sanitized-shape-1759">
            <a:extLst xmlns:a="http://schemas.openxmlformats.org/drawingml/2006/main">
              <a:ext uri="{FF2B5EF4-FFF2-40B4-BE49-F238E27FC236}">
                <a16:creationId xmlns:a16="http://schemas.microsoft.com/office/drawing/2014/main" id="{D53838F1-392D-44E1-9639-6503A8766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0125" y="1864539"/>
            <a:ext cx="2315400" cy="112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6050" tIns="86050" rIns="86050" bIns="8605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ED5638"/>
                </a:solidFill>
              </a:rPr>
              <a:t/>
            </a:r>
          </a:p>
        </p:txBody>
      </p:sp>
      <p:sp>
        <p:nvSpPr>
          <p:cNvPr id="2416" name="sanitized-shape-1760">
            <a:extLst xmlns:a="http://schemas.openxmlformats.org/drawingml/2006/main">
              <a:ext uri="{FF2B5EF4-FFF2-40B4-BE49-F238E27FC236}">
                <a16:creationId xmlns:a16="http://schemas.microsoft.com/office/drawing/2014/main" id="{FCC3B485-2EE8-4B21-AF75-C9959CFDA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736" y="315001"/>
            <a:ext cx="11097600" cy="36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0" rIns="6855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sz="15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417" name="sanitized-shape-1761">
            <a:extLst xmlns:a="http://schemas.openxmlformats.org/drawingml/2006/main">
              <a:ext uri="{FF2B5EF4-FFF2-40B4-BE49-F238E27FC236}">
                <a16:creationId xmlns:a16="http://schemas.microsoft.com/office/drawing/2014/main" id="{E0407C60-26CB-4062-95CA-C0B27928E0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2" y="103858"/>
            <a:ext cx="11097600" cy="21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0" rIns="6855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82000"/>
              </a:lnSpc>
              <a:spcBef>
                <a:spcPts val="0"/>
              </a:spcBef>
              <a:spcAft>
                <a:spcPts val="500"/>
              </a:spcAft>
              <a:buSzPts val="2800"/>
              <a:buNone/>
            </a:pPr>
            <a:r>
              <a:rPr sz="1500">
                <a:solidFill>
                  <a:srgbClr val="EE4D2D"/>
                </a:solidFill>
              </a:rPr>
              <a:t/>
            </a:r>
          </a:p>
        </p:txBody>
      </p:sp>
      <p:graphicFrame>
        <p:nvGraphicFramePr>
          <p:cNvPr id="2517" name="sanitized-table-17"/>
          <p:cNvGraphicFramePr/>
          <p:nvPr/>
        </p:nvGraphicFramePr>
        <p:xfrm>
          <a:off xmlns:a="http://schemas.openxmlformats.org/drawingml/2006/main" x="4487675" y="3912977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{CDD7BB8A-1EDB-4F6B-BC6B-4E1E84436C22}</a:tableStyleId>
              </a:tblPr>
              <a:tblGrid>
                <a:gridCol w="2383925"/>
                <a:gridCol w="2383925"/>
              </a:tblGrid>
              <a:tr h="293600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22850" marR="22850" marT="15275" marB="15275" anchor="ctr">
                    <a:lnL w="25400" cmpd="sng">
                      <a:solidFill>
                        <a:schemeClr val="lt2"/>
                      </a:solidFill>
                      <a:prstDash val="solid"/>
                    </a:lnL>
                    <a:lnR w="16925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</a:lnR>
                    <a:lnT w="25400" cmpd="sng">
                      <a:solidFill>
                        <a:schemeClr val="lt2"/>
                      </a:solidFill>
                      <a:prstDash val="solid"/>
                    </a:lnT>
                    <a:lnB w="20300" cmpd="sng">
                      <a:solidFill>
                        <a:schemeClr val="lt2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22850" marR="22850" marT="15275" marB="15275" anchor="ctr">
                    <a:lnL w="16925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</a:lnL>
                    <a:lnR w="25400" cmpd="sng">
                      <a:solidFill>
                        <a:schemeClr val="lt2"/>
                      </a:solidFill>
                      <a:prstDash val="solid"/>
                    </a:lnR>
                    <a:lnT w="25400" cmpd="sng">
                      <a:solidFill>
                        <a:schemeClr val="lt2"/>
                      </a:solidFill>
                      <a:prstDash val="solid"/>
                    </a:lnT>
                    <a:lnB w="20300" cmpd="sng">
                      <a:solidFill>
                        <a:schemeClr val="lt2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</a:tr>
              <a:tr h="293600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sz="1100" b="1" u="none" cap="none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22850" marR="22850" marT="15275" marB="15275" anchor="ctr">
                    <a:lnL w="25400" cmpd="sng">
                      <a:solidFill>
                        <a:schemeClr val="lt2"/>
                      </a:solidFill>
                      <a:prstDash val="solid"/>
                    </a:lnL>
                    <a:lnR w="16925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</a:lnR>
                    <a:lnT w="20300" cmpd="sng">
                      <a:solidFill>
                        <a:schemeClr val="lt2"/>
                      </a:solidFill>
                      <a:prstDash val="solid"/>
                    </a:lnT>
                    <a:lnB w="20300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sz="1100" b="1" u="none" cap="none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22850" marR="22850" marT="15275" marB="15275" anchor="ctr">
                    <a:lnL w="16925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</a:lnL>
                    <a:lnR w="25400" cmpd="sng">
                      <a:solidFill>
                        <a:schemeClr val="lt2"/>
                      </a:solidFill>
                      <a:prstDash val="solid"/>
                    </a:lnR>
                    <a:lnT w="20300" cmpd="sng">
                      <a:solidFill>
                        <a:schemeClr val="lt2"/>
                      </a:solidFill>
                      <a:prstDash val="solid"/>
                    </a:lnT>
                    <a:lnB w="20300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</a:tr>
              <a:tr h="293600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sz="1100" b="0" u="non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22850" marR="22850" marT="15275" marB="15275" anchor="ctr">
                    <a:lnL w="25400" cmpd="sng">
                      <a:solidFill>
                        <a:schemeClr val="lt2"/>
                      </a:solidFill>
                      <a:prstDash val="solid"/>
                    </a:lnL>
                    <a:lnR w="20300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</a:lnR>
                    <a:lnT w="20300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</a:lnT>
                    <a:lnB w="20300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sz="1100" b="0" u="non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22850" marR="22850" marT="15275" marB="15275" anchor="ctr">
                    <a:lnL w="20300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</a:lnL>
                    <a:lnR w="25400" cmpd="sng">
                      <a:solidFill>
                        <a:schemeClr val="lt2"/>
                      </a:solidFill>
                      <a:prstDash val="solid"/>
                    </a:lnR>
                    <a:lnT w="20300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</a:lnT>
                    <a:lnB w="20300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  <a:tr h="293600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sz="1100" b="0" u="non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22850" marR="22850" marT="15275" marB="15275" anchor="ctr">
                    <a:lnL w="25400" cmpd="sng">
                      <a:solidFill>
                        <a:schemeClr val="lt2"/>
                      </a:solidFill>
                      <a:prstDash val="solid"/>
                    </a:lnL>
                    <a:lnR w="20300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</a:lnR>
                    <a:lnT w="20300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</a:lnT>
                    <a:lnB w="20300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sz="1100" b="0" u="non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22850" marR="22850" marT="15275" marB="15275" anchor="ctr">
                    <a:lnL w="20300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</a:lnL>
                    <a:lnR w="25400" cmpd="sng">
                      <a:solidFill>
                        <a:schemeClr val="lt2"/>
                      </a:solidFill>
                      <a:prstDash val="solid"/>
                    </a:lnR>
                    <a:lnT w="20300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</a:lnT>
                    <a:lnB w="20300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  <a:tr h="293600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sz="1100" b="0" u="non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22850" marR="22850" marT="15275" marB="15275" anchor="ctr">
                    <a:lnL w="25400" cmpd="sng">
                      <a:solidFill>
                        <a:schemeClr val="lt2"/>
                      </a:solidFill>
                      <a:prstDash val="solid"/>
                    </a:lnL>
                    <a:lnR w="20300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</a:lnR>
                    <a:lnT w="20300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</a:lnT>
                    <a:lnB w="20300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sz="1100" b="0" u="non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22850" marR="22850" marT="15275" marB="15275" anchor="ctr">
                    <a:lnL w="20300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</a:lnL>
                    <a:lnR w="25400" cmpd="sng">
                      <a:solidFill>
                        <a:schemeClr val="lt2"/>
                      </a:solidFill>
                      <a:prstDash val="solid"/>
                    </a:lnR>
                    <a:lnT w="20300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</a:lnT>
                    <a:lnB w="20300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  <a:tr h="293600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sz="1100" b="0" u="non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22850" marR="22850" marT="15275" marB="15275" anchor="ctr">
                    <a:lnL w="25400" cmpd="sng">
                      <a:solidFill>
                        <a:schemeClr val="lt2"/>
                      </a:solidFill>
                      <a:prstDash val="solid"/>
                    </a:lnL>
                    <a:lnR w="20300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</a:lnR>
                    <a:lnT w="20300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</a:lnT>
                    <a:lnB w="20300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sz="1100" b="0" u="non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22850" marR="22850" marT="15275" marB="15275" anchor="ctr">
                    <a:lnL w="20300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</a:lnL>
                    <a:lnR w="25400" cmpd="sng">
                      <a:solidFill>
                        <a:schemeClr val="lt2"/>
                      </a:solidFill>
                      <a:prstDash val="solid"/>
                    </a:lnR>
                    <a:lnT w="20300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</a:lnT>
                    <a:lnB w="20300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  <a:tr h="293600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sz="1100" b="0" u="non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22850" marR="22850" marT="15275" marB="15275" anchor="ctr">
                    <a:lnL w="25400" cmpd="sng">
                      <a:solidFill>
                        <a:schemeClr val="lt2"/>
                      </a:solidFill>
                      <a:prstDash val="solid"/>
                    </a:lnL>
                    <a:lnR w="20300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</a:lnR>
                    <a:lnT w="20300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</a:lnT>
                    <a:lnB w="25400" cmpd="sng">
                      <a:solidFill>
                        <a:schemeClr val="lt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sz="1100" b="0" u="non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22850" marR="22850" marT="15275" marB="15275" anchor="ctr">
                    <a:lnL w="20300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</a:lnL>
                    <a:lnR w="25400" cmpd="sng">
                      <a:solidFill>
                        <a:schemeClr val="lt2"/>
                      </a:solidFill>
                      <a:prstDash val="solid"/>
                    </a:lnR>
                    <a:lnT w="20300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</a:lnT>
                    <a:lnB w="25400" cmpd="sng">
                      <a:solidFill>
                        <a:schemeClr val="lt2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419" name="sanitized-shape-1762">
            <a:extLst xmlns:a="http://schemas.openxmlformats.org/drawingml/2006/main">
              <a:ext uri="{FF2B5EF4-FFF2-40B4-BE49-F238E27FC236}">
                <a16:creationId xmlns:a16="http://schemas.microsoft.com/office/drawing/2014/main" id="{E4DFA2E7-01FF-4A9B-A950-E54BCC8C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3268" y="3502566"/>
            <a:ext cx="3724800" cy="41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121875" rIns="121875" bIns="12187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sz="1100" b="1">
                <a:solidFill>
                  <a:srgbClr val="F04E1C"/>
                </a:solidFill>
              </a:rPr>
              <a:t/>
            </a:r>
          </a:p>
        </p:txBody>
      </p:sp>
      <p:sp>
        <p:nvSpPr>
          <p:cNvPr id="2420" name="sanitized-shape-1763">
            <a:extLst xmlns:a="http://schemas.openxmlformats.org/drawingml/2006/main">
              <a:ext uri="{FF2B5EF4-FFF2-40B4-BE49-F238E27FC236}">
                <a16:creationId xmlns:a16="http://schemas.microsoft.com/office/drawing/2014/main" id="{8024D071-6348-41F1-A5CE-0AC0DCE27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1851" y="1121800"/>
            <a:ext cx="2315400" cy="513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170650" rIns="121875" bIns="12190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EA4335"/>
                </a:solidFill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608567064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25" name="sanitized-shape-1764">
            <a:extLst xmlns:a="http://schemas.openxmlformats.org/drawingml/2006/main">
              <a:ext uri="{FF2B5EF4-FFF2-40B4-BE49-F238E27FC236}">
                <a16:creationId xmlns:a16="http://schemas.microsoft.com/office/drawing/2014/main" id="{025038D7-5BB7-4299-965C-FFD63E7BE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109" y="1211633"/>
            <a:ext cx="1675500" cy="50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5400" cmpd="sng">
            <a:solidFill>
              <a:srgbClr val="ED4D2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</a:p>
        </p:txBody>
      </p:sp>
      <p:sp>
        <p:nvSpPr>
          <p:cNvPr id="2426" name="sanitized-shape-1765">
            <a:extLst xmlns:a="http://schemas.openxmlformats.org/drawingml/2006/main">
              <a:ext uri="{FF2B5EF4-FFF2-40B4-BE49-F238E27FC236}">
                <a16:creationId xmlns:a16="http://schemas.microsoft.com/office/drawing/2014/main" id="{589B2DDF-ADE4-47F7-B2F6-7FE660250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573" y="3973706"/>
            <a:ext cx="1524900" cy="3651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3025" tIns="43025" rIns="43025" bIns="430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100" b="1"/>
              <a:t/>
            </a:r>
          </a:p>
        </p:txBody>
      </p:sp>
      <p:sp>
        <p:nvSpPr>
          <p:cNvPr id="2427" name="sanitized-shape-1766">
            <a:extLst xmlns:a="http://schemas.openxmlformats.org/drawingml/2006/main">
              <a:ext uri="{FF2B5EF4-FFF2-40B4-BE49-F238E27FC236}">
                <a16:creationId xmlns:a16="http://schemas.microsoft.com/office/drawing/2014/main" id="{9A4E3FC8-E665-475C-A8EE-5E708B37C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62" y="1217799"/>
            <a:ext cx="5157600" cy="50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solidFill>
              <a:srgbClr val="ED4D2D"/>
            </a:solidFill>
            <a:prstDash val="dash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</a:p>
        </p:txBody>
      </p:sp>
      <p:sp>
        <p:nvSpPr>
          <p:cNvPr id="2428" name="sanitized-shape-1767">
            <a:extLst xmlns:a="http://schemas.openxmlformats.org/drawingml/2006/main">
              <a:ext uri="{FF2B5EF4-FFF2-40B4-BE49-F238E27FC236}">
                <a16:creationId xmlns:a16="http://schemas.microsoft.com/office/drawing/2014/main" id="{2C180593-ABA3-43D9-AB69-418B24269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816" y="1864529"/>
            <a:ext cx="2315400" cy="149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6050" tIns="86050" rIns="86050" bIns="8605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ED5638"/>
                </a:solidFill>
              </a:rPr>
              <a:t/>
            </a:r>
          </a:p>
        </p:txBody>
      </p:sp>
      <p:sp>
        <p:nvSpPr>
          <p:cNvPr id="2429" name="sanitized-shape-1768">
            <a:extLst xmlns:a="http://schemas.openxmlformats.org/drawingml/2006/main">
              <a:ext uri="{FF2B5EF4-FFF2-40B4-BE49-F238E27FC236}">
                <a16:creationId xmlns:a16="http://schemas.microsoft.com/office/drawing/2014/main" id="{7E694D92-DD95-495E-95EF-C03D4D3FE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494" y="2843382"/>
            <a:ext cx="1611900" cy="83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200" b="1">
                <a:solidFill>
                  <a:srgbClr val="ED5638"/>
                </a:solidFill>
              </a:rPr>
              <a:t/>
            </a:r>
          </a:p>
        </p:txBody>
      </p:sp>
      <p:sp>
        <p:nvSpPr>
          <p:cNvPr id="2430" name="sanitized-shape-1769">
            <a:extLst xmlns:a="http://schemas.openxmlformats.org/drawingml/2006/main">
              <a:ext uri="{FF2B5EF4-FFF2-40B4-BE49-F238E27FC236}">
                <a16:creationId xmlns:a16="http://schemas.microsoft.com/office/drawing/2014/main" id="{FDAC41ED-0E25-4F8A-840D-E7769D212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1851" y="1121800"/>
            <a:ext cx="2315400" cy="513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170650" rIns="121875" bIns="12190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EA4335"/>
                </a:solidFill>
              </a:rPr>
              <a:t/>
            </a:r>
          </a:p>
        </p:txBody>
      </p:sp>
      <p:sp>
        <p:nvSpPr>
          <p:cNvPr id="2431" name="sanitized-shape-1770">
            <a:extLst xmlns:a="http://schemas.openxmlformats.org/drawingml/2006/main">
              <a:ext uri="{FF2B5EF4-FFF2-40B4-BE49-F238E27FC236}">
                <a16:creationId xmlns:a16="http://schemas.microsoft.com/office/drawing/2014/main" id="{9DFD2357-BDFA-4382-A106-2168B0ECB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4474" y="1217799"/>
            <a:ext cx="1894800" cy="50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solidFill>
              <a:srgbClr val="ED4D2D"/>
            </a:solidFill>
            <a:prstDash val="dash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</a:p>
        </p:txBody>
      </p:sp>
      <p:sp>
        <p:nvSpPr>
          <p:cNvPr id="2432" name="sanitized-shape-1771">
            <a:extLst xmlns:a="http://schemas.openxmlformats.org/drawingml/2006/main">
              <a:ext uri="{FF2B5EF4-FFF2-40B4-BE49-F238E27FC236}">
                <a16:creationId xmlns:a16="http://schemas.microsoft.com/office/drawing/2014/main" id="{FBFCB3B9-55D7-4122-87AF-F7F0464F457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579509" y="6492800"/>
            <a:ext cx="6093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69ADA83D-DF77-AA76-6DA0-7A70CD7A4D20}" type="slidenum">
              <a:t/>
            </a:fld>
          </a:p>
        </p:txBody>
      </p:sp>
      <p:sp>
        <p:nvSpPr>
          <p:cNvPr id="2433" name="sanitized-shape-1772">
            <a:extLst xmlns:a="http://schemas.openxmlformats.org/drawingml/2006/main">
              <a:ext uri="{FF2B5EF4-FFF2-40B4-BE49-F238E27FC236}">
                <a16:creationId xmlns:a16="http://schemas.microsoft.com/office/drawing/2014/main" id="{59E6833D-BAD9-4251-B7A0-6CE7D19FC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821" y="1431860"/>
            <a:ext cx="2249100" cy="22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6E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6050" tIns="86050" rIns="86050" bIns="8605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000000"/>
                </a:solidFill>
              </a:rPr>
              <a:t/>
            </a:r>
          </a:p>
        </p:txBody>
      </p:sp>
      <p:sp>
        <p:nvSpPr>
          <p:cNvPr id="2434" name="sanitized-shape-1773">
            <a:extLst xmlns:a="http://schemas.openxmlformats.org/drawingml/2006/main">
              <a:ext uri="{FF2B5EF4-FFF2-40B4-BE49-F238E27FC236}">
                <a16:creationId xmlns:a16="http://schemas.microsoft.com/office/drawing/2014/main" id="{0E8A101D-E579-4807-9ED5-5DEB7CE6F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0044" y="1420102"/>
            <a:ext cx="2315400" cy="22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6E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6050" tIns="86050" rIns="86050" bIns="8605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000000"/>
                </a:solidFill>
              </a:rPr>
              <a:t/>
            </a:r>
          </a:p>
        </p:txBody>
      </p:sp>
      <p:sp>
        <p:nvSpPr>
          <p:cNvPr id="2435" name="sanitized-shape-1774">
            <a:extLst xmlns:a="http://schemas.openxmlformats.org/drawingml/2006/main">
              <a:ext uri="{FF2B5EF4-FFF2-40B4-BE49-F238E27FC236}">
                <a16:creationId xmlns:a16="http://schemas.microsoft.com/office/drawing/2014/main" id="{79A7EC1D-7A5C-4CDB-82BB-30D7A5347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723" y="1650258"/>
            <a:ext cx="1730400" cy="28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6050" tIns="86050" rIns="86050" bIns="8605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436" name="sanitized-shape-1775">
            <a:extLst xmlns:a="http://schemas.openxmlformats.org/drawingml/2006/main">
              <a:ext uri="{FF2B5EF4-FFF2-40B4-BE49-F238E27FC236}">
                <a16:creationId xmlns:a16="http://schemas.microsoft.com/office/drawing/2014/main" id="{C0C7470F-080A-4018-8742-DD4F68FA6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2019" y="4823031"/>
            <a:ext cx="1675500" cy="11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6050" tIns="86050" rIns="86050" bIns="8605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chemeClr val="dk1"/>
                </a:solidFill>
              </a:rPr>
              <a:t/>
            </a:r>
          </a:p>
        </p:txBody>
      </p:sp>
      <p:sp>
        <p:nvSpPr>
          <p:cNvPr id="2437" name="sanitized-shape-1776">
            <a:extLst xmlns:a="http://schemas.openxmlformats.org/drawingml/2006/main">
              <a:ext uri="{FF2B5EF4-FFF2-40B4-BE49-F238E27FC236}">
                <a16:creationId xmlns:a16="http://schemas.microsoft.com/office/drawing/2014/main" id="{A6AEDEF8-B991-4955-8604-ACF5C001D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5985" y="3261510"/>
            <a:ext cx="1699500" cy="133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6050" tIns="86050" rIns="86050" bIns="8605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/>
              <a:t/>
            </a:r>
          </a:p>
        </p:txBody>
      </p:sp>
      <p:sp>
        <p:nvSpPr>
          <p:cNvPr id="2439" name="sanitized-shape-1777">
            <a:extLst xmlns:a="http://schemas.openxmlformats.org/drawingml/2006/main">
              <a:ext uri="{FF2B5EF4-FFF2-40B4-BE49-F238E27FC236}">
                <a16:creationId xmlns:a16="http://schemas.microsoft.com/office/drawing/2014/main" id="{EA6AF14E-F4C0-466F-AAE0-7BF260C61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4645" y="2112579"/>
            <a:ext cx="27446" cy="677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4D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6050" tIns="43025" rIns="86050" bIns="430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</a:p>
        </p:txBody>
      </p:sp>
      <p:sp>
        <p:nvSpPr>
          <p:cNvPr id="2440" name="sanitized-shape-1778">
            <a:extLst xmlns:a="http://schemas.openxmlformats.org/drawingml/2006/main">
              <a:ext uri="{FF2B5EF4-FFF2-40B4-BE49-F238E27FC236}">
                <a16:creationId xmlns:a16="http://schemas.microsoft.com/office/drawing/2014/main" id="{E536C191-469B-4D01-A876-7D9BC9ADB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15120" y="2204067"/>
            <a:ext cx="78570" cy="55968"/>
          </a:xfrm>
          <a:custGeom xmlns:a="http://schemas.openxmlformats.org/drawingml/2006/main">
            <a:rect l="l" t="t" r="r" b="b"/>
            <a:pathLst>
              <a:path w="66" h="52">
                <a:moveTo>
                  <a:pt x="54" y="0"/>
                </a:moveTo>
                <a:lnTo>
                  <a:pt x="0" y="30"/>
                </a:lnTo>
                <a:lnTo>
                  <a:pt x="12" y="52"/>
                </a:lnTo>
                <a:lnTo>
                  <a:pt x="66" y="21"/>
                </a:lnTo>
                <a:lnTo>
                  <a:pt x="54" y="0"/>
                </a:lnTo>
                <a:close/>
              </a:path>
            </a:pathLst>
          </a:custGeom>
          <a:solidFill xmlns:a="http://schemas.openxmlformats.org/drawingml/2006/main">
            <a:srgbClr val="ED4D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6050" tIns="43025" rIns="86050" bIns="430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</a:p>
        </p:txBody>
      </p:sp>
      <p:sp>
        <p:nvSpPr>
          <p:cNvPr id="2441" name="sanitized-shape-1779">
            <a:extLst xmlns:a="http://schemas.openxmlformats.org/drawingml/2006/main">
              <a:ext uri="{FF2B5EF4-FFF2-40B4-BE49-F238E27FC236}">
                <a16:creationId xmlns:a16="http://schemas.microsoft.com/office/drawing/2014/main" id="{2028F345-8F9B-4816-82E7-F09003EAA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0361" y="2305242"/>
            <a:ext cx="76264" cy="258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4D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6050" tIns="43025" rIns="86050" bIns="430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</a:p>
        </p:txBody>
      </p:sp>
      <p:sp>
        <p:nvSpPr>
          <p:cNvPr id="2442" name="sanitized-shape-1780">
            <a:extLst xmlns:a="http://schemas.openxmlformats.org/drawingml/2006/main">
              <a:ext uri="{FF2B5EF4-FFF2-40B4-BE49-F238E27FC236}">
                <a16:creationId xmlns:a16="http://schemas.microsoft.com/office/drawing/2014/main" id="{F6A3D840-03A0-4BF4-A663-AA5C188DE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65122" y="2131953"/>
            <a:ext cx="61904" cy="72113"/>
          </a:xfrm>
          <a:custGeom xmlns:a="http://schemas.openxmlformats.org/drawingml/2006/main">
            <a:rect l="l" t="t" r="r" b="b"/>
            <a:pathLst>
              <a:path w="52" h="67">
                <a:moveTo>
                  <a:pt x="52" y="55"/>
                </a:moveTo>
                <a:lnTo>
                  <a:pt x="19" y="0"/>
                </a:lnTo>
                <a:lnTo>
                  <a:pt x="0" y="12"/>
                </a:lnTo>
                <a:lnTo>
                  <a:pt x="30" y="67"/>
                </a:lnTo>
                <a:lnTo>
                  <a:pt x="52" y="55"/>
                </a:lnTo>
                <a:close/>
              </a:path>
            </a:pathLst>
          </a:custGeom>
          <a:solidFill xmlns:a="http://schemas.openxmlformats.org/drawingml/2006/main">
            <a:srgbClr val="ED4D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6050" tIns="43025" rIns="86050" bIns="430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</a:p>
        </p:txBody>
      </p:sp>
      <p:sp>
        <p:nvSpPr>
          <p:cNvPr id="2443" name="sanitized-shape-1781">
            <a:extLst xmlns:a="http://schemas.openxmlformats.org/drawingml/2006/main">
              <a:ext uri="{FF2B5EF4-FFF2-40B4-BE49-F238E27FC236}">
                <a16:creationId xmlns:a16="http://schemas.microsoft.com/office/drawing/2014/main" id="{D4349672-AEBD-491C-9534-B792F84A2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53216" y="2131953"/>
            <a:ext cx="61904" cy="72113"/>
          </a:xfrm>
          <a:custGeom xmlns:a="http://schemas.openxmlformats.org/drawingml/2006/main">
            <a:rect l="l" t="t" r="r" b="b"/>
            <a:pathLst>
              <a:path w="52" h="67">
                <a:moveTo>
                  <a:pt x="52" y="12"/>
                </a:moveTo>
                <a:lnTo>
                  <a:pt x="31" y="0"/>
                </a:lnTo>
                <a:lnTo>
                  <a:pt x="0" y="55"/>
                </a:lnTo>
                <a:lnTo>
                  <a:pt x="21" y="67"/>
                </a:lnTo>
                <a:lnTo>
                  <a:pt x="52" y="12"/>
                </a:lnTo>
                <a:close/>
              </a:path>
            </a:pathLst>
          </a:custGeom>
          <a:solidFill xmlns:a="http://schemas.openxmlformats.org/drawingml/2006/main">
            <a:srgbClr val="ED4D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6050" tIns="43025" rIns="86050" bIns="430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</a:p>
        </p:txBody>
      </p:sp>
      <p:sp>
        <p:nvSpPr>
          <p:cNvPr id="2444" name="sanitized-shape-1782">
            <a:extLst xmlns:a="http://schemas.openxmlformats.org/drawingml/2006/main">
              <a:ext uri="{FF2B5EF4-FFF2-40B4-BE49-F238E27FC236}">
                <a16:creationId xmlns:a16="http://schemas.microsoft.com/office/drawing/2014/main" id="{501D7D83-53E3-4FEA-8AF1-2729892A8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86551" y="2204067"/>
            <a:ext cx="78570" cy="55968"/>
          </a:xfrm>
          <a:custGeom xmlns:a="http://schemas.openxmlformats.org/drawingml/2006/main">
            <a:rect l="l" t="t" r="r" b="b"/>
            <a:pathLst>
              <a:path w="66" h="52">
                <a:moveTo>
                  <a:pt x="0" y="18"/>
                </a:moveTo>
                <a:lnTo>
                  <a:pt x="54" y="52"/>
                </a:lnTo>
                <a:lnTo>
                  <a:pt x="66" y="30"/>
                </a:lnTo>
                <a:lnTo>
                  <a:pt x="11" y="0"/>
                </a:lnTo>
                <a:lnTo>
                  <a:pt x="0" y="18"/>
                </a:lnTo>
                <a:close/>
              </a:path>
            </a:pathLst>
          </a:custGeom>
          <a:solidFill xmlns:a="http://schemas.openxmlformats.org/drawingml/2006/main">
            <a:srgbClr val="ED4D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6050" tIns="43025" rIns="86050" bIns="430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</a:p>
        </p:txBody>
      </p:sp>
      <p:sp>
        <p:nvSpPr>
          <p:cNvPr id="2445" name="sanitized-shape-1783">
            <a:extLst xmlns:a="http://schemas.openxmlformats.org/drawingml/2006/main">
              <a:ext uri="{FF2B5EF4-FFF2-40B4-BE49-F238E27FC236}">
                <a16:creationId xmlns:a16="http://schemas.microsoft.com/office/drawing/2014/main" id="{D844714D-F7C9-4E47-A007-83F886ED5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67503" y="2211601"/>
            <a:ext cx="245235" cy="317515"/>
          </a:xfrm>
          <a:custGeom xmlns:a="http://schemas.openxmlformats.org/drawingml/2006/main">
            <a:rect l="l" t="t" r="r" b="b"/>
            <a:pathLst>
              <a:path w="87" h="125">
                <a:moveTo>
                  <a:pt x="43" y="0"/>
                </a:moveTo>
                <a:cubicBezTo>
                  <a:pt x="32" y="0"/>
                  <a:pt x="21" y="5"/>
                  <a:pt x="13" y="13"/>
                </a:cubicBezTo>
                <a:cubicBezTo>
                  <a:pt x="5" y="20"/>
                  <a:pt x="0" y="31"/>
                  <a:pt x="0" y="43"/>
                </a:cubicBezTo>
                <a:cubicBezTo>
                  <a:pt x="0" y="51"/>
                  <a:pt x="3" y="59"/>
                  <a:pt x="7" y="66"/>
                </a:cubicBezTo>
                <a:cubicBezTo>
                  <a:pt x="10" y="71"/>
                  <a:pt x="15" y="77"/>
                  <a:pt x="21" y="80"/>
                </a:cubicBezTo>
                <a:cubicBezTo>
                  <a:pt x="21" y="88"/>
                  <a:pt x="21" y="88"/>
                  <a:pt x="21" y="88"/>
                </a:cubicBezTo>
                <a:cubicBezTo>
                  <a:pt x="19" y="88"/>
                  <a:pt x="19" y="88"/>
                  <a:pt x="19" y="88"/>
                </a:cubicBezTo>
                <a:cubicBezTo>
                  <a:pt x="17" y="88"/>
                  <a:pt x="17" y="88"/>
                  <a:pt x="17" y="88"/>
                </a:cubicBezTo>
                <a:cubicBezTo>
                  <a:pt x="16" y="91"/>
                  <a:pt x="16" y="91"/>
                  <a:pt x="16" y="91"/>
                </a:cubicBezTo>
                <a:cubicBezTo>
                  <a:pt x="14" y="94"/>
                  <a:pt x="14" y="96"/>
                  <a:pt x="14" y="99"/>
                </a:cubicBezTo>
                <a:cubicBezTo>
                  <a:pt x="14" y="101"/>
                  <a:pt x="15" y="103"/>
                  <a:pt x="15" y="105"/>
                </a:cubicBezTo>
                <a:cubicBezTo>
                  <a:pt x="16" y="106"/>
                  <a:pt x="16" y="106"/>
                  <a:pt x="16" y="106"/>
                </a:cubicBezTo>
                <a:cubicBezTo>
                  <a:pt x="16" y="107"/>
                  <a:pt x="16" y="107"/>
                  <a:pt x="16" y="107"/>
                </a:cubicBezTo>
                <a:cubicBezTo>
                  <a:pt x="14" y="110"/>
                  <a:pt x="14" y="112"/>
                  <a:pt x="14" y="115"/>
                </a:cubicBezTo>
                <a:cubicBezTo>
                  <a:pt x="14" y="117"/>
                  <a:pt x="15" y="119"/>
                  <a:pt x="15" y="121"/>
                </a:cubicBezTo>
                <a:cubicBezTo>
                  <a:pt x="17" y="125"/>
                  <a:pt x="17" y="125"/>
                  <a:pt x="17" y="125"/>
                </a:cubicBezTo>
                <a:cubicBezTo>
                  <a:pt x="20" y="124"/>
                  <a:pt x="20" y="124"/>
                  <a:pt x="20" y="124"/>
                </a:cubicBezTo>
                <a:cubicBezTo>
                  <a:pt x="69" y="120"/>
                  <a:pt x="69" y="120"/>
                  <a:pt x="69" y="120"/>
                </a:cubicBezTo>
                <a:cubicBezTo>
                  <a:pt x="72" y="120"/>
                  <a:pt x="72" y="120"/>
                  <a:pt x="72" y="120"/>
                </a:cubicBezTo>
                <a:cubicBezTo>
                  <a:pt x="73" y="117"/>
                  <a:pt x="73" y="117"/>
                  <a:pt x="73" y="117"/>
                </a:cubicBezTo>
                <a:cubicBezTo>
                  <a:pt x="74" y="115"/>
                  <a:pt x="74" y="113"/>
                  <a:pt x="74" y="110"/>
                </a:cubicBezTo>
                <a:cubicBezTo>
                  <a:pt x="74" y="108"/>
                  <a:pt x="74" y="105"/>
                  <a:pt x="73" y="103"/>
                </a:cubicBezTo>
                <a:cubicBezTo>
                  <a:pt x="72" y="102"/>
                  <a:pt x="72" y="102"/>
                  <a:pt x="72" y="102"/>
                </a:cubicBezTo>
                <a:cubicBezTo>
                  <a:pt x="73" y="101"/>
                  <a:pt x="73" y="101"/>
                  <a:pt x="73" y="101"/>
                </a:cubicBezTo>
                <a:cubicBezTo>
                  <a:pt x="74" y="99"/>
                  <a:pt x="74" y="96"/>
                  <a:pt x="74" y="94"/>
                </a:cubicBezTo>
                <a:cubicBezTo>
                  <a:pt x="74" y="92"/>
                  <a:pt x="74" y="89"/>
                  <a:pt x="73" y="87"/>
                </a:cubicBezTo>
                <a:cubicBezTo>
                  <a:pt x="71" y="84"/>
                  <a:pt x="71" y="84"/>
                  <a:pt x="71" y="84"/>
                </a:cubicBezTo>
                <a:cubicBezTo>
                  <a:pt x="68" y="84"/>
                  <a:pt x="68" y="84"/>
                  <a:pt x="68" y="84"/>
                </a:cubicBezTo>
                <a:cubicBezTo>
                  <a:pt x="67" y="84"/>
                  <a:pt x="67" y="84"/>
                  <a:pt x="67" y="84"/>
                </a:cubicBezTo>
                <a:cubicBezTo>
                  <a:pt x="67" y="80"/>
                  <a:pt x="67" y="80"/>
                  <a:pt x="67" y="80"/>
                </a:cubicBezTo>
                <a:cubicBezTo>
                  <a:pt x="72" y="76"/>
                  <a:pt x="77" y="71"/>
                  <a:pt x="81" y="65"/>
                </a:cubicBezTo>
                <a:cubicBezTo>
                  <a:pt x="84" y="59"/>
                  <a:pt x="87" y="51"/>
                  <a:pt x="87" y="43"/>
                </a:cubicBezTo>
                <a:cubicBezTo>
                  <a:pt x="87" y="31"/>
                  <a:pt x="82" y="20"/>
                  <a:pt x="74" y="13"/>
                </a:cubicBezTo>
                <a:cubicBezTo>
                  <a:pt x="67" y="5"/>
                  <a:pt x="54" y="0"/>
                  <a:pt x="43" y="0"/>
                </a:cubicBezTo>
                <a:close/>
                <a:moveTo>
                  <a:pt x="65" y="111"/>
                </a:moveTo>
                <a:cubicBezTo>
                  <a:pt x="23" y="115"/>
                  <a:pt x="23" y="115"/>
                  <a:pt x="23" y="115"/>
                </a:cubicBezTo>
                <a:cubicBezTo>
                  <a:pt x="23" y="115"/>
                  <a:pt x="23" y="115"/>
                  <a:pt x="23" y="114"/>
                </a:cubicBezTo>
                <a:cubicBezTo>
                  <a:pt x="23" y="114"/>
                  <a:pt x="23" y="113"/>
                  <a:pt x="23" y="113"/>
                </a:cubicBezTo>
                <a:cubicBezTo>
                  <a:pt x="65" y="109"/>
                  <a:pt x="65" y="109"/>
                  <a:pt x="65" y="109"/>
                </a:cubicBezTo>
                <a:cubicBezTo>
                  <a:pt x="65" y="110"/>
                  <a:pt x="65" y="110"/>
                  <a:pt x="65" y="110"/>
                </a:cubicBezTo>
                <a:cubicBezTo>
                  <a:pt x="65" y="110"/>
                  <a:pt x="65" y="111"/>
                  <a:pt x="65" y="111"/>
                </a:cubicBezTo>
                <a:close/>
                <a:moveTo>
                  <a:pt x="65" y="95"/>
                </a:moveTo>
                <a:cubicBezTo>
                  <a:pt x="23" y="99"/>
                  <a:pt x="23" y="99"/>
                  <a:pt x="23" y="99"/>
                </a:cubicBezTo>
                <a:cubicBezTo>
                  <a:pt x="23" y="99"/>
                  <a:pt x="23" y="98"/>
                  <a:pt x="23" y="98"/>
                </a:cubicBezTo>
                <a:cubicBezTo>
                  <a:pt x="23" y="98"/>
                  <a:pt x="23" y="97"/>
                  <a:pt x="23" y="97"/>
                </a:cubicBezTo>
                <a:cubicBezTo>
                  <a:pt x="65" y="93"/>
                  <a:pt x="65" y="93"/>
                  <a:pt x="65" y="93"/>
                </a:cubicBezTo>
                <a:cubicBezTo>
                  <a:pt x="65" y="93"/>
                  <a:pt x="65" y="94"/>
                  <a:pt x="65" y="94"/>
                </a:cubicBezTo>
                <a:cubicBezTo>
                  <a:pt x="65" y="94"/>
                  <a:pt x="65" y="95"/>
                  <a:pt x="65" y="95"/>
                </a:cubicBezTo>
                <a:close/>
                <a:moveTo>
                  <a:pt x="43" y="75"/>
                </a:moveTo>
                <a:cubicBezTo>
                  <a:pt x="25" y="75"/>
                  <a:pt x="11" y="61"/>
                  <a:pt x="11" y="43"/>
                </a:cubicBezTo>
                <a:cubicBezTo>
                  <a:pt x="11" y="25"/>
                  <a:pt x="25" y="11"/>
                  <a:pt x="43" y="11"/>
                </a:cubicBezTo>
                <a:cubicBezTo>
                  <a:pt x="61" y="11"/>
                  <a:pt x="76" y="25"/>
                  <a:pt x="76" y="43"/>
                </a:cubicBezTo>
                <a:cubicBezTo>
                  <a:pt x="76" y="61"/>
                  <a:pt x="61" y="75"/>
                  <a:pt x="43" y="75"/>
                </a:cubicBezTo>
                <a:close/>
              </a:path>
            </a:pathLst>
          </a:custGeom>
          <a:solidFill xmlns:a="http://schemas.openxmlformats.org/drawingml/2006/main">
            <a:srgbClr val="ED4D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6050" tIns="43025" rIns="86050" bIns="430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</a:p>
        </p:txBody>
      </p:sp>
      <p:sp>
        <p:nvSpPr>
          <p:cNvPr id="2446" name="sanitized-shape-1784">
            <a:extLst xmlns:a="http://schemas.openxmlformats.org/drawingml/2006/main">
              <a:ext uri="{FF2B5EF4-FFF2-40B4-BE49-F238E27FC236}">
                <a16:creationId xmlns:a16="http://schemas.microsoft.com/office/drawing/2014/main" id="{DF5A85E3-B03E-4E46-9F31-7739F8DF8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7978" y="2534499"/>
            <a:ext cx="66666" cy="32289"/>
          </a:xfrm>
          <a:custGeom xmlns:a="http://schemas.openxmlformats.org/drawingml/2006/main">
            <a:rect l="l" t="t" r="r" b="b"/>
            <a:pathLst>
              <a:path w="24" h="13">
                <a:moveTo>
                  <a:pt x="0" y="3"/>
                </a:moveTo>
                <a:cubicBezTo>
                  <a:pt x="0" y="9"/>
                  <a:pt x="6" y="13"/>
                  <a:pt x="12" y="13"/>
                </a:cubicBezTo>
                <a:cubicBezTo>
                  <a:pt x="19" y="13"/>
                  <a:pt x="24" y="8"/>
                  <a:pt x="24" y="1"/>
                </a:cubicBezTo>
                <a:cubicBezTo>
                  <a:pt x="24" y="1"/>
                  <a:pt x="24" y="1"/>
                  <a:pt x="24" y="0"/>
                </a:cubicBezTo>
                <a:lnTo>
                  <a:pt x="0" y="3"/>
                </a:lnTo>
                <a:close/>
              </a:path>
            </a:pathLst>
          </a:custGeom>
          <a:solidFill xmlns:a="http://schemas.openxmlformats.org/drawingml/2006/main">
            <a:srgbClr val="ED4D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6050" tIns="43025" rIns="86050" bIns="430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</a:p>
        </p:txBody>
      </p:sp>
      <p:sp>
        <p:nvSpPr>
          <p:cNvPr id="2447" name="sanitized-shape-1785">
            <a:extLst xmlns:a="http://schemas.openxmlformats.org/drawingml/2006/main">
              <a:ext uri="{FF2B5EF4-FFF2-40B4-BE49-F238E27FC236}">
                <a16:creationId xmlns:a16="http://schemas.microsoft.com/office/drawing/2014/main" id="{A9E14306-103F-4924-9BEC-E9F697E48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0119" y="2305242"/>
            <a:ext cx="76264" cy="258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4D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6050" tIns="43025" rIns="86050" bIns="430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</a:p>
        </p:txBody>
      </p:sp>
      <p:sp>
        <p:nvSpPr>
          <p:cNvPr id="2448" name="sanitized-shape-1786">
            <a:extLst xmlns:a="http://schemas.openxmlformats.org/drawingml/2006/main">
              <a:ext uri="{FF2B5EF4-FFF2-40B4-BE49-F238E27FC236}">
                <a16:creationId xmlns:a16="http://schemas.microsoft.com/office/drawing/2014/main" id="{E8D36BB7-2DD8-4467-BB72-F52D6D9F2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932457" y="3733474"/>
            <a:ext cx="359100" cy="144900"/>
          </a:xfrm>
          <a:prstGeom xmlns:a="http://schemas.openxmlformats.org/drawingml/2006/main" prst="triangle">
            <a:avLst>
              <a:gd name="adj" fmla="val 50000"/>
            </a:avLst>
          </a:prstGeom>
          <a:solidFill xmlns:a="http://schemas.openxmlformats.org/drawingml/2006/main">
            <a:srgbClr val="ED4D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6050" tIns="43025" rIns="86050" bIns="430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</a:p>
        </p:txBody>
      </p:sp>
      <p:sp>
        <p:nvSpPr>
          <p:cNvPr id="2449" name="sanitized-shape-1787">
            <a:extLst xmlns:a="http://schemas.openxmlformats.org/drawingml/2006/main">
              <a:ext uri="{FF2B5EF4-FFF2-40B4-BE49-F238E27FC236}">
                <a16:creationId xmlns:a16="http://schemas.microsoft.com/office/drawing/2014/main" id="{8E3423DF-89F5-4188-A22C-D12D13B64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0950" y="1071535"/>
            <a:ext cx="1699500" cy="28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4D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11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2450" name="sanitized-shape-1788">
            <a:extLst xmlns:a="http://schemas.openxmlformats.org/drawingml/2006/main">
              <a:ext uri="{FF2B5EF4-FFF2-40B4-BE49-F238E27FC236}">
                <a16:creationId xmlns:a16="http://schemas.microsoft.com/office/drawing/2014/main" id="{E2895480-569E-4DDC-85DE-F8117A2FB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726" y="1071528"/>
            <a:ext cx="1560000" cy="28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4D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11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451" name="sanitized-shape-1789">
            <a:extLst xmlns:a="http://schemas.openxmlformats.org/drawingml/2006/main">
              <a:ext uri="{FF2B5EF4-FFF2-40B4-BE49-F238E27FC236}">
                <a16:creationId xmlns:a16="http://schemas.microsoft.com/office/drawing/2014/main" id="{3617AA58-1BA5-4C88-8B8B-1A337C942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5985" y="1424935"/>
            <a:ext cx="1699500" cy="23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000000"/>
                </a:solidFill>
              </a:rPr>
              <a:t/>
            </a:r>
          </a:p>
        </p:txBody>
      </p:sp>
      <p:sp>
        <p:nvSpPr>
          <p:cNvPr id="2452" name="sanitized-shape-1790">
            <a:extLst xmlns:a="http://schemas.openxmlformats.org/drawingml/2006/main">
              <a:ext uri="{FF2B5EF4-FFF2-40B4-BE49-F238E27FC236}">
                <a16:creationId xmlns:a16="http://schemas.microsoft.com/office/drawing/2014/main" id="{4802A3C3-FAD2-4551-841C-5ACF4B7BC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5985" y="3058019"/>
            <a:ext cx="1699500" cy="23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000000"/>
                </a:solidFill>
              </a:rPr>
              <a:t/>
            </a:r>
          </a:p>
        </p:txBody>
      </p:sp>
      <p:sp>
        <p:nvSpPr>
          <p:cNvPr id="2453" name="sanitized-shape-1791">
            <a:extLst xmlns:a="http://schemas.openxmlformats.org/drawingml/2006/main">
              <a:ext uri="{FF2B5EF4-FFF2-40B4-BE49-F238E27FC236}">
                <a16:creationId xmlns:a16="http://schemas.microsoft.com/office/drawing/2014/main" id="{6D2D575F-E777-489B-A1EC-1396C6AB1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0039" y="4520053"/>
            <a:ext cx="1699500" cy="23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/>
              <a:t/>
            </a:r>
          </a:p>
        </p:txBody>
      </p:sp>
      <p:sp>
        <p:nvSpPr>
          <p:cNvPr id="2454" name="sanitized-shape-1792">
            <a:extLst xmlns:a="http://schemas.openxmlformats.org/drawingml/2006/main">
              <a:ext uri="{FF2B5EF4-FFF2-40B4-BE49-F238E27FC236}">
                <a16:creationId xmlns:a16="http://schemas.microsoft.com/office/drawing/2014/main" id="{94D46010-DBD3-4F3A-A743-6BDDAB154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396" y="1070035"/>
            <a:ext cx="4634700" cy="28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4D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1100" b="1">
                <a:solidFill>
                  <a:schemeClr val="lt1"/>
                </a:solidFill>
              </a:rPr>
              <a:t/>
            </a:r>
          </a:p>
        </p:txBody>
      </p:sp>
      <p:cxnSp>
        <p:nvCxnSpPr>
          <p:cNvPr id="2556" name="sanitized-shape-1793"/>
          <p:cNvCxnSpPr/>
          <p:nvPr/>
        </p:nvCxnSpPr>
        <p:spPr>
          <a:xfrm xmlns:a="http://schemas.openxmlformats.org/drawingml/2006/main">
            <a:off x="4464822" y="1744686"/>
            <a:ext cx="4813500" cy="20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808080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456" name="sanitized-shape-1794">
            <a:extLst xmlns:a="http://schemas.openxmlformats.org/drawingml/2006/main">
              <a:ext uri="{FF2B5EF4-FFF2-40B4-BE49-F238E27FC236}">
                <a16:creationId xmlns:a16="http://schemas.microsoft.com/office/drawing/2014/main" id="{05370DA5-CA14-4F48-96A3-F9F48DCDE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0125" y="1864533"/>
            <a:ext cx="2315400" cy="156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6050" tIns="86050" rIns="86050" bIns="8605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ED5638"/>
                </a:solidFill>
              </a:rPr>
              <a:t/>
            </a:r>
          </a:p>
        </p:txBody>
      </p:sp>
      <p:sp>
        <p:nvSpPr>
          <p:cNvPr id="2457" name="sanitized-shape-1795">
            <a:extLst xmlns:a="http://schemas.openxmlformats.org/drawingml/2006/main">
              <a:ext uri="{FF2B5EF4-FFF2-40B4-BE49-F238E27FC236}">
                <a16:creationId xmlns:a16="http://schemas.microsoft.com/office/drawing/2014/main" id="{E6A64D7E-84BB-4B72-BDD5-D185114D5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725" y="315000"/>
            <a:ext cx="11280900" cy="36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0" rIns="6855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sz="1500" b="1">
                <a:solidFill>
                  <a:schemeClr val="dk1"/>
                </a:solidFill>
              </a:rPr>
              <a:t/>
            </a:r>
          </a:p>
        </p:txBody>
      </p:sp>
      <p:sp>
        <p:nvSpPr>
          <p:cNvPr id="2458" name="sanitized-shape-1796">
            <a:extLst xmlns:a="http://schemas.openxmlformats.org/drawingml/2006/main">
              <a:ext uri="{FF2B5EF4-FFF2-40B4-BE49-F238E27FC236}">
                <a16:creationId xmlns:a16="http://schemas.microsoft.com/office/drawing/2014/main" id="{44A7DF13-51A1-4DC5-8385-52A3F1A2E4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2" y="103858"/>
            <a:ext cx="11097600" cy="21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0" rIns="6855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82000"/>
              </a:lnSpc>
              <a:spcBef>
                <a:spcPts val="0"/>
              </a:spcBef>
              <a:spcAft>
                <a:spcPts val="50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sz="1500">
                <a:solidFill>
                  <a:srgbClr val="EE4D2D"/>
                </a:solidFill>
              </a:rPr>
              <a:t/>
            </a:r>
          </a:p>
        </p:txBody>
      </p:sp>
      <p:sp>
        <p:nvSpPr>
          <p:cNvPr id="2459" name="sanitized-shape-1797">
            <a:extLst xmlns:a="http://schemas.openxmlformats.org/drawingml/2006/main">
              <a:ext uri="{FF2B5EF4-FFF2-40B4-BE49-F238E27FC236}">
                <a16:creationId xmlns:a16="http://schemas.microsoft.com/office/drawing/2014/main" id="{37E50FFA-1DBF-47BA-959C-E05E18C36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2050" y="1640327"/>
            <a:ext cx="1699500" cy="133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6050" tIns="86050" rIns="86050" bIns="8605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/>
              <a:t/>
            </a:r>
          </a:p>
        </p:txBody>
      </p:sp>
      <p:graphicFrame>
        <p:nvGraphicFramePr>
          <p:cNvPr id="2561" name="sanitized-table-18"/>
          <p:cNvGraphicFramePr/>
          <p:nvPr/>
        </p:nvGraphicFramePr>
        <p:xfrm>
          <a:off xmlns:a="http://schemas.openxmlformats.org/drawingml/2006/main" x="4468798" y="3626367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{CDD7BB8A-1EDB-4F6B-BC6B-4E1E84436C22}</a:tableStyleId>
              </a:tblPr>
              <a:tblGrid>
                <a:gridCol w="1147350"/>
                <a:gridCol w="1285300"/>
                <a:gridCol w="1187000"/>
                <a:gridCol w="1187000"/>
              </a:tblGrid>
              <a:tr h="284275">
                <a:tc rowSpan="3"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/>
                        <a:t/>
                      </a:r>
                    </a:p>
                  </a:txBody>
                  <a:tcPr marL="38100" marR="38100" marT="25400" marB="25400" anchor="ctr">
                    <a:lnL w="11525" cmpd="sng">
                      <a:solidFill>
                        <a:srgbClr val="D9D9D9"/>
                      </a:solidFill>
                      <a:prstDash val="solid"/>
                    </a:lnL>
                    <a:lnR w="11525" cmpd="sng">
                      <a:solidFill>
                        <a:srgbClr val="FFFFFF"/>
                      </a:solidFill>
                      <a:prstDash val="solid"/>
                    </a:lnR>
                    <a:lnT w="11525" cmpd="sng">
                      <a:solidFill>
                        <a:srgbClr val="D9D9D9"/>
                      </a:solidFill>
                      <a:prstDash val="solid"/>
                    </a:lnT>
                    <a:lnB w="11525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/>
                        <a:t/>
                      </a:r>
                    </a:p>
                  </a:txBody>
                  <a:tcPr marL="38100" marR="38100" marT="25400" marB="25400" anchor="ctr">
                    <a:lnL w="11525" cmpd="sng">
                      <a:solidFill>
                        <a:srgbClr val="FFFFFF"/>
                      </a:solidFill>
                      <a:prstDash val="solid"/>
                    </a:lnL>
                    <a:lnR w="11525" cmpd="sng">
                      <a:solidFill>
                        <a:srgbClr val="FFFFFF"/>
                      </a:solidFill>
                      <a:prstDash val="solid"/>
                    </a:lnR>
                    <a:lnT w="11525" cmpd="sng">
                      <a:solidFill>
                        <a:srgbClr val="D9D9D9"/>
                      </a:solidFill>
                      <a:prstDash val="solid"/>
                    </a:lnT>
                    <a:lnB w="11525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/>
                        <a:t/>
                      </a:r>
                    </a:p>
                  </a:txBody>
                  <a:tcPr marL="38100" marR="38100" marT="25400" marB="25400" anchor="ctr">
                    <a:lnL w="11525" cmpd="sng">
                      <a:solidFill>
                        <a:srgbClr val="FFFFFF"/>
                      </a:solidFill>
                      <a:prstDash val="solid"/>
                    </a:lnL>
                    <a:lnR w="11525" cmpd="sng">
                      <a:solidFill>
                        <a:srgbClr val="D9D9D9"/>
                      </a:solidFill>
                      <a:prstDash val="solid"/>
                    </a:lnR>
                    <a:lnT w="11525" cmpd="sng">
                      <a:solidFill>
                        <a:srgbClr val="D9D9D9"/>
                      </a:solidFill>
                      <a:prstDash val="solid"/>
                    </a:lnT>
                    <a:lnB w="11525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</a:tr>
              <a:tr h="195125"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rowSpan="2"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/>
                        <a:t/>
                      </a:r>
                    </a:p>
                  </a:txBody>
                  <a:tcPr marL="38100" marR="38100" marT="25400" marB="25400" anchor="ctr">
                    <a:lnL w="11525" cmpd="sng">
                      <a:solidFill>
                        <a:srgbClr val="FFFFFF"/>
                      </a:solidFill>
                      <a:prstDash val="solid"/>
                    </a:lnL>
                    <a:lnR w="11525" cmpd="sng">
                      <a:solidFill>
                        <a:srgbClr val="FFFFFF"/>
                      </a:solidFill>
                      <a:prstDash val="solid"/>
                    </a:lnR>
                    <a:lnT w="11525" cmpd="sng">
                      <a:solidFill>
                        <a:srgbClr val="FFFFFF"/>
                      </a:solidFill>
                      <a:prstDash val="solid"/>
                    </a:lnT>
                    <a:lnB w="11525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/>
                        <a:t/>
                      </a:r>
                    </a:p>
                  </a:txBody>
                  <a:tcPr marL="38100" marR="38100" marT="25400" marB="25400" anchor="ctr">
                    <a:lnL w="11525" cmpd="sng">
                      <a:solidFill>
                        <a:srgbClr val="FFFFFF"/>
                      </a:solidFill>
                      <a:prstDash val="solid"/>
                    </a:lnL>
                    <a:lnR w="11525" cmpd="sng">
                      <a:solidFill>
                        <a:srgbClr val="FFFFFF"/>
                      </a:solidFill>
                      <a:prstDash val="solid"/>
                    </a:lnR>
                    <a:lnT w="11525" cmpd="sng">
                      <a:solidFill>
                        <a:srgbClr val="FFFFFF"/>
                      </a:solidFill>
                      <a:prstDash val="solid"/>
                    </a:lnT>
                    <a:lnB w="11525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/>
                        <a:t/>
                      </a:r>
                    </a:p>
                  </a:txBody>
                  <a:tcPr marL="38100" marR="38100" marT="25400" marB="25400" anchor="ctr">
                    <a:lnL w="11525" cmpd="sng">
                      <a:solidFill>
                        <a:srgbClr val="FFFFFF"/>
                      </a:solidFill>
                      <a:prstDash val="solid"/>
                    </a:lnL>
                    <a:lnR w="11525" cmpd="sng">
                      <a:solidFill>
                        <a:srgbClr val="D9D9D9"/>
                      </a:solidFill>
                      <a:prstDash val="solid"/>
                    </a:lnR>
                    <a:lnT w="11525" cmpd="sng">
                      <a:solidFill>
                        <a:srgbClr val="FFFFFF"/>
                      </a:solidFill>
                      <a:prstDash val="solid"/>
                    </a:lnT>
                    <a:lnB w="11525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</a:tr>
              <a:tr h="195125"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>
                          <a:solidFill>
                            <a:srgbClr val="EA4335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ctr">
                    <a:lnL w="11525" cmpd="sng">
                      <a:solidFill>
                        <a:srgbClr val="FFFFFF"/>
                      </a:solidFill>
                      <a:prstDash val="solid"/>
                    </a:lnL>
                    <a:lnR w="11525" cmpd="sng">
                      <a:solidFill>
                        <a:srgbClr val="FFFFFF"/>
                      </a:solidFill>
                      <a:prstDash val="solid"/>
                    </a:lnR>
                    <a:lnT w="11525" cmpd="sng">
                      <a:solidFill>
                        <a:srgbClr val="FFFFFF"/>
                      </a:solidFill>
                      <a:prstDash val="solid"/>
                    </a:lnT>
                    <a:lnB w="11525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sz="900" b="1">
                          <a:solidFill>
                            <a:srgbClr val="EA4335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ctr">
                    <a:lnL w="11525" cmpd="sng">
                      <a:solidFill>
                        <a:srgbClr val="FFFFFF"/>
                      </a:solidFill>
                      <a:prstDash val="solid"/>
                    </a:lnL>
                    <a:lnR w="11525" cmpd="sng">
                      <a:solidFill>
                        <a:srgbClr val="D9D9D9"/>
                      </a:solidFill>
                      <a:prstDash val="solid"/>
                    </a:lnR>
                    <a:lnT w="11525" cmpd="sng">
                      <a:solidFill>
                        <a:srgbClr val="FFFFFF"/>
                      </a:solidFill>
                      <a:prstDash val="solid"/>
                    </a:lnT>
                    <a:lnB w="11525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</a:tr>
              <a:tr h="414675">
                <a:tc rowSpan="2"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/>
                        <a:t/>
                      </a:r>
                    </a:p>
                  </a:txBody>
                  <a:tcPr marL="38100" marR="38100" marT="25400" marB="25400" anchor="ctr">
                    <a:lnL w="11525" cmpd="sng">
                      <a:solidFill>
                        <a:srgbClr val="D9D9D9"/>
                      </a:solidFill>
                      <a:prstDash val="solid"/>
                    </a:lnL>
                    <a:lnR w="11525" cmpd="sng">
                      <a:solidFill>
                        <a:srgbClr val="FFFFFF"/>
                      </a:solidFill>
                      <a:prstDash val="solid"/>
                    </a:lnR>
                    <a:lnT w="11525" cmpd="sng">
                      <a:solidFill>
                        <a:srgbClr val="FFFFFF"/>
                      </a:solidFill>
                      <a:prstDash val="solid"/>
                    </a:lnT>
                    <a:lnB w="11525" cmpd="sng">
                      <a:solidFill>
                        <a:schemeClr val="lt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/>
                        <a:t/>
                      </a:r>
                    </a:p>
                  </a:txBody>
                  <a:tcPr marL="38100" marR="38100" marT="25400" marB="25400" anchor="ctr">
                    <a:lnL w="11525" cmpd="sng">
                      <a:solidFill>
                        <a:srgbClr val="FFFFFF"/>
                      </a:solidFill>
                      <a:prstDash val="solid"/>
                    </a:lnL>
                    <a:lnR w="11525" cmpd="sng">
                      <a:solidFill>
                        <a:srgbClr val="FFFFFF"/>
                      </a:solidFill>
                      <a:prstDash val="solid"/>
                    </a:lnR>
                    <a:lnT w="11525" cmpd="sng">
                      <a:solidFill>
                        <a:srgbClr val="FFFFFF"/>
                      </a:solidFill>
                      <a:prstDash val="solid"/>
                    </a:lnT>
                    <a:lnB w="11525" cmpd="sng">
                      <a:solidFill>
                        <a:schemeClr val="lt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/>
                        <a:t/>
                      </a:r>
                    </a:p>
                  </a:txBody>
                  <a:tcPr marL="38100" marR="38100" marT="25400" marB="25400" anchor="ctr">
                    <a:lnL w="11525" cmpd="sng">
                      <a:solidFill>
                        <a:srgbClr val="FFFFFF"/>
                      </a:solidFill>
                      <a:prstDash val="solid"/>
                    </a:lnL>
                    <a:lnR w="11525" cmpd="sng">
                      <a:solidFill>
                        <a:srgbClr val="FFFFFF"/>
                      </a:solidFill>
                      <a:prstDash val="solid"/>
                    </a:lnR>
                    <a:lnT w="11525" cmpd="sng">
                      <a:solidFill>
                        <a:srgbClr val="FFFFFF"/>
                      </a:solidFill>
                      <a:prstDash val="solid"/>
                    </a:lnT>
                    <a:lnB w="11525" cmpd="sng">
                      <a:solidFill>
                        <a:schemeClr val="lt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/>
                        <a:t/>
                      </a:r>
                    </a:p>
                  </a:txBody>
                  <a:tcPr marL="38100" marR="38100" marT="25400" marB="25400" anchor="ctr">
                    <a:lnL w="11525" cmpd="sng">
                      <a:solidFill>
                        <a:srgbClr val="FFFFFF"/>
                      </a:solidFill>
                      <a:prstDash val="solid"/>
                    </a:lnL>
                    <a:lnR w="11525" cmpd="sng">
                      <a:solidFill>
                        <a:srgbClr val="D9D9D9"/>
                      </a:solidFill>
                      <a:prstDash val="solid"/>
                    </a:lnR>
                    <a:lnT w="11525" cmpd="sng">
                      <a:solidFill>
                        <a:srgbClr val="FFFFFF"/>
                      </a:solidFill>
                      <a:prstDash val="solid"/>
                    </a:lnT>
                    <a:lnB w="11525" cmpd="sng">
                      <a:solidFill>
                        <a:schemeClr val="lt2"/>
                      </a:solidFill>
                      <a:prstDash val="solid"/>
                    </a:lnB>
                  </a:tcPr>
                </a:tc>
              </a:tr>
              <a:tr h="365900"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/>
                        <a:t/>
                      </a:r>
                    </a:p>
                  </a:txBody>
                  <a:tcPr marL="38100" marR="38100" marT="25400" marB="25400" anchor="ctr">
                    <a:lnL w="11525" cmpd="sng">
                      <a:solidFill>
                        <a:srgbClr val="FFFFFF"/>
                      </a:solidFill>
                      <a:prstDash val="solid"/>
                    </a:lnL>
                    <a:lnR w="11525" cmpd="sng">
                      <a:solidFill>
                        <a:srgbClr val="FFFFFF"/>
                      </a:solidFill>
                      <a:prstDash val="solid"/>
                    </a:lnR>
                    <a:lnT w="11525" cmpd="sng">
                      <a:solidFill>
                        <a:schemeClr val="lt2"/>
                      </a:solidFill>
                      <a:prstDash val="solid"/>
                    </a:lnT>
                    <a:lnB w="11525" cmpd="sng">
                      <a:solidFill>
                        <a:schemeClr val="lt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/>
                        <a:t/>
                      </a:r>
                    </a:p>
                  </a:txBody>
                  <a:tcPr marL="38100" marR="38100" marT="25400" marB="25400" anchor="ctr">
                    <a:lnL w="11525" cmpd="sng">
                      <a:solidFill>
                        <a:srgbClr val="FFFFFF"/>
                      </a:solidFill>
                      <a:prstDash val="solid"/>
                    </a:lnL>
                    <a:lnR w="11525" cmpd="sng">
                      <a:solidFill>
                        <a:srgbClr val="FFFFFF"/>
                      </a:solidFill>
                      <a:prstDash val="solid"/>
                    </a:lnR>
                    <a:lnT w="11525" cmpd="sng">
                      <a:solidFill>
                        <a:schemeClr val="lt2"/>
                      </a:solidFill>
                      <a:prstDash val="solid"/>
                    </a:lnT>
                    <a:lnB w="11525" cmpd="sng">
                      <a:solidFill>
                        <a:schemeClr val="lt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/>
                        <a:t/>
                      </a:r>
                    </a:p>
                  </a:txBody>
                  <a:tcPr marL="38100" marR="38100" marT="25400" marB="25400" anchor="ctr">
                    <a:lnL w="11525" cmpd="sng">
                      <a:solidFill>
                        <a:srgbClr val="FFFFFF"/>
                      </a:solidFill>
                      <a:prstDash val="solid"/>
                    </a:lnL>
                    <a:lnR w="11525" cmpd="sng">
                      <a:solidFill>
                        <a:srgbClr val="D9D9D9"/>
                      </a:solidFill>
                      <a:prstDash val="solid"/>
                    </a:lnR>
                    <a:lnT w="11525" cmpd="sng">
                      <a:solidFill>
                        <a:schemeClr val="lt2"/>
                      </a:solidFill>
                      <a:prstDash val="solid"/>
                    </a:lnT>
                    <a:lnB w="11525" cmpd="sng">
                      <a:solidFill>
                        <a:schemeClr val="lt2"/>
                      </a:solidFill>
                      <a:prstDash val="solid"/>
                    </a:lnB>
                  </a:tcPr>
                </a:tc>
              </a:tr>
              <a:tr h="926900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/>
                        <a:t/>
                      </a:r>
                    </a:p>
                  </a:txBody>
                  <a:tcPr marL="38100" marR="38100" marT="25400" marB="25400" anchor="ctr">
                    <a:lnL w="11525" cmpd="sng">
                      <a:solidFill>
                        <a:srgbClr val="D9D9D9"/>
                      </a:solidFill>
                      <a:prstDash val="solid"/>
                    </a:lnL>
                    <a:lnR w="11525" cmpd="sng">
                      <a:solidFill>
                        <a:srgbClr val="FFFFFF"/>
                      </a:solidFill>
                      <a:prstDash val="solid"/>
                    </a:lnR>
                    <a:lnT w="11525" cmpd="sng">
                      <a:solidFill>
                        <a:schemeClr val="lt2"/>
                      </a:solidFill>
                      <a:prstDash val="solid"/>
                    </a:lnT>
                    <a:lnB w="11525" cmpd="sng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/>
                        <a:t/>
                      </a:r>
                    </a:p>
                  </a:txBody>
                  <a:tcPr marL="38100" marR="38100" marT="25400" marB="25400" anchor="ctr">
                    <a:lnL w="11525" cmpd="sng">
                      <a:solidFill>
                        <a:srgbClr val="FFFFFF"/>
                      </a:solidFill>
                      <a:prstDash val="solid"/>
                    </a:lnL>
                    <a:lnR w="11525" cmpd="sng">
                      <a:solidFill>
                        <a:srgbClr val="FFFFFF"/>
                      </a:solidFill>
                      <a:prstDash val="solid"/>
                    </a:lnR>
                    <a:lnT w="11525" cmpd="sng">
                      <a:solidFill>
                        <a:schemeClr val="lt2"/>
                      </a:solidFill>
                      <a:prstDash val="solid"/>
                    </a:lnT>
                    <a:lnB w="11525" cmpd="sng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/>
                        <a:t/>
                      </a:r>
                    </a:p>
                  </a:txBody>
                  <a:tcPr marL="38100" marR="38100" marT="25400" marB="25400" anchor="ctr">
                    <a:lnL w="11525" cmpd="sng">
                      <a:solidFill>
                        <a:srgbClr val="FFFFFF"/>
                      </a:solidFill>
                      <a:prstDash val="solid"/>
                    </a:lnL>
                    <a:lnR w="11525" cmpd="sng">
                      <a:solidFill>
                        <a:srgbClr val="FFFFFF"/>
                      </a:solidFill>
                      <a:prstDash val="solid"/>
                    </a:lnR>
                    <a:lnT w="11525" cmpd="sng">
                      <a:solidFill>
                        <a:schemeClr val="lt2"/>
                      </a:solidFill>
                      <a:prstDash val="solid"/>
                    </a:lnT>
                    <a:lnB w="11525" cmpd="sng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/>
                        <a:t/>
                      </a:r>
                    </a:p>
                  </a:txBody>
                  <a:tcPr marL="38100" marR="38100" marT="25400" marB="25400" anchor="ctr">
                    <a:lnL w="11525" cmpd="sng">
                      <a:solidFill>
                        <a:srgbClr val="FFFFFF"/>
                      </a:solidFill>
                      <a:prstDash val="solid"/>
                    </a:lnL>
                    <a:lnR w="11525" cmpd="sng">
                      <a:solidFill>
                        <a:srgbClr val="D9D9D9"/>
                      </a:solidFill>
                      <a:prstDash val="solid"/>
                    </a:lnR>
                    <a:lnT w="11525" cmpd="sng">
                      <a:solidFill>
                        <a:schemeClr val="lt2"/>
                      </a:solidFill>
                      <a:prstDash val="solid"/>
                    </a:lnT>
                    <a:lnB w="11525" cmpd="sng">
                      <a:solidFill>
                        <a:srgbClr val="D9D9D9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461" name="sanitized-shape-1798">
            <a:extLst xmlns:a="http://schemas.openxmlformats.org/drawingml/2006/main">
              <a:ext uri="{FF2B5EF4-FFF2-40B4-BE49-F238E27FC236}">
                <a16:creationId xmlns:a16="http://schemas.microsoft.com/office/drawing/2014/main" id="{CCA7F0CC-C635-453D-A3AB-94D45820F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927" y="6207843"/>
            <a:ext cx="11605200" cy="44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121875" rIns="121875" bIns="12187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sz="800" i="1">
                <a:solidFill>
                  <a:schemeClr val="dk2"/>
                </a:solidFill>
              </a:rPr>
              <a:t/>
            </a:r>
          </a:p>
        </p:txBody>
      </p:sp>
      <p:sp>
        <p:nvSpPr>
          <p:cNvPr id="2462" name="sanitized-shape-1799">
            <a:extLst xmlns:a="http://schemas.openxmlformats.org/drawingml/2006/main">
              <a:ext uri="{FF2B5EF4-FFF2-40B4-BE49-F238E27FC236}">
                <a16:creationId xmlns:a16="http://schemas.microsoft.com/office/drawing/2014/main" id="{26C5BF42-107E-4289-A546-13350DD27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8815" y="3358130"/>
            <a:ext cx="2315400" cy="28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6050" tIns="86050" rIns="86050" bIns="8605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F04E1C"/>
                </a:solidFill>
              </a:rPr>
              <a:t/>
            </a:r>
          </a:p>
        </p:txBody>
      </p:sp>
      <p:sp>
        <p:nvSpPr>
          <p:cNvPr id="2463" name="sanitized-shape-1800">
            <a:extLst xmlns:a="http://schemas.openxmlformats.org/drawingml/2006/main">
              <a:ext uri="{FF2B5EF4-FFF2-40B4-BE49-F238E27FC236}">
                <a16:creationId xmlns:a16="http://schemas.microsoft.com/office/drawing/2014/main" id="{115AF8B9-35F0-431E-BAAA-D07E82C92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586" y="4600187"/>
            <a:ext cx="1524900" cy="4107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3025" tIns="43025" rIns="43025" bIns="430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100" b="1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274788991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68" name="sanitized-shape-1801">
            <a:extLst xmlns:a="http://schemas.openxmlformats.org/drawingml/2006/main">
              <a:ext uri="{FF2B5EF4-FFF2-40B4-BE49-F238E27FC236}">
                <a16:creationId xmlns:a16="http://schemas.microsoft.com/office/drawing/2014/main" id="{0F0E3B5E-8D9B-488B-B59A-2FF52A54C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1851" y="1121800"/>
            <a:ext cx="2315400" cy="513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170650" rIns="121875" bIns="12190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EA4335"/>
                </a:solidFill>
              </a:rPr>
              <a:t/>
            </a:r>
          </a:p>
        </p:txBody>
      </p:sp>
      <p:sp>
        <p:nvSpPr>
          <p:cNvPr id="2469" name="sanitized-shape-1802">
            <a:extLst xmlns:a="http://schemas.openxmlformats.org/drawingml/2006/main">
              <a:ext uri="{FF2B5EF4-FFF2-40B4-BE49-F238E27FC236}">
                <a16:creationId xmlns:a16="http://schemas.microsoft.com/office/drawing/2014/main" id="{FDFDFFB7-1E82-4732-81E8-B63DE5F07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4474" y="1217799"/>
            <a:ext cx="1894800" cy="50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solidFill>
              <a:srgbClr val="ED4D2D"/>
            </a:solidFill>
            <a:prstDash val="dash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</a:p>
        </p:txBody>
      </p:sp>
      <p:sp>
        <p:nvSpPr>
          <p:cNvPr id="2470" name="sanitized-shape-1803">
            <a:extLst xmlns:a="http://schemas.openxmlformats.org/drawingml/2006/main">
              <a:ext uri="{FF2B5EF4-FFF2-40B4-BE49-F238E27FC236}">
                <a16:creationId xmlns:a16="http://schemas.microsoft.com/office/drawing/2014/main" id="{9290E89F-2696-4D2A-AD62-D3FE868E2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62" y="1217799"/>
            <a:ext cx="5157600" cy="50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solidFill>
              <a:srgbClr val="ED4D2D"/>
            </a:solidFill>
            <a:prstDash val="dash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</a:p>
        </p:txBody>
      </p:sp>
      <p:sp>
        <p:nvSpPr>
          <p:cNvPr id="2471" name="sanitized-shape-1804">
            <a:extLst xmlns:a="http://schemas.openxmlformats.org/drawingml/2006/main">
              <a:ext uri="{FF2B5EF4-FFF2-40B4-BE49-F238E27FC236}">
                <a16:creationId xmlns:a16="http://schemas.microsoft.com/office/drawing/2014/main" id="{E7679FA5-A4F3-42AE-8421-23FC79BD7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109" y="1211633"/>
            <a:ext cx="1675500" cy="50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5400" cmpd="sng">
            <a:solidFill>
              <a:srgbClr val="ED4D2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</a:p>
        </p:txBody>
      </p:sp>
      <p:sp>
        <p:nvSpPr>
          <p:cNvPr id="2472" name="sanitized-shape-1805">
            <a:extLst xmlns:a="http://schemas.openxmlformats.org/drawingml/2006/main">
              <a:ext uri="{FF2B5EF4-FFF2-40B4-BE49-F238E27FC236}">
                <a16:creationId xmlns:a16="http://schemas.microsoft.com/office/drawing/2014/main" id="{015DC9AE-7B23-4900-9FEB-A98135FE99D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579509" y="6492800"/>
            <a:ext cx="6093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69ADA83D-DF77-AA76-6DA0-7A70CD7A4D20}" type="slidenum">
              <a:t/>
            </a:fld>
          </a:p>
        </p:txBody>
      </p:sp>
      <p:sp>
        <p:nvSpPr>
          <p:cNvPr id="2473" name="sanitized-shape-1806">
            <a:extLst xmlns:a="http://schemas.openxmlformats.org/drawingml/2006/main">
              <a:ext uri="{FF2B5EF4-FFF2-40B4-BE49-F238E27FC236}">
                <a16:creationId xmlns:a16="http://schemas.microsoft.com/office/drawing/2014/main" id="{1DA47DF9-6497-4E49-AECC-B8D43A15A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821" y="1431860"/>
            <a:ext cx="2249100" cy="22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6E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6050" tIns="86050" rIns="86050" bIns="8605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000000"/>
                </a:solidFill>
              </a:rPr>
              <a:t/>
            </a:r>
          </a:p>
        </p:txBody>
      </p:sp>
      <p:sp>
        <p:nvSpPr>
          <p:cNvPr id="2474" name="sanitized-shape-1807">
            <a:extLst xmlns:a="http://schemas.openxmlformats.org/drawingml/2006/main">
              <a:ext uri="{FF2B5EF4-FFF2-40B4-BE49-F238E27FC236}">
                <a16:creationId xmlns:a16="http://schemas.microsoft.com/office/drawing/2014/main" id="{13741A17-20D6-4478-972B-BB35C1225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0044" y="1420102"/>
            <a:ext cx="2315400" cy="22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6E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6050" tIns="86050" rIns="86050" bIns="8605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000000"/>
                </a:solidFill>
              </a:rPr>
              <a:t/>
            </a:r>
          </a:p>
        </p:txBody>
      </p:sp>
      <p:sp>
        <p:nvSpPr>
          <p:cNvPr id="2475" name="sanitized-shape-1808">
            <a:extLst xmlns:a="http://schemas.openxmlformats.org/drawingml/2006/main">
              <a:ext uri="{FF2B5EF4-FFF2-40B4-BE49-F238E27FC236}">
                <a16:creationId xmlns:a16="http://schemas.microsoft.com/office/drawing/2014/main" id="{D328289C-00DA-439C-ABC0-017791E2B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723" y="1650258"/>
            <a:ext cx="1730400" cy="28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6050" tIns="86050" rIns="86050" bIns="8605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476" name="sanitized-shape-1809">
            <a:extLst xmlns:a="http://schemas.openxmlformats.org/drawingml/2006/main">
              <a:ext uri="{FF2B5EF4-FFF2-40B4-BE49-F238E27FC236}">
                <a16:creationId xmlns:a16="http://schemas.microsoft.com/office/drawing/2014/main" id="{6FA4889E-FFDE-413A-980D-42BCB3DEE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3335" y="5101774"/>
            <a:ext cx="1675500" cy="98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6050" tIns="86050" rIns="86050" bIns="8605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chemeClr val="dk1"/>
                </a:solidFill>
              </a:rPr>
              <a:t/>
            </a:r>
          </a:p>
        </p:txBody>
      </p:sp>
      <p:sp>
        <p:nvSpPr>
          <p:cNvPr id="2477" name="sanitized-shape-1810">
            <a:extLst xmlns:a="http://schemas.openxmlformats.org/drawingml/2006/main">
              <a:ext uri="{FF2B5EF4-FFF2-40B4-BE49-F238E27FC236}">
                <a16:creationId xmlns:a16="http://schemas.microsoft.com/office/drawing/2014/main" id="{1232D632-A68B-4297-BA9C-018643D6D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1338" y="3400227"/>
            <a:ext cx="1699500" cy="133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6050" tIns="86050" rIns="86050" bIns="8605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/>
              <a:t/>
            </a:r>
          </a:p>
        </p:txBody>
      </p:sp>
      <p:sp>
        <p:nvSpPr>
          <p:cNvPr id="2479" name="sanitized-shape-1811">
            <a:extLst xmlns:a="http://schemas.openxmlformats.org/drawingml/2006/main">
              <a:ext uri="{FF2B5EF4-FFF2-40B4-BE49-F238E27FC236}">
                <a16:creationId xmlns:a16="http://schemas.microsoft.com/office/drawing/2014/main" id="{8969E763-6101-47E2-A478-B3FC6BBFC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4645" y="2112579"/>
            <a:ext cx="27446" cy="677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4D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6050" tIns="43025" rIns="86050" bIns="430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</a:p>
        </p:txBody>
      </p:sp>
      <p:sp>
        <p:nvSpPr>
          <p:cNvPr id="2480" name="sanitized-shape-1812">
            <a:extLst xmlns:a="http://schemas.openxmlformats.org/drawingml/2006/main">
              <a:ext uri="{FF2B5EF4-FFF2-40B4-BE49-F238E27FC236}">
                <a16:creationId xmlns:a16="http://schemas.microsoft.com/office/drawing/2014/main" id="{8E334634-9E12-4D97-A7C4-8FAC308DE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15120" y="2204067"/>
            <a:ext cx="78570" cy="55968"/>
          </a:xfrm>
          <a:custGeom xmlns:a="http://schemas.openxmlformats.org/drawingml/2006/main">
            <a:rect l="l" t="t" r="r" b="b"/>
            <a:pathLst>
              <a:path w="66" h="52">
                <a:moveTo>
                  <a:pt x="54" y="0"/>
                </a:moveTo>
                <a:lnTo>
                  <a:pt x="0" y="30"/>
                </a:lnTo>
                <a:lnTo>
                  <a:pt x="12" y="52"/>
                </a:lnTo>
                <a:lnTo>
                  <a:pt x="66" y="21"/>
                </a:lnTo>
                <a:lnTo>
                  <a:pt x="54" y="0"/>
                </a:lnTo>
                <a:close/>
              </a:path>
            </a:pathLst>
          </a:custGeom>
          <a:solidFill xmlns:a="http://schemas.openxmlformats.org/drawingml/2006/main">
            <a:srgbClr val="ED4D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6050" tIns="43025" rIns="86050" bIns="430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</a:p>
        </p:txBody>
      </p:sp>
      <p:sp>
        <p:nvSpPr>
          <p:cNvPr id="2481" name="sanitized-shape-1813">
            <a:extLst xmlns:a="http://schemas.openxmlformats.org/drawingml/2006/main">
              <a:ext uri="{FF2B5EF4-FFF2-40B4-BE49-F238E27FC236}">
                <a16:creationId xmlns:a16="http://schemas.microsoft.com/office/drawing/2014/main" id="{6802A407-FC00-4C25-ABEC-22E9D608D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0361" y="2305242"/>
            <a:ext cx="76264" cy="258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4D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6050" tIns="43025" rIns="86050" bIns="430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</a:p>
        </p:txBody>
      </p:sp>
      <p:sp>
        <p:nvSpPr>
          <p:cNvPr id="2482" name="sanitized-shape-1814">
            <a:extLst xmlns:a="http://schemas.openxmlformats.org/drawingml/2006/main">
              <a:ext uri="{FF2B5EF4-FFF2-40B4-BE49-F238E27FC236}">
                <a16:creationId xmlns:a16="http://schemas.microsoft.com/office/drawing/2014/main" id="{583D811B-729F-4E2A-85A6-6569C40BA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65122" y="2131953"/>
            <a:ext cx="61904" cy="72113"/>
          </a:xfrm>
          <a:custGeom xmlns:a="http://schemas.openxmlformats.org/drawingml/2006/main">
            <a:rect l="l" t="t" r="r" b="b"/>
            <a:pathLst>
              <a:path w="52" h="67">
                <a:moveTo>
                  <a:pt x="52" y="55"/>
                </a:moveTo>
                <a:lnTo>
                  <a:pt x="19" y="0"/>
                </a:lnTo>
                <a:lnTo>
                  <a:pt x="0" y="12"/>
                </a:lnTo>
                <a:lnTo>
                  <a:pt x="30" y="67"/>
                </a:lnTo>
                <a:lnTo>
                  <a:pt x="52" y="55"/>
                </a:lnTo>
                <a:close/>
              </a:path>
            </a:pathLst>
          </a:custGeom>
          <a:solidFill xmlns:a="http://schemas.openxmlformats.org/drawingml/2006/main">
            <a:srgbClr val="ED4D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6050" tIns="43025" rIns="86050" bIns="430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</a:p>
        </p:txBody>
      </p:sp>
      <p:sp>
        <p:nvSpPr>
          <p:cNvPr id="2483" name="sanitized-shape-1815">
            <a:extLst xmlns:a="http://schemas.openxmlformats.org/drawingml/2006/main">
              <a:ext uri="{FF2B5EF4-FFF2-40B4-BE49-F238E27FC236}">
                <a16:creationId xmlns:a16="http://schemas.microsoft.com/office/drawing/2014/main" id="{0279BA7E-BDA7-4073-966B-E5F0F1108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53216" y="2131953"/>
            <a:ext cx="61904" cy="72113"/>
          </a:xfrm>
          <a:custGeom xmlns:a="http://schemas.openxmlformats.org/drawingml/2006/main">
            <a:rect l="l" t="t" r="r" b="b"/>
            <a:pathLst>
              <a:path w="52" h="67">
                <a:moveTo>
                  <a:pt x="52" y="12"/>
                </a:moveTo>
                <a:lnTo>
                  <a:pt x="31" y="0"/>
                </a:lnTo>
                <a:lnTo>
                  <a:pt x="0" y="55"/>
                </a:lnTo>
                <a:lnTo>
                  <a:pt x="21" y="67"/>
                </a:lnTo>
                <a:lnTo>
                  <a:pt x="52" y="12"/>
                </a:lnTo>
                <a:close/>
              </a:path>
            </a:pathLst>
          </a:custGeom>
          <a:solidFill xmlns:a="http://schemas.openxmlformats.org/drawingml/2006/main">
            <a:srgbClr val="ED4D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6050" tIns="43025" rIns="86050" bIns="430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</a:p>
        </p:txBody>
      </p:sp>
      <p:sp>
        <p:nvSpPr>
          <p:cNvPr id="2484" name="sanitized-shape-1816">
            <a:extLst xmlns:a="http://schemas.openxmlformats.org/drawingml/2006/main">
              <a:ext uri="{FF2B5EF4-FFF2-40B4-BE49-F238E27FC236}">
                <a16:creationId xmlns:a16="http://schemas.microsoft.com/office/drawing/2014/main" id="{BE80F418-148F-4016-AADC-74CB9C16F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86551" y="2204067"/>
            <a:ext cx="78570" cy="55968"/>
          </a:xfrm>
          <a:custGeom xmlns:a="http://schemas.openxmlformats.org/drawingml/2006/main">
            <a:rect l="l" t="t" r="r" b="b"/>
            <a:pathLst>
              <a:path w="66" h="52">
                <a:moveTo>
                  <a:pt x="0" y="18"/>
                </a:moveTo>
                <a:lnTo>
                  <a:pt x="54" y="52"/>
                </a:lnTo>
                <a:lnTo>
                  <a:pt x="66" y="30"/>
                </a:lnTo>
                <a:lnTo>
                  <a:pt x="11" y="0"/>
                </a:lnTo>
                <a:lnTo>
                  <a:pt x="0" y="18"/>
                </a:lnTo>
                <a:close/>
              </a:path>
            </a:pathLst>
          </a:custGeom>
          <a:solidFill xmlns:a="http://schemas.openxmlformats.org/drawingml/2006/main">
            <a:srgbClr val="ED4D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6050" tIns="43025" rIns="86050" bIns="430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</a:p>
        </p:txBody>
      </p:sp>
      <p:sp>
        <p:nvSpPr>
          <p:cNvPr id="2485" name="sanitized-shape-1817">
            <a:extLst xmlns:a="http://schemas.openxmlformats.org/drawingml/2006/main">
              <a:ext uri="{FF2B5EF4-FFF2-40B4-BE49-F238E27FC236}">
                <a16:creationId xmlns:a16="http://schemas.microsoft.com/office/drawing/2014/main" id="{54CCB445-2408-4D84-B3EB-09E059660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67503" y="2211601"/>
            <a:ext cx="245235" cy="317515"/>
          </a:xfrm>
          <a:custGeom xmlns:a="http://schemas.openxmlformats.org/drawingml/2006/main">
            <a:rect l="l" t="t" r="r" b="b"/>
            <a:pathLst>
              <a:path w="87" h="125">
                <a:moveTo>
                  <a:pt x="43" y="0"/>
                </a:moveTo>
                <a:cubicBezTo>
                  <a:pt x="32" y="0"/>
                  <a:pt x="21" y="5"/>
                  <a:pt x="13" y="13"/>
                </a:cubicBezTo>
                <a:cubicBezTo>
                  <a:pt x="5" y="20"/>
                  <a:pt x="0" y="31"/>
                  <a:pt x="0" y="43"/>
                </a:cubicBezTo>
                <a:cubicBezTo>
                  <a:pt x="0" y="51"/>
                  <a:pt x="3" y="59"/>
                  <a:pt x="7" y="66"/>
                </a:cubicBezTo>
                <a:cubicBezTo>
                  <a:pt x="10" y="71"/>
                  <a:pt x="15" y="77"/>
                  <a:pt x="21" y="80"/>
                </a:cubicBezTo>
                <a:cubicBezTo>
                  <a:pt x="21" y="88"/>
                  <a:pt x="21" y="88"/>
                  <a:pt x="21" y="88"/>
                </a:cubicBezTo>
                <a:cubicBezTo>
                  <a:pt x="19" y="88"/>
                  <a:pt x="19" y="88"/>
                  <a:pt x="19" y="88"/>
                </a:cubicBezTo>
                <a:cubicBezTo>
                  <a:pt x="17" y="88"/>
                  <a:pt x="17" y="88"/>
                  <a:pt x="17" y="88"/>
                </a:cubicBezTo>
                <a:cubicBezTo>
                  <a:pt x="16" y="91"/>
                  <a:pt x="16" y="91"/>
                  <a:pt x="16" y="91"/>
                </a:cubicBezTo>
                <a:cubicBezTo>
                  <a:pt x="14" y="94"/>
                  <a:pt x="14" y="96"/>
                  <a:pt x="14" y="99"/>
                </a:cubicBezTo>
                <a:cubicBezTo>
                  <a:pt x="14" y="101"/>
                  <a:pt x="15" y="103"/>
                  <a:pt x="15" y="105"/>
                </a:cubicBezTo>
                <a:cubicBezTo>
                  <a:pt x="16" y="106"/>
                  <a:pt x="16" y="106"/>
                  <a:pt x="16" y="106"/>
                </a:cubicBezTo>
                <a:cubicBezTo>
                  <a:pt x="16" y="107"/>
                  <a:pt x="16" y="107"/>
                  <a:pt x="16" y="107"/>
                </a:cubicBezTo>
                <a:cubicBezTo>
                  <a:pt x="14" y="110"/>
                  <a:pt x="14" y="112"/>
                  <a:pt x="14" y="115"/>
                </a:cubicBezTo>
                <a:cubicBezTo>
                  <a:pt x="14" y="117"/>
                  <a:pt x="15" y="119"/>
                  <a:pt x="15" y="121"/>
                </a:cubicBezTo>
                <a:cubicBezTo>
                  <a:pt x="17" y="125"/>
                  <a:pt x="17" y="125"/>
                  <a:pt x="17" y="125"/>
                </a:cubicBezTo>
                <a:cubicBezTo>
                  <a:pt x="20" y="124"/>
                  <a:pt x="20" y="124"/>
                  <a:pt x="20" y="124"/>
                </a:cubicBezTo>
                <a:cubicBezTo>
                  <a:pt x="69" y="120"/>
                  <a:pt x="69" y="120"/>
                  <a:pt x="69" y="120"/>
                </a:cubicBezTo>
                <a:cubicBezTo>
                  <a:pt x="72" y="120"/>
                  <a:pt x="72" y="120"/>
                  <a:pt x="72" y="120"/>
                </a:cubicBezTo>
                <a:cubicBezTo>
                  <a:pt x="73" y="117"/>
                  <a:pt x="73" y="117"/>
                  <a:pt x="73" y="117"/>
                </a:cubicBezTo>
                <a:cubicBezTo>
                  <a:pt x="74" y="115"/>
                  <a:pt x="74" y="113"/>
                  <a:pt x="74" y="110"/>
                </a:cubicBezTo>
                <a:cubicBezTo>
                  <a:pt x="74" y="108"/>
                  <a:pt x="74" y="105"/>
                  <a:pt x="73" y="103"/>
                </a:cubicBezTo>
                <a:cubicBezTo>
                  <a:pt x="72" y="102"/>
                  <a:pt x="72" y="102"/>
                  <a:pt x="72" y="102"/>
                </a:cubicBezTo>
                <a:cubicBezTo>
                  <a:pt x="73" y="101"/>
                  <a:pt x="73" y="101"/>
                  <a:pt x="73" y="101"/>
                </a:cubicBezTo>
                <a:cubicBezTo>
                  <a:pt x="74" y="99"/>
                  <a:pt x="74" y="96"/>
                  <a:pt x="74" y="94"/>
                </a:cubicBezTo>
                <a:cubicBezTo>
                  <a:pt x="74" y="92"/>
                  <a:pt x="74" y="89"/>
                  <a:pt x="73" y="87"/>
                </a:cubicBezTo>
                <a:cubicBezTo>
                  <a:pt x="71" y="84"/>
                  <a:pt x="71" y="84"/>
                  <a:pt x="71" y="84"/>
                </a:cubicBezTo>
                <a:cubicBezTo>
                  <a:pt x="68" y="84"/>
                  <a:pt x="68" y="84"/>
                  <a:pt x="68" y="84"/>
                </a:cubicBezTo>
                <a:cubicBezTo>
                  <a:pt x="67" y="84"/>
                  <a:pt x="67" y="84"/>
                  <a:pt x="67" y="84"/>
                </a:cubicBezTo>
                <a:cubicBezTo>
                  <a:pt x="67" y="80"/>
                  <a:pt x="67" y="80"/>
                  <a:pt x="67" y="80"/>
                </a:cubicBezTo>
                <a:cubicBezTo>
                  <a:pt x="72" y="76"/>
                  <a:pt x="77" y="71"/>
                  <a:pt x="81" y="65"/>
                </a:cubicBezTo>
                <a:cubicBezTo>
                  <a:pt x="84" y="59"/>
                  <a:pt x="87" y="51"/>
                  <a:pt x="87" y="43"/>
                </a:cubicBezTo>
                <a:cubicBezTo>
                  <a:pt x="87" y="31"/>
                  <a:pt x="82" y="20"/>
                  <a:pt x="74" y="13"/>
                </a:cubicBezTo>
                <a:cubicBezTo>
                  <a:pt x="67" y="5"/>
                  <a:pt x="54" y="0"/>
                  <a:pt x="43" y="0"/>
                </a:cubicBezTo>
                <a:close/>
                <a:moveTo>
                  <a:pt x="65" y="111"/>
                </a:moveTo>
                <a:cubicBezTo>
                  <a:pt x="23" y="115"/>
                  <a:pt x="23" y="115"/>
                  <a:pt x="23" y="115"/>
                </a:cubicBezTo>
                <a:cubicBezTo>
                  <a:pt x="23" y="115"/>
                  <a:pt x="23" y="115"/>
                  <a:pt x="23" y="114"/>
                </a:cubicBezTo>
                <a:cubicBezTo>
                  <a:pt x="23" y="114"/>
                  <a:pt x="23" y="113"/>
                  <a:pt x="23" y="113"/>
                </a:cubicBezTo>
                <a:cubicBezTo>
                  <a:pt x="65" y="109"/>
                  <a:pt x="65" y="109"/>
                  <a:pt x="65" y="109"/>
                </a:cubicBezTo>
                <a:cubicBezTo>
                  <a:pt x="65" y="110"/>
                  <a:pt x="65" y="110"/>
                  <a:pt x="65" y="110"/>
                </a:cubicBezTo>
                <a:cubicBezTo>
                  <a:pt x="65" y="110"/>
                  <a:pt x="65" y="111"/>
                  <a:pt x="65" y="111"/>
                </a:cubicBezTo>
                <a:close/>
                <a:moveTo>
                  <a:pt x="65" y="95"/>
                </a:moveTo>
                <a:cubicBezTo>
                  <a:pt x="23" y="99"/>
                  <a:pt x="23" y="99"/>
                  <a:pt x="23" y="99"/>
                </a:cubicBezTo>
                <a:cubicBezTo>
                  <a:pt x="23" y="99"/>
                  <a:pt x="23" y="98"/>
                  <a:pt x="23" y="98"/>
                </a:cubicBezTo>
                <a:cubicBezTo>
                  <a:pt x="23" y="98"/>
                  <a:pt x="23" y="97"/>
                  <a:pt x="23" y="97"/>
                </a:cubicBezTo>
                <a:cubicBezTo>
                  <a:pt x="65" y="93"/>
                  <a:pt x="65" y="93"/>
                  <a:pt x="65" y="93"/>
                </a:cubicBezTo>
                <a:cubicBezTo>
                  <a:pt x="65" y="93"/>
                  <a:pt x="65" y="94"/>
                  <a:pt x="65" y="94"/>
                </a:cubicBezTo>
                <a:cubicBezTo>
                  <a:pt x="65" y="94"/>
                  <a:pt x="65" y="95"/>
                  <a:pt x="65" y="95"/>
                </a:cubicBezTo>
                <a:close/>
                <a:moveTo>
                  <a:pt x="43" y="75"/>
                </a:moveTo>
                <a:cubicBezTo>
                  <a:pt x="25" y="75"/>
                  <a:pt x="11" y="61"/>
                  <a:pt x="11" y="43"/>
                </a:cubicBezTo>
                <a:cubicBezTo>
                  <a:pt x="11" y="25"/>
                  <a:pt x="25" y="11"/>
                  <a:pt x="43" y="11"/>
                </a:cubicBezTo>
                <a:cubicBezTo>
                  <a:pt x="61" y="11"/>
                  <a:pt x="76" y="25"/>
                  <a:pt x="76" y="43"/>
                </a:cubicBezTo>
                <a:cubicBezTo>
                  <a:pt x="76" y="61"/>
                  <a:pt x="61" y="75"/>
                  <a:pt x="43" y="75"/>
                </a:cubicBezTo>
                <a:close/>
              </a:path>
            </a:pathLst>
          </a:custGeom>
          <a:solidFill xmlns:a="http://schemas.openxmlformats.org/drawingml/2006/main">
            <a:srgbClr val="ED4D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6050" tIns="43025" rIns="86050" bIns="430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</a:p>
        </p:txBody>
      </p:sp>
      <p:sp>
        <p:nvSpPr>
          <p:cNvPr id="2486" name="sanitized-shape-1818">
            <a:extLst xmlns:a="http://schemas.openxmlformats.org/drawingml/2006/main">
              <a:ext uri="{FF2B5EF4-FFF2-40B4-BE49-F238E27FC236}">
                <a16:creationId xmlns:a16="http://schemas.microsoft.com/office/drawing/2014/main" id="{C4F3FB65-1569-4187-886F-8723A868A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7978" y="2534499"/>
            <a:ext cx="66666" cy="32289"/>
          </a:xfrm>
          <a:custGeom xmlns:a="http://schemas.openxmlformats.org/drawingml/2006/main">
            <a:rect l="l" t="t" r="r" b="b"/>
            <a:pathLst>
              <a:path w="24" h="13">
                <a:moveTo>
                  <a:pt x="0" y="3"/>
                </a:moveTo>
                <a:cubicBezTo>
                  <a:pt x="0" y="9"/>
                  <a:pt x="6" y="13"/>
                  <a:pt x="12" y="13"/>
                </a:cubicBezTo>
                <a:cubicBezTo>
                  <a:pt x="19" y="13"/>
                  <a:pt x="24" y="8"/>
                  <a:pt x="24" y="1"/>
                </a:cubicBezTo>
                <a:cubicBezTo>
                  <a:pt x="24" y="1"/>
                  <a:pt x="24" y="1"/>
                  <a:pt x="24" y="0"/>
                </a:cubicBezTo>
                <a:lnTo>
                  <a:pt x="0" y="3"/>
                </a:lnTo>
                <a:close/>
              </a:path>
            </a:pathLst>
          </a:custGeom>
          <a:solidFill xmlns:a="http://schemas.openxmlformats.org/drawingml/2006/main">
            <a:srgbClr val="ED4D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6050" tIns="43025" rIns="86050" bIns="430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</a:p>
        </p:txBody>
      </p:sp>
      <p:sp>
        <p:nvSpPr>
          <p:cNvPr id="2487" name="sanitized-shape-1819">
            <a:extLst xmlns:a="http://schemas.openxmlformats.org/drawingml/2006/main">
              <a:ext uri="{FF2B5EF4-FFF2-40B4-BE49-F238E27FC236}">
                <a16:creationId xmlns:a16="http://schemas.microsoft.com/office/drawing/2014/main" id="{7B60C7E6-5CA3-4B42-A32F-C3E73B9EB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0119" y="2305242"/>
            <a:ext cx="76264" cy="258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4D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6050" tIns="43025" rIns="86050" bIns="430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</a:p>
        </p:txBody>
      </p:sp>
      <p:sp>
        <p:nvSpPr>
          <p:cNvPr id="2488" name="sanitized-shape-1820">
            <a:extLst xmlns:a="http://schemas.openxmlformats.org/drawingml/2006/main">
              <a:ext uri="{FF2B5EF4-FFF2-40B4-BE49-F238E27FC236}">
                <a16:creationId xmlns:a16="http://schemas.microsoft.com/office/drawing/2014/main" id="{8DE97554-5D82-4BF3-802C-88B2C2CBC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573" y="3973706"/>
            <a:ext cx="1524900" cy="3651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3025" tIns="43025" rIns="43025" bIns="430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100" b="1"/>
              <a:t/>
            </a:r>
          </a:p>
        </p:txBody>
      </p:sp>
      <p:sp>
        <p:nvSpPr>
          <p:cNvPr id="2489" name="sanitized-shape-1821">
            <a:extLst xmlns:a="http://schemas.openxmlformats.org/drawingml/2006/main">
              <a:ext uri="{FF2B5EF4-FFF2-40B4-BE49-F238E27FC236}">
                <a16:creationId xmlns:a16="http://schemas.microsoft.com/office/drawing/2014/main" id="{6B1F3736-7C09-4273-80E5-81183F56D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932457" y="3733474"/>
            <a:ext cx="359100" cy="144900"/>
          </a:xfrm>
          <a:prstGeom xmlns:a="http://schemas.openxmlformats.org/drawingml/2006/main" prst="triangle">
            <a:avLst>
              <a:gd name="adj" fmla="val 50000"/>
            </a:avLst>
          </a:prstGeom>
          <a:solidFill xmlns:a="http://schemas.openxmlformats.org/drawingml/2006/main">
            <a:srgbClr val="ED4D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6050" tIns="43025" rIns="86050" bIns="430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</a:p>
        </p:txBody>
      </p:sp>
      <p:sp>
        <p:nvSpPr>
          <p:cNvPr id="2490" name="sanitized-shape-1822">
            <a:extLst xmlns:a="http://schemas.openxmlformats.org/drawingml/2006/main">
              <a:ext uri="{FF2B5EF4-FFF2-40B4-BE49-F238E27FC236}">
                <a16:creationId xmlns:a16="http://schemas.microsoft.com/office/drawing/2014/main" id="{D6EAE6CC-BBD3-4C78-9B34-3B5E3B39F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586" y="4600187"/>
            <a:ext cx="1524900" cy="4107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3025" tIns="43025" rIns="43025" bIns="430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100" b="1"/>
              <a:t/>
            </a:r>
          </a:p>
        </p:txBody>
      </p:sp>
      <p:sp>
        <p:nvSpPr>
          <p:cNvPr id="2491" name="sanitized-shape-1823">
            <a:extLst xmlns:a="http://schemas.openxmlformats.org/drawingml/2006/main">
              <a:ext uri="{FF2B5EF4-FFF2-40B4-BE49-F238E27FC236}">
                <a16:creationId xmlns:a16="http://schemas.microsoft.com/office/drawing/2014/main" id="{CF6FDDAE-03E4-432C-B051-28D0525AC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0950" y="1071535"/>
            <a:ext cx="1699500" cy="28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4D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11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2492" name="sanitized-shape-1824">
            <a:extLst xmlns:a="http://schemas.openxmlformats.org/drawingml/2006/main">
              <a:ext uri="{FF2B5EF4-FFF2-40B4-BE49-F238E27FC236}">
                <a16:creationId xmlns:a16="http://schemas.microsoft.com/office/drawing/2014/main" id="{474914F1-8C79-432F-A102-719146FDA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726" y="1071528"/>
            <a:ext cx="1560000" cy="28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4D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11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493" name="sanitized-shape-1825">
            <a:extLst xmlns:a="http://schemas.openxmlformats.org/drawingml/2006/main">
              <a:ext uri="{FF2B5EF4-FFF2-40B4-BE49-F238E27FC236}">
                <a16:creationId xmlns:a16="http://schemas.microsoft.com/office/drawing/2014/main" id="{82011ADA-EC9A-4FD3-B7A1-0537E6DF6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5985" y="1424935"/>
            <a:ext cx="1699500" cy="23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000000"/>
                </a:solidFill>
              </a:rPr>
              <a:t/>
            </a:r>
          </a:p>
        </p:txBody>
      </p:sp>
      <p:sp>
        <p:nvSpPr>
          <p:cNvPr id="2494" name="sanitized-shape-1826">
            <a:extLst xmlns:a="http://schemas.openxmlformats.org/drawingml/2006/main">
              <a:ext uri="{FF2B5EF4-FFF2-40B4-BE49-F238E27FC236}">
                <a16:creationId xmlns:a16="http://schemas.microsoft.com/office/drawing/2014/main" id="{4D7E3F17-3EB3-42E1-B143-B40C5E9DA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8739" y="3133252"/>
            <a:ext cx="1699500" cy="23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000000"/>
                </a:solidFill>
              </a:rPr>
              <a:t/>
            </a:r>
          </a:p>
        </p:txBody>
      </p:sp>
      <p:sp>
        <p:nvSpPr>
          <p:cNvPr id="2495" name="sanitized-shape-1827">
            <a:extLst xmlns:a="http://schemas.openxmlformats.org/drawingml/2006/main">
              <a:ext uri="{FF2B5EF4-FFF2-40B4-BE49-F238E27FC236}">
                <a16:creationId xmlns:a16="http://schemas.microsoft.com/office/drawing/2014/main" id="{2A72BD3C-ADC6-4498-A767-7FB03279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1322" y="4832253"/>
            <a:ext cx="1699500" cy="23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/>
              <a:t/>
            </a:r>
          </a:p>
        </p:txBody>
      </p:sp>
      <p:sp>
        <p:nvSpPr>
          <p:cNvPr id="2496" name="sanitized-shape-1828">
            <a:extLst xmlns:a="http://schemas.openxmlformats.org/drawingml/2006/main">
              <a:ext uri="{FF2B5EF4-FFF2-40B4-BE49-F238E27FC236}">
                <a16:creationId xmlns:a16="http://schemas.microsoft.com/office/drawing/2014/main" id="{AC058651-C7C3-4B9E-910B-EB1DC824B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396" y="1070035"/>
            <a:ext cx="4634700" cy="28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4D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11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2497" name="sanitized-shape-1829">
            <a:extLst xmlns:a="http://schemas.openxmlformats.org/drawingml/2006/main">
              <a:ext uri="{FF2B5EF4-FFF2-40B4-BE49-F238E27FC236}">
                <a16:creationId xmlns:a16="http://schemas.microsoft.com/office/drawing/2014/main" id="{EEAAD02D-AAB4-4BBD-A2F2-B886B2103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8630" y="1931067"/>
            <a:ext cx="2361300" cy="10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6050" tIns="86050" rIns="86050" bIns="8605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ED5638"/>
                </a:solidFill>
              </a:rPr>
              <a:t/>
            </a:r>
          </a:p>
        </p:txBody>
      </p:sp>
      <p:cxnSp>
        <p:nvCxnSpPr>
          <p:cNvPr id="2625" name="sanitized-shape-1830"/>
          <p:cNvCxnSpPr/>
          <p:nvPr/>
        </p:nvCxnSpPr>
        <p:spPr>
          <a:xfrm xmlns:a="http://schemas.openxmlformats.org/drawingml/2006/main">
            <a:off x="4444155" y="1835827"/>
            <a:ext cx="4833600" cy="171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808080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499" name="sanitized-shape-1831">
            <a:extLst xmlns:a="http://schemas.openxmlformats.org/drawingml/2006/main">
              <a:ext uri="{FF2B5EF4-FFF2-40B4-BE49-F238E27FC236}">
                <a16:creationId xmlns:a16="http://schemas.microsoft.com/office/drawing/2014/main" id="{EF3CF2D5-4413-48CA-9B9D-45E9F1212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0125" y="1931067"/>
            <a:ext cx="2361300" cy="10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6050" tIns="86050" rIns="86050" bIns="8605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ED5638"/>
                </a:solidFill>
              </a:rPr>
              <a:t/>
            </a:r>
          </a:p>
        </p:txBody>
      </p:sp>
      <p:sp>
        <p:nvSpPr>
          <p:cNvPr id="2500" name="sanitized-shape-1832">
            <a:extLst xmlns:a="http://schemas.openxmlformats.org/drawingml/2006/main">
              <a:ext uri="{FF2B5EF4-FFF2-40B4-BE49-F238E27FC236}">
                <a16:creationId xmlns:a16="http://schemas.microsoft.com/office/drawing/2014/main" id="{5105847A-7784-403A-A54B-72842E63F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725" y="323800"/>
            <a:ext cx="12018600" cy="35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0" rIns="6855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sz="1500" b="1">
                <a:solidFill>
                  <a:schemeClr val="dk1"/>
                </a:solidFill>
              </a:rPr>
              <a:t/>
            </a:r>
          </a:p>
        </p:txBody>
      </p:sp>
      <p:sp>
        <p:nvSpPr>
          <p:cNvPr id="2501" name="sanitized-shape-1833">
            <a:extLst xmlns:a="http://schemas.openxmlformats.org/drawingml/2006/main">
              <a:ext uri="{FF2B5EF4-FFF2-40B4-BE49-F238E27FC236}">
                <a16:creationId xmlns:a16="http://schemas.microsoft.com/office/drawing/2014/main" id="{8EB8D1B5-0EF8-4733-BE9C-3316AE8834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2" y="103858"/>
            <a:ext cx="11097600" cy="21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0" rIns="6855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82000"/>
              </a:lnSpc>
              <a:spcBef>
                <a:spcPts val="0"/>
              </a:spcBef>
              <a:spcAft>
                <a:spcPts val="50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sz="1500">
                <a:solidFill>
                  <a:srgbClr val="EE4D2D"/>
                </a:solidFill>
              </a:rPr>
              <a:t/>
            </a:r>
          </a:p>
        </p:txBody>
      </p:sp>
      <p:sp>
        <p:nvSpPr>
          <p:cNvPr id="2502" name="sanitized-shape-1834">
            <a:extLst xmlns:a="http://schemas.openxmlformats.org/drawingml/2006/main">
              <a:ext uri="{FF2B5EF4-FFF2-40B4-BE49-F238E27FC236}">
                <a16:creationId xmlns:a16="http://schemas.microsoft.com/office/drawing/2014/main" id="{CC489DE9-F00C-44E0-A63B-AD32EC241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2050" y="1640327"/>
            <a:ext cx="1699500" cy="133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6050" tIns="86050" rIns="86050" bIns="8605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/>
              <a:t/>
            </a:r>
          </a:p>
        </p:txBody>
      </p:sp>
      <p:sp>
        <p:nvSpPr>
          <p:cNvPr id="2503" name="sanitized-shape-1835">
            <a:extLst xmlns:a="http://schemas.openxmlformats.org/drawingml/2006/main">
              <a:ext uri="{FF2B5EF4-FFF2-40B4-BE49-F238E27FC236}">
                <a16:creationId xmlns:a16="http://schemas.microsoft.com/office/drawing/2014/main" id="{140C4E87-C183-43CC-9637-BAECD948D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8630" y="3289267"/>
            <a:ext cx="2361300" cy="123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6050" tIns="86050" rIns="86050" bIns="8605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ED5638"/>
                </a:solidFill>
              </a:rPr>
              <a:t/>
            </a:r>
          </a:p>
        </p:txBody>
      </p:sp>
      <p:sp>
        <p:nvSpPr>
          <p:cNvPr id="2504" name="sanitized-shape-1836">
            <a:extLst xmlns:a="http://schemas.openxmlformats.org/drawingml/2006/main">
              <a:ext uri="{FF2B5EF4-FFF2-40B4-BE49-F238E27FC236}">
                <a16:creationId xmlns:a16="http://schemas.microsoft.com/office/drawing/2014/main" id="{B5AB4DAD-7769-476C-B1DD-6C07AD659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8630" y="4832267"/>
            <a:ext cx="2361300" cy="98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6050" tIns="86050" rIns="86050" bIns="8605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ED5638"/>
                </a:solidFill>
              </a:rPr>
              <a:t/>
            </a:r>
          </a:p>
        </p:txBody>
      </p:sp>
      <p:sp>
        <p:nvSpPr>
          <p:cNvPr id="2505" name="sanitized-shape-1837">
            <a:extLst xmlns:a="http://schemas.openxmlformats.org/drawingml/2006/main">
              <a:ext uri="{FF2B5EF4-FFF2-40B4-BE49-F238E27FC236}">
                <a16:creationId xmlns:a16="http://schemas.microsoft.com/office/drawing/2014/main" id="{EE8AD1A7-BFC2-451F-BBF2-091344573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0125" y="3289267"/>
            <a:ext cx="2361300" cy="10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6050" tIns="86050" rIns="86050" bIns="8605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sz="1100" b="1">
                <a:solidFill>
                  <a:srgbClr val="ED5638"/>
                </a:solidFill>
              </a:rPr>
              <a:t/>
            </a:r>
          </a:p>
        </p:txBody>
      </p:sp>
      <p:sp>
        <p:nvSpPr>
          <p:cNvPr id="2506" name="sanitized-shape-1838">
            <a:extLst xmlns:a="http://schemas.openxmlformats.org/drawingml/2006/main">
              <a:ext uri="{FF2B5EF4-FFF2-40B4-BE49-F238E27FC236}">
                <a16:creationId xmlns:a16="http://schemas.microsoft.com/office/drawing/2014/main" id="{E7967F43-A418-4357-955A-937DC77C9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0125" y="4832267"/>
            <a:ext cx="2361300" cy="767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6050" tIns="86050" rIns="86050" bIns="8605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sz="1100" b="1">
                <a:solidFill>
                  <a:srgbClr val="ED5638"/>
                </a:solidFill>
              </a:rPr>
              <a:t/>
            </a:r>
          </a:p>
        </p:txBody>
      </p:sp>
      <p:cxnSp>
        <p:nvCxnSpPr>
          <p:cNvPr id="2634" name="sanitized-shape-1839"/>
          <p:cNvCxnSpPr/>
          <p:nvPr/>
        </p:nvCxnSpPr>
        <p:spPr>
          <a:xfrm xmlns:a="http://schemas.openxmlformats.org/drawingml/2006/main">
            <a:off x="4444155" y="3125553"/>
            <a:ext cx="2291400" cy="45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80808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635" name="sanitized-shape-1840"/>
          <p:cNvCxnSpPr/>
          <p:nvPr/>
        </p:nvCxnSpPr>
        <p:spPr>
          <a:xfrm xmlns:a="http://schemas.openxmlformats.org/drawingml/2006/main">
            <a:off x="4444155" y="4676753"/>
            <a:ext cx="2291400" cy="9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80808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636" name="sanitized-shape-1841"/>
          <p:cNvCxnSpPr/>
          <p:nvPr/>
        </p:nvCxnSpPr>
        <p:spPr>
          <a:xfrm xmlns:a="http://schemas.openxmlformats.org/drawingml/2006/main" rot="10800000" flipH="1">
            <a:off x="6988318" y="3125553"/>
            <a:ext cx="2289300" cy="48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80808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637" name="sanitized-shape-1842"/>
          <p:cNvCxnSpPr/>
          <p:nvPr/>
        </p:nvCxnSpPr>
        <p:spPr>
          <a:xfrm xmlns:a="http://schemas.openxmlformats.org/drawingml/2006/main">
            <a:off x="6986319" y="4676753"/>
            <a:ext cx="2291400" cy="9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808080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511" name="sanitized-shape-1843">
            <a:extLst xmlns:a="http://schemas.openxmlformats.org/drawingml/2006/main">
              <a:ext uri="{FF2B5EF4-FFF2-40B4-BE49-F238E27FC236}">
                <a16:creationId xmlns:a16="http://schemas.microsoft.com/office/drawing/2014/main" id="{D44D3529-E37B-4B4C-890B-683408F57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494" y="2843367"/>
            <a:ext cx="1675500" cy="83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200" b="1">
                <a:solidFill>
                  <a:srgbClr val="ED5638"/>
                </a:solidFill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84281301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16" name="sanitized-shape-1844">
            <a:extLst xmlns:a="http://schemas.openxmlformats.org/drawingml/2006/main">
              <a:ext uri="{FF2B5EF4-FFF2-40B4-BE49-F238E27FC236}">
                <a16:creationId xmlns:a16="http://schemas.microsoft.com/office/drawing/2014/main" id="{05DDEF58-EC52-41AE-BDCC-793C6AA067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3625" y="133800"/>
            <a:ext cx="11082600" cy="486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68550" tIns="68550" rIns="68550" bIns="6855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517" name="sanitized-shape-1845">
            <a:extLst xmlns:a="http://schemas.openxmlformats.org/drawingml/2006/main">
              <a:ext uri="{FF2B5EF4-FFF2-40B4-BE49-F238E27FC236}">
                <a16:creationId xmlns:a16="http://schemas.microsoft.com/office/drawing/2014/main" id="{4C8EEAD2-6CA4-4812-AA2A-F7EF31BC8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9991" y="6372775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rPr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/>
            </a:fld>
          </a:p>
        </p:txBody>
      </p:sp>
      <p:graphicFrame>
        <p:nvGraphicFramePr>
          <p:cNvPr id="2521" name="sanitized-table-19"/>
          <p:cNvGraphicFramePr/>
          <p:nvPr/>
        </p:nvGraphicFramePr>
        <p:xfrm>
          <a:off xmlns:a="http://schemas.openxmlformats.org/drawingml/2006/main" x="344147" y="909348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{80D8D8A9-949E-4B8C-BB15-63F78EA36203}</a:tableStyleId>
              </a:tblPr>
              <a:tblGrid>
                <a:gridCol w="739925"/>
                <a:gridCol w="1701800"/>
                <a:gridCol w="8934400"/>
              </a:tblGrid>
              <a:tr h="526225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/>
                        <a:t/>
                      </a:r>
                    </a:p>
                  </a:txBody>
                  <a:tcPr marL="121875" marR="121875" marT="121900" marB="121900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/>
                        <a:t/>
                      </a:r>
                    </a:p>
                  </a:txBody>
                  <a:tcPr marL="121875" marR="121875" marT="121900" marB="121900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/>
                        <a:t/>
                      </a:r>
                    </a:p>
                  </a:txBody>
                  <a:tcPr marL="121875" marR="121875" marT="121900" marB="121900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33325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/>
                        <a:t/>
                      </a:r>
                    </a:p>
                  </a:txBody>
                  <a:tcPr marL="121875" marR="121875" marT="121900" marB="121900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sz="1500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121875" marR="121875" marT="121900" marB="121900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32385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AutoNum type="arabicPeriod"/>
                      </a:pPr>
                      <a:r>
                        <a:rPr sz="1500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121875" marR="121875" marT="121900" marB="121900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2649775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/>
                        <a:t/>
                      </a:r>
                    </a:p>
                  </a:txBody>
                  <a:tcPr marL="121875" marR="121875" marT="121900" marB="121900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sz="1500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121875" marR="121875" marT="121900" marB="121900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sz="1500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121875" marR="121875" marT="121900" marB="121900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943250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/>
                        <a:t/>
                      </a:r>
                    </a:p>
                  </a:txBody>
                  <a:tcPr marL="121875" marR="121875" marT="121900" marB="121900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121875" marR="121875" marT="121900" marB="121900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32385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AutoNum type="arabicPeriod"/>
                      </a:pPr>
                      <a:r>
                        <a:rPr sz="1500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121875" marR="121875" marT="121900" marB="121900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1094894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23" name="sanitized-shape-1846">
            <a:extLst xmlns:a="http://schemas.openxmlformats.org/drawingml/2006/main">
              <a:ext uri="{FF2B5EF4-FFF2-40B4-BE49-F238E27FC236}">
                <a16:creationId xmlns:a16="http://schemas.microsoft.com/office/drawing/2014/main" id="{AB6FFBD9-C05E-4AEF-B4B6-2CB093DA1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3898223" y="301875"/>
            <a:ext cx="2394900" cy="957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FE7">
              <a:alpha val="5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524" name="sanitized-shape-1847">
            <a:extLst xmlns:a="http://schemas.openxmlformats.org/drawingml/2006/main">
              <a:ext uri="{FF2B5EF4-FFF2-40B4-BE49-F238E27FC236}">
                <a16:creationId xmlns:a16="http://schemas.microsoft.com/office/drawing/2014/main" id="{C6DC5C6E-6E32-43AF-B493-A44092A1B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3952600" y="-2344325"/>
            <a:ext cx="2279400" cy="958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FE7">
              <a:alpha val="5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525" name="sanitized-shape-1848">
            <a:extLst xmlns:a="http://schemas.openxmlformats.org/drawingml/2006/main">
              <a:ext uri="{FF2B5EF4-FFF2-40B4-BE49-F238E27FC236}">
                <a16:creationId xmlns:a16="http://schemas.microsoft.com/office/drawing/2014/main" id="{878D728E-4D12-4637-AEC5-13C213EEF6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54636" y="119100"/>
            <a:ext cx="11534400" cy="563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38550" tIns="38550" rIns="38550" bIns="3855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rgbClr val="EE4D2D"/>
                </a:solidFill>
              </a:rPr>
              <a:t/>
            </a:r>
          </a:p>
        </p:txBody>
      </p:sp>
      <p:sp>
        <p:nvSpPr>
          <p:cNvPr id="2526" name="sanitized-shape-1849">
            <a:extLst xmlns:a="http://schemas.openxmlformats.org/drawingml/2006/main">
              <a:ext uri="{FF2B5EF4-FFF2-40B4-BE49-F238E27FC236}">
                <a16:creationId xmlns:a16="http://schemas.microsoft.com/office/drawing/2014/main" id="{11F77728-2B8E-4D79-A5A3-28E328BD5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9991" y="635634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rPr sz="1200">
                <a:solidFill>
                  <a:srgbClr val="000000"/>
                </a:solidFill>
              </a:rPr>
              <a:t/>
            </a:fld>
          </a:p>
        </p:txBody>
      </p:sp>
      <p:sp>
        <p:nvSpPr>
          <p:cNvPr id="2527" name="sanitized-shape-1850">
            <a:extLst xmlns:a="http://schemas.openxmlformats.org/drawingml/2006/main">
              <a:ext uri="{FF2B5EF4-FFF2-40B4-BE49-F238E27FC236}">
                <a16:creationId xmlns:a16="http://schemas.microsoft.com/office/drawing/2014/main" id="{1B592E5E-089F-4E42-9588-2AC5CE9D1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9707" y="882389"/>
            <a:ext cx="2238300" cy="24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sz="1200" b="1">
                <a:solidFill>
                  <a:srgbClr val="EA4335"/>
                </a:solidFill>
              </a:rPr>
              <a:t/>
            </a:r>
          </a:p>
        </p:txBody>
      </p:sp>
      <p:sp>
        <p:nvSpPr>
          <p:cNvPr id="2528" name="sanitized-shape-1851">
            <a:extLst xmlns:a="http://schemas.openxmlformats.org/drawingml/2006/main">
              <a:ext uri="{FF2B5EF4-FFF2-40B4-BE49-F238E27FC236}">
                <a16:creationId xmlns:a16="http://schemas.microsoft.com/office/drawing/2014/main" id="{11B0903A-4FD3-47BB-91C0-FA683939F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31" y="1923454"/>
            <a:ext cx="1171800" cy="58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200" b="1">
                <a:solidFill>
                  <a:srgbClr val="ED5638"/>
                </a:solidFill>
              </a:rPr>
              <a:t/>
            </a:r>
          </a:p>
        </p:txBody>
      </p:sp>
      <p:sp>
        <p:nvSpPr>
          <p:cNvPr id="2529" name="sanitized-shape-1852">
            <a:extLst xmlns:a="http://schemas.openxmlformats.org/drawingml/2006/main">
              <a:ext uri="{FF2B5EF4-FFF2-40B4-BE49-F238E27FC236}">
                <a16:creationId xmlns:a16="http://schemas.microsoft.com/office/drawing/2014/main" id="{5884A776-0D75-425A-B814-EDEDC4CD5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59" y="852227"/>
            <a:ext cx="1560000" cy="28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1200" b="1">
                <a:solidFill>
                  <a:srgbClr val="EA4335"/>
                </a:solidFill>
              </a:rPr>
              <a:t/>
            </a:r>
          </a:p>
        </p:txBody>
      </p:sp>
      <p:sp>
        <p:nvSpPr>
          <p:cNvPr id="2530" name="sanitized-shape-1853">
            <a:extLst xmlns:a="http://schemas.openxmlformats.org/drawingml/2006/main">
              <a:ext uri="{FF2B5EF4-FFF2-40B4-BE49-F238E27FC236}">
                <a16:creationId xmlns:a16="http://schemas.microsoft.com/office/drawing/2014/main" id="{B500F1A4-49CB-4FD0-817F-5B250855D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016109" y="2417823"/>
            <a:ext cx="182700" cy="153600"/>
          </a:xfrm>
          <a:prstGeom xmlns:a="http://schemas.openxmlformats.org/drawingml/2006/main" prst="triangle">
            <a:avLst>
              <a:gd name="adj" fmla="val 50000"/>
            </a:avLst>
          </a:prstGeom>
          <a:solidFill xmlns:a="http://schemas.openxmlformats.org/drawingml/2006/main">
            <a:srgbClr val="ED4D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</a:p>
        </p:txBody>
      </p:sp>
      <p:sp>
        <p:nvSpPr>
          <p:cNvPr id="2531" name="sanitized-shape-1854">
            <a:extLst xmlns:a="http://schemas.openxmlformats.org/drawingml/2006/main">
              <a:ext uri="{FF2B5EF4-FFF2-40B4-BE49-F238E27FC236}">
                <a16:creationId xmlns:a16="http://schemas.microsoft.com/office/drawing/2014/main" id="{F2F727D3-EFB5-4EBD-8059-2F04B5218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6032" y="882389"/>
            <a:ext cx="3514500" cy="24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sz="1200" b="1">
                <a:solidFill>
                  <a:srgbClr val="EA4335"/>
                </a:solidFill>
              </a:rPr>
              <a:t/>
            </a:r>
          </a:p>
        </p:txBody>
      </p:sp>
      <p:sp>
        <p:nvSpPr>
          <p:cNvPr id="2532" name="sanitized-shape-1855">
            <a:extLst xmlns:a="http://schemas.openxmlformats.org/drawingml/2006/main">
              <a:ext uri="{FF2B5EF4-FFF2-40B4-BE49-F238E27FC236}">
                <a16:creationId xmlns:a16="http://schemas.microsoft.com/office/drawing/2014/main" id="{D9B9ABC7-5AB1-44F6-B52F-5D655E90A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5102" y="842189"/>
            <a:ext cx="2136000" cy="28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sz="1200" b="1">
                <a:solidFill>
                  <a:srgbClr val="EA4335"/>
                </a:solidFill>
              </a:rPr>
              <a:t/>
            </a:r>
          </a:p>
        </p:txBody>
      </p:sp>
      <p:sp>
        <p:nvSpPr>
          <p:cNvPr id="2533" name="sanitized-shape-1856">
            <a:extLst xmlns:a="http://schemas.openxmlformats.org/drawingml/2006/main">
              <a:ext uri="{FF2B5EF4-FFF2-40B4-BE49-F238E27FC236}">
                <a16:creationId xmlns:a16="http://schemas.microsoft.com/office/drawing/2014/main" id="{99A663B4-534F-4B0B-ACDB-35494C035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657" y="4741707"/>
            <a:ext cx="1384200" cy="58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200" b="1">
                <a:solidFill>
                  <a:srgbClr val="ED5638"/>
                </a:solidFill>
              </a:rPr>
              <a:t/>
            </a:r>
          </a:p>
        </p:txBody>
      </p:sp>
      <p:sp>
        <p:nvSpPr>
          <p:cNvPr id="2534" name="sanitized-shape-1857">
            <a:extLst xmlns:a="http://schemas.openxmlformats.org/drawingml/2006/main">
              <a:ext uri="{FF2B5EF4-FFF2-40B4-BE49-F238E27FC236}">
                <a16:creationId xmlns:a16="http://schemas.microsoft.com/office/drawing/2014/main" id="{5D811880-F776-4EA7-9237-8B32C1DF2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012435" y="5051773"/>
            <a:ext cx="182700" cy="153600"/>
          </a:xfrm>
          <a:prstGeom xmlns:a="http://schemas.openxmlformats.org/drawingml/2006/main" prst="triangle">
            <a:avLst>
              <a:gd name="adj" fmla="val 50000"/>
            </a:avLst>
          </a:prstGeom>
          <a:solidFill xmlns:a="http://schemas.openxmlformats.org/drawingml/2006/main">
            <a:srgbClr val="ED4D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</a:p>
        </p:txBody>
      </p:sp>
      <p:sp>
        <p:nvSpPr>
          <p:cNvPr id="2535" name="sanitized-shape-1858">
            <a:extLst xmlns:a="http://schemas.openxmlformats.org/drawingml/2006/main">
              <a:ext uri="{FF2B5EF4-FFF2-40B4-BE49-F238E27FC236}">
                <a16:creationId xmlns:a16="http://schemas.microsoft.com/office/drawing/2014/main" id="{D461ABE5-BD72-45C8-98B6-6CA12D67A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584019" y="3670138"/>
            <a:ext cx="5068500" cy="189300"/>
          </a:xfrm>
          <a:prstGeom xmlns:a="http://schemas.openxmlformats.org/drawingml/2006/main" prst="triangle">
            <a:avLst>
              <a:gd name="adj" fmla="val 50704"/>
            </a:avLst>
          </a:prstGeom>
          <a:solidFill xmlns:a="http://schemas.openxmlformats.org/drawingml/2006/main">
            <a:srgbClr val="EFEFE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539" name="sanitized-shape-1859">
            <a:extLst xmlns:a="http://schemas.openxmlformats.org/drawingml/2006/main">
              <a:ext uri="{FF2B5EF4-FFF2-40B4-BE49-F238E27FC236}">
                <a16:creationId xmlns:a16="http://schemas.microsoft.com/office/drawing/2014/main" id="{3E1C339B-D306-413D-98FB-F55D48F46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519" y="2437675"/>
            <a:ext cx="1665300" cy="89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68575" rIns="68575" bIns="68575" anchor="ctr">
            <a:noAutofit/>
          </a:bodyPr>
          <a:lstStyle xmlns:a="http://schemas.openxmlformats.org/drawingml/2006/main"/>
          <a:p xmlns:a="http://schemas.openxmlformats.org/drawingml/2006/main">
            <a:pPr marL="457200" lvl="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sz="1000" b="1">
                <a:solidFill>
                  <a:schemeClr val="dk1"/>
                </a:solidFill>
              </a:rPr>
              <a:t/>
            </a:r>
          </a:p>
        </p:txBody>
      </p:sp>
      <p:sp>
        <p:nvSpPr>
          <p:cNvPr id="2540" name="sanitized-shape-1860">
            <a:extLst xmlns:a="http://schemas.openxmlformats.org/drawingml/2006/main">
              <a:ext uri="{FF2B5EF4-FFF2-40B4-BE49-F238E27FC236}">
                <a16:creationId xmlns:a16="http://schemas.microsoft.com/office/drawing/2014/main" id="{0F74F42B-1DE3-4046-B6F5-97E6C60AE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06" y="5349975"/>
            <a:ext cx="1227600" cy="41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68575" rIns="68575" bIns="68575" anchor="ctr">
            <a:noAutofit/>
          </a:bodyPr>
          <a:lstStyle xmlns:a="http://schemas.openxmlformats.org/drawingml/2006/main"/>
          <a:p xmlns:a="http://schemas.openxmlformats.org/drawingml/2006/main">
            <a:pPr marL="171450" lvl="0" indent="-177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</a:pPr>
            <a:r>
              <a:rPr sz="1000" b="1"/>
              <a:t/>
            </a:r>
          </a:p>
        </p:txBody>
      </p:sp>
      <p:sp>
        <p:nvSpPr>
          <p:cNvPr id="2541" name="sanitized-shape-1861">
            <a:extLst xmlns:a="http://schemas.openxmlformats.org/drawingml/2006/main">
              <a:ext uri="{FF2B5EF4-FFF2-40B4-BE49-F238E27FC236}">
                <a16:creationId xmlns:a16="http://schemas.microsoft.com/office/drawing/2014/main" id="{49684A3B-E6AF-478D-A7A6-C2C849DDE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0523" y="2045213"/>
            <a:ext cx="1883100" cy="898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4335"/>
          </a:solidFill>
          <a:ln xmlns:a="http://schemas.openxmlformats.org/drawingml/2006/main">
            <a:noFill/>
          </a:ln>
          <a:effectLst xmlns:a="http://schemas.openxmlformats.org/drawingml/2006/main"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2542" name="sanitized-shape-1862">
            <a:extLst xmlns:a="http://schemas.openxmlformats.org/drawingml/2006/main">
              <a:ext uri="{FF2B5EF4-FFF2-40B4-BE49-F238E27FC236}">
                <a16:creationId xmlns:a16="http://schemas.microsoft.com/office/drawing/2014/main" id="{BDD92F5E-6A53-44CA-9C62-21F37EC77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0642" y="4641821"/>
            <a:ext cx="1883100" cy="898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4335"/>
          </a:solidFill>
          <a:ln xmlns:a="http://schemas.openxmlformats.org/drawingml/2006/main">
            <a:noFill/>
          </a:ln>
          <a:effectLst xmlns:a="http://schemas.openxmlformats.org/drawingml/2006/main"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2543" name="sanitized-shape-1863">
            <a:extLst xmlns:a="http://schemas.openxmlformats.org/drawingml/2006/main">
              <a:ext uri="{FF2B5EF4-FFF2-40B4-BE49-F238E27FC236}">
                <a16:creationId xmlns:a16="http://schemas.microsoft.com/office/drawing/2014/main" id="{DB36273C-19CF-4A92-BBAB-CCCC047FE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2198" y="4039950"/>
            <a:ext cx="888600" cy="4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DAC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68575" rIns="68575" bIns="685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/>
              <a:t/>
            </a:r>
          </a:p>
        </p:txBody>
      </p:sp>
      <p:sp>
        <p:nvSpPr>
          <p:cNvPr id="2544" name="sanitized-shape-1864">
            <a:extLst xmlns:a="http://schemas.openxmlformats.org/drawingml/2006/main">
              <a:ext uri="{FF2B5EF4-FFF2-40B4-BE49-F238E27FC236}">
                <a16:creationId xmlns:a16="http://schemas.microsoft.com/office/drawing/2014/main" id="{EE61F9EF-1A92-4437-8075-C2E4BFCC3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9094" y="4041999"/>
            <a:ext cx="1935900" cy="4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DAC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68575" rIns="68575" bIns="685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/>
              <a:t/>
            </a:r>
          </a:p>
        </p:txBody>
      </p:sp>
      <p:sp>
        <p:nvSpPr>
          <p:cNvPr id="2545" name="sanitized-shape-1865">
            <a:extLst xmlns:a="http://schemas.openxmlformats.org/drawingml/2006/main">
              <a:ext uri="{FF2B5EF4-FFF2-40B4-BE49-F238E27FC236}">
                <a16:creationId xmlns:a16="http://schemas.microsoft.com/office/drawing/2014/main" id="{5D6037A0-71C9-4636-80E4-6A5A5B115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2198" y="4547975"/>
            <a:ext cx="888600" cy="166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rgbClr val="CCCCCC"/>
            </a:solidFill>
            <a:prstDash val="dash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68575" tIns="68575" rIns="68575" bIns="685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chemeClr val="dk1"/>
                </a:solidFill>
              </a:rPr>
              <a:t/>
            </a:r>
          </a:p>
        </p:txBody>
      </p:sp>
      <p:sp>
        <p:nvSpPr>
          <p:cNvPr id="2546" name="sanitized-shape-1866">
            <a:extLst xmlns:a="http://schemas.openxmlformats.org/drawingml/2006/main">
              <a:ext uri="{FF2B5EF4-FFF2-40B4-BE49-F238E27FC236}">
                <a16:creationId xmlns:a16="http://schemas.microsoft.com/office/drawing/2014/main" id="{F12E4B1E-D5AC-45CF-BFA7-4C3566D0C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9116" y="4529925"/>
            <a:ext cx="1117500" cy="33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9525" cmpd="sng">
            <a:solidFill>
              <a:srgbClr val="CCCCCC"/>
            </a:solidFill>
            <a:prstDash val="dash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68575" tIns="68575" rIns="68575" bIns="685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/>
              <a:t/>
            </a:r>
          </a:p>
        </p:txBody>
      </p:sp>
      <p:sp>
        <p:nvSpPr>
          <p:cNvPr id="2547" name="sanitized-shape-1867">
            <a:extLst xmlns:a="http://schemas.openxmlformats.org/drawingml/2006/main">
              <a:ext uri="{FF2B5EF4-FFF2-40B4-BE49-F238E27FC236}">
                <a16:creationId xmlns:a16="http://schemas.microsoft.com/office/drawing/2014/main" id="{119C8D94-22FE-427C-853F-E5B1863DF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0089" y="4529925"/>
            <a:ext cx="744600" cy="33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rgbClr val="CCCCCC"/>
            </a:solidFill>
            <a:prstDash val="dash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68575" tIns="68575" rIns="68575" bIns="685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/>
              <a:t/>
            </a:r>
          </a:p>
        </p:txBody>
      </p:sp>
      <p:sp>
        <p:nvSpPr>
          <p:cNvPr id="2548" name="sanitized-shape-1868">
            <a:extLst xmlns:a="http://schemas.openxmlformats.org/drawingml/2006/main">
              <a:ext uri="{FF2B5EF4-FFF2-40B4-BE49-F238E27FC236}">
                <a16:creationId xmlns:a16="http://schemas.microsoft.com/office/drawing/2014/main" id="{C5712071-4FC3-4F6F-A410-7801D3E32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9116" y="4961170"/>
            <a:ext cx="1117500" cy="33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9525" cmpd="sng">
            <a:solidFill>
              <a:srgbClr val="CCCCCC"/>
            </a:solidFill>
            <a:prstDash val="dash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68575" tIns="68575" rIns="68575" bIns="685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/>
              <a:t/>
            </a:r>
          </a:p>
        </p:txBody>
      </p:sp>
      <p:sp>
        <p:nvSpPr>
          <p:cNvPr id="2549" name="sanitized-shape-1869">
            <a:extLst xmlns:a="http://schemas.openxmlformats.org/drawingml/2006/main">
              <a:ext uri="{FF2B5EF4-FFF2-40B4-BE49-F238E27FC236}">
                <a16:creationId xmlns:a16="http://schemas.microsoft.com/office/drawing/2014/main" id="{E9A22DC3-DB0A-4646-9809-B4ABC3159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9116" y="5392416"/>
            <a:ext cx="1117500" cy="33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9525" cmpd="sng">
            <a:solidFill>
              <a:srgbClr val="CCCCCC"/>
            </a:solidFill>
            <a:prstDash val="dash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68575" tIns="68575" rIns="68575" bIns="685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/>
              <a:t/>
            </a:r>
          </a:p>
        </p:txBody>
      </p:sp>
      <p:sp>
        <p:nvSpPr>
          <p:cNvPr id="2550" name="sanitized-shape-1870">
            <a:extLst xmlns:a="http://schemas.openxmlformats.org/drawingml/2006/main">
              <a:ext uri="{FF2B5EF4-FFF2-40B4-BE49-F238E27FC236}">
                <a16:creationId xmlns:a16="http://schemas.microsoft.com/office/drawing/2014/main" id="{40837AD6-E428-42D9-AE76-E79D7025A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9116" y="5823666"/>
            <a:ext cx="1117500" cy="33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9525" cmpd="sng">
            <a:solidFill>
              <a:srgbClr val="CCCCCC"/>
            </a:solidFill>
            <a:prstDash val="dash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68575" tIns="68575" rIns="68575" bIns="685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/>
              <a:t/>
            </a:r>
          </a:p>
        </p:txBody>
      </p:sp>
      <p:sp>
        <p:nvSpPr>
          <p:cNvPr id="2551" name="sanitized-shape-1871">
            <a:extLst xmlns:a="http://schemas.openxmlformats.org/drawingml/2006/main">
              <a:ext uri="{FF2B5EF4-FFF2-40B4-BE49-F238E27FC236}">
                <a16:creationId xmlns:a16="http://schemas.microsoft.com/office/drawing/2014/main" id="{A76D5DAD-C4E9-4594-B93D-1AC73382C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0836" y="1312400"/>
            <a:ext cx="1449600" cy="4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DAC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68575" rIns="68575" bIns="685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 b="1"/>
              <a:t/>
            </a:r>
          </a:p>
        </p:txBody>
      </p:sp>
      <p:sp>
        <p:nvSpPr>
          <p:cNvPr id="2552" name="sanitized-shape-1872">
            <a:extLst xmlns:a="http://schemas.openxmlformats.org/drawingml/2006/main">
              <a:ext uri="{FF2B5EF4-FFF2-40B4-BE49-F238E27FC236}">
                <a16:creationId xmlns:a16="http://schemas.microsoft.com/office/drawing/2014/main" id="{907393CF-C18C-4FEE-88C2-6C532B4CD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454" y="1333500"/>
            <a:ext cx="1449600" cy="37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DAC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68575" rIns="68575" bIns="685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 b="1"/>
              <a:t/>
            </a:r>
          </a:p>
        </p:txBody>
      </p:sp>
      <p:sp>
        <p:nvSpPr>
          <p:cNvPr id="2553" name="sanitized-shape-1873">
            <a:extLst xmlns:a="http://schemas.openxmlformats.org/drawingml/2006/main">
              <a:ext uri="{FF2B5EF4-FFF2-40B4-BE49-F238E27FC236}">
                <a16:creationId xmlns:a16="http://schemas.microsoft.com/office/drawing/2014/main" id="{F7B16935-C160-4D33-BBBC-737FFD533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0089" y="4932950"/>
            <a:ext cx="744600" cy="122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rgbClr val="CCCCCC"/>
            </a:solidFill>
            <a:prstDash val="dash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68575" tIns="68575" rIns="68575" bIns="685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00"/>
              <a:t/>
            </a:r>
          </a:p>
        </p:txBody>
      </p:sp>
      <p:sp>
        <p:nvSpPr>
          <p:cNvPr id="2554" name="sanitized-shape-1874">
            <a:extLst xmlns:a="http://schemas.openxmlformats.org/drawingml/2006/main">
              <a:ext uri="{FF2B5EF4-FFF2-40B4-BE49-F238E27FC236}">
                <a16:creationId xmlns:a16="http://schemas.microsoft.com/office/drawing/2014/main" id="{ABA2BD75-6569-4C7F-94C1-C7D430240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0525" y="1978875"/>
            <a:ext cx="2008800" cy="385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sz="1100" b="1">
                <a:solidFill>
                  <a:srgbClr val="EF5335"/>
                </a:solidFill>
              </a:rPr>
              <a:t/>
            </a:r>
          </a:p>
        </p:txBody>
      </p:sp>
      <p:cxnSp>
        <p:nvCxnSpPr>
          <p:cNvPr id="2665" name="sanitized-shape-1875"/>
          <p:cNvCxnSpPr/>
          <p:nvPr/>
        </p:nvCxnSpPr>
        <p:spPr>
          <a:xfrm xmlns:a="http://schemas.openxmlformats.org/drawingml/2006/main">
            <a:off x="2014871" y="1329825"/>
            <a:ext cx="21000" cy="4962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A5A5A5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2556" name="sanitized-shape-1876">
            <a:extLst xmlns:a="http://schemas.openxmlformats.org/drawingml/2006/main">
              <a:ext uri="{FF2B5EF4-FFF2-40B4-BE49-F238E27FC236}">
                <a16:creationId xmlns:a16="http://schemas.microsoft.com/office/drawing/2014/main" id="{D7152F5D-E05C-4CE3-8E50-5BF178914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2296" y="4169421"/>
            <a:ext cx="135600" cy="182700"/>
          </a:xfrm>
          <a:prstGeom xmlns:a="http://schemas.openxmlformats.org/drawingml/2006/main" prst="chevron">
            <a:avLst>
              <a:gd name="adj" fmla="val 50000"/>
            </a:avLst>
          </a:prstGeom>
          <a:solidFill xmlns:a="http://schemas.openxmlformats.org/drawingml/2006/main">
            <a:srgbClr val="F8DAC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18525" tIns="118525" rIns="118525" bIns="1185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</a:p>
        </p:txBody>
      </p:sp>
      <p:cxnSp>
        <p:nvCxnSpPr>
          <p:cNvPr id="2667" name="sanitized-shape-1877"/>
          <p:cNvCxnSpPr/>
          <p:nvPr/>
        </p:nvCxnSpPr>
        <p:spPr>
          <a:xfrm xmlns:a="http://schemas.openxmlformats.org/drawingml/2006/main">
            <a:off x="6694762" y="1329836"/>
            <a:ext cx="21000" cy="4962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A5A5A5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2558" name="sanitized-shape-1878">
            <a:extLst xmlns:a="http://schemas.openxmlformats.org/drawingml/2006/main">
              <a:ext uri="{FF2B5EF4-FFF2-40B4-BE49-F238E27FC236}">
                <a16:creationId xmlns:a16="http://schemas.microsoft.com/office/drawing/2014/main" id="{CB4C1B3A-1606-49ED-AA49-FAF0B90DB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454" y="1873325"/>
            <a:ext cx="1449600" cy="159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rgbClr val="CCCCCC"/>
            </a:solidFill>
            <a:prstDash val="dash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68575" tIns="68575" rIns="68575" bIns="68575" anchor="ctr">
            <a:noAutofit/>
          </a:bodyPr>
          <a:lstStyle xmlns:a="http://schemas.openxmlformats.org/drawingml/2006/main"/>
          <a:p xmlns:a="http://schemas.openxmlformats.org/drawingml/2006/main">
            <a:pPr marL="457200" lvl="0" indent="-285750" algn="l"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sz="900"/>
              <a:t/>
            </a:r>
          </a:p>
        </p:txBody>
      </p:sp>
      <p:sp>
        <p:nvSpPr>
          <p:cNvPr id="2559" name="sanitized-shape-1879">
            <a:extLst xmlns:a="http://schemas.openxmlformats.org/drawingml/2006/main">
              <a:ext uri="{FF2B5EF4-FFF2-40B4-BE49-F238E27FC236}">
                <a16:creationId xmlns:a16="http://schemas.microsoft.com/office/drawing/2014/main" id="{6E6BD8B9-4C31-4370-8178-1CE896F72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0923" y="1873325"/>
            <a:ext cx="1449600" cy="159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rgbClr val="CCCCCC"/>
            </a:solidFill>
            <a:prstDash val="dash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68575" tIns="68575" rIns="68575" bIns="68575" anchor="ctr">
            <a:noAutofit/>
          </a:bodyPr>
          <a:lstStyle xmlns:a="http://schemas.openxmlformats.org/drawingml/2006/main"/>
          <a:p xmlns:a="http://schemas.openxmlformats.org/drawingml/2006/main">
            <a:pPr marL="457200" lvl="0" indent="-285750" algn="l"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sz="900"/>
              <a:t/>
            </a:r>
          </a:p>
        </p:txBody>
      </p:sp>
      <p:cxnSp>
        <p:nvCxnSpPr>
          <p:cNvPr id="2670" name="sanitized-shape-1880"/>
          <p:cNvCxnSpPr/>
          <p:nvPr/>
        </p:nvCxnSpPr>
        <p:spPr>
          <a:xfrm xmlns:a="http://schemas.openxmlformats.org/drawingml/2006/main">
            <a:off x="306323" y="1150550"/>
            <a:ext cx="11471700" cy="2280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rgbClr val="ED5638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61" name="sanitized-shape-1881">
            <a:extLst xmlns:a="http://schemas.openxmlformats.org/drawingml/2006/main">
              <a:ext uri="{FF2B5EF4-FFF2-40B4-BE49-F238E27FC236}">
                <a16:creationId xmlns:a16="http://schemas.microsoft.com/office/drawing/2014/main" id="{705E52C1-AB0C-45BB-A597-AD6EA0162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5381" y="2251313"/>
            <a:ext cx="2259000" cy="486600"/>
          </a:xfrm>
          <a:prstGeom xmlns:a="http://schemas.openxmlformats.org/drawingml/2006/main" prst="homePlate">
            <a:avLst>
              <a:gd name="adj" fmla="val 50000"/>
            </a:avLst>
          </a:prstGeom>
          <a:solidFill xmlns:a="http://schemas.openxmlformats.org/drawingml/2006/main">
            <a:srgbClr val="FFE59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E93F33"/>
                </a:solidFill>
              </a:rPr>
              <a:t/>
            </a:r>
          </a:p>
        </p:txBody>
      </p:sp>
      <p:sp>
        <p:nvSpPr>
          <p:cNvPr id="2562" name="sanitized-shape-1882">
            <a:extLst xmlns:a="http://schemas.openxmlformats.org/drawingml/2006/main">
              <a:ext uri="{FF2B5EF4-FFF2-40B4-BE49-F238E27FC236}">
                <a16:creationId xmlns:a16="http://schemas.microsoft.com/office/drawing/2014/main" id="{084CFF5D-FD6F-403F-BC46-4EE15CA59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6746" y="4895775"/>
            <a:ext cx="2301900" cy="486600"/>
          </a:xfrm>
          <a:prstGeom xmlns:a="http://schemas.openxmlformats.org/drawingml/2006/main" prst="homePlate">
            <a:avLst>
              <a:gd name="adj" fmla="val 50000"/>
            </a:avLst>
          </a:prstGeom>
          <a:solidFill xmlns:a="http://schemas.openxmlformats.org/drawingml/2006/main">
            <a:srgbClr val="FFE59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E93F33"/>
                </a:solidFill>
              </a:rPr>
              <a:t/>
            </a:r>
          </a:p>
        </p:txBody>
      </p:sp>
      <p:sp>
        <p:nvSpPr>
          <p:cNvPr id="2563" name="sanitized-shape-1883">
            <a:extLst xmlns:a="http://schemas.openxmlformats.org/drawingml/2006/main">
              <a:ext uri="{FF2B5EF4-FFF2-40B4-BE49-F238E27FC236}">
                <a16:creationId xmlns:a16="http://schemas.microsoft.com/office/drawing/2014/main" id="{A255CA4F-F6C4-4352-944D-6D5BD0244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6200" y="2982888"/>
            <a:ext cx="1632000" cy="33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E93F33"/>
                </a:solidFill>
              </a:rPr>
              <a:t/>
            </a:r>
          </a:p>
        </p:txBody>
      </p:sp>
      <p:sp>
        <p:nvSpPr>
          <p:cNvPr id="2564" name="sanitized-shape-1884">
            <a:extLst xmlns:a="http://schemas.openxmlformats.org/drawingml/2006/main">
              <a:ext uri="{FF2B5EF4-FFF2-40B4-BE49-F238E27FC236}">
                <a16:creationId xmlns:a16="http://schemas.microsoft.com/office/drawing/2014/main" id="{029DDE8C-916D-432F-839F-B3C8F3804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31" y="5618400"/>
            <a:ext cx="1632000" cy="33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E93F33"/>
                </a:solidFill>
              </a:rPr>
              <a:t/>
            </a:r>
          </a:p>
        </p:txBody>
      </p:sp>
      <p:sp>
        <p:nvSpPr>
          <p:cNvPr id="2565" name="sanitized-shape-1885">
            <a:extLst xmlns:a="http://schemas.openxmlformats.org/drawingml/2006/main">
              <a:ext uri="{FF2B5EF4-FFF2-40B4-BE49-F238E27FC236}">
                <a16:creationId xmlns:a16="http://schemas.microsoft.com/office/drawing/2014/main" id="{B8E2BC4F-04C3-4ADE-8F8B-5666E5FD7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805" y="6361800"/>
            <a:ext cx="5729700" cy="33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i="1">
                <a:solidFill>
                  <a:srgbClr val="3F3F3F"/>
                </a:solidFill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900411929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70" name="sanitized-shape-1886">
            <a:extLst xmlns:a="http://schemas.openxmlformats.org/drawingml/2006/main">
              <a:ext uri="{FF2B5EF4-FFF2-40B4-BE49-F238E27FC236}">
                <a16:creationId xmlns:a16="http://schemas.microsoft.com/office/drawing/2014/main" id="{27492927-9E24-4955-8241-14B192612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075" y="161225"/>
            <a:ext cx="111309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68575" rIns="68575" bIns="68575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rgbClr val="EE4D2D"/>
                </a:solidFill>
              </a:rPr>
              <a:t/>
            </a:r>
          </a:p>
        </p:txBody>
      </p:sp>
      <p:sp>
        <p:nvSpPr>
          <p:cNvPr id="2571" name="sanitized-shape-1887">
            <a:extLst xmlns:a="http://schemas.openxmlformats.org/drawingml/2006/main">
              <a:ext uri="{FF2B5EF4-FFF2-40B4-BE49-F238E27FC236}">
                <a16:creationId xmlns:a16="http://schemas.microsoft.com/office/drawing/2014/main" id="{28E86276-338E-4439-90B4-C50458E98E0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08254" y="8538046"/>
            <a:ext cx="975300" cy="69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51425" tIns="25700" rIns="51425" bIns="257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cxnSp>
        <p:nvCxnSpPr>
          <p:cNvPr id="2706" name="sanitized-shape-1888"/>
          <p:cNvCxnSpPr/>
          <p:nvPr/>
        </p:nvCxnSpPr>
        <p:spPr>
          <a:xfrm xmlns:a="http://schemas.openxmlformats.org/drawingml/2006/main">
            <a:off x="2217378" y="6225433"/>
            <a:ext cx="6997800" cy="0"/>
          </a:xfrm>
          <a:prstGeom xmlns:a="http://schemas.openxmlformats.org/drawingml/2006/main" prst="straightConnector1">
            <a:avLst/>
          </a:prstGeom>
          <a:ln xmlns:a="http://schemas.openxmlformats.org/drawingml/2006/main" w="16925" cap="flat">
            <a:solidFill>
              <a:srgbClr val="ED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73" name="sanitized-shape-1889">
            <a:extLst xmlns:a="http://schemas.openxmlformats.org/drawingml/2006/main">
              <a:ext uri="{FF2B5EF4-FFF2-40B4-BE49-F238E27FC236}">
                <a16:creationId xmlns:a16="http://schemas.microsoft.com/office/drawing/2014/main" id="{7253C990-D876-4DFE-B860-84E000398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4471" y="1003975"/>
            <a:ext cx="2032500" cy="511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solidFill>
              <a:srgbClr val="ED4D2D"/>
            </a:solidFill>
            <a:prstDash val="dash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</a:p>
        </p:txBody>
      </p:sp>
      <p:sp>
        <p:nvSpPr>
          <p:cNvPr id="2574" name="sanitized-shape-1890">
            <a:extLst xmlns:a="http://schemas.openxmlformats.org/drawingml/2006/main">
              <a:ext uri="{FF2B5EF4-FFF2-40B4-BE49-F238E27FC236}">
                <a16:creationId xmlns:a16="http://schemas.microsoft.com/office/drawing/2014/main" id="{A1C93473-570C-4993-A177-A784254B8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8299" y="1980525"/>
            <a:ext cx="1770000" cy="23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000000"/>
                </a:solidFill>
              </a:rPr>
              <a:t/>
            </a:r>
          </a:p>
        </p:txBody>
      </p:sp>
      <p:sp>
        <p:nvSpPr>
          <p:cNvPr id="2575" name="sanitized-shape-1891">
            <a:extLst xmlns:a="http://schemas.openxmlformats.org/drawingml/2006/main">
              <a:ext uri="{FF2B5EF4-FFF2-40B4-BE49-F238E27FC236}">
                <a16:creationId xmlns:a16="http://schemas.microsoft.com/office/drawing/2014/main" id="{8F529857-397D-4CD4-B0A2-BBA283F62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6132" y="1004075"/>
            <a:ext cx="4846800" cy="511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solidFill>
              <a:srgbClr val="ED4D2D"/>
            </a:solidFill>
            <a:prstDash val="dash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</a:p>
        </p:txBody>
      </p:sp>
      <p:sp>
        <p:nvSpPr>
          <p:cNvPr id="2576" name="sanitized-shape-1892">
            <a:extLst xmlns:a="http://schemas.openxmlformats.org/drawingml/2006/main">
              <a:ext uri="{FF2B5EF4-FFF2-40B4-BE49-F238E27FC236}">
                <a16:creationId xmlns:a16="http://schemas.microsoft.com/office/drawing/2014/main" id="{0116E0B2-0506-4A9F-BB67-E6D3AB60D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8299" y="825686"/>
            <a:ext cx="1770000" cy="28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4D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11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2577" name="sanitized-shape-1893">
            <a:extLst xmlns:a="http://schemas.openxmlformats.org/drawingml/2006/main">
              <a:ext uri="{FF2B5EF4-FFF2-40B4-BE49-F238E27FC236}">
                <a16:creationId xmlns:a16="http://schemas.microsoft.com/office/drawing/2014/main" id="{672F1AEE-081A-4751-93EF-7582E4BB2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6298" y="1160798"/>
            <a:ext cx="2240100" cy="23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000000"/>
                </a:solidFill>
              </a:rPr>
              <a:t/>
            </a:r>
          </a:p>
        </p:txBody>
      </p:sp>
      <p:sp>
        <p:nvSpPr>
          <p:cNvPr id="2578" name="sanitized-shape-1894">
            <a:extLst xmlns:a="http://schemas.openxmlformats.org/drawingml/2006/main">
              <a:ext uri="{FF2B5EF4-FFF2-40B4-BE49-F238E27FC236}">
                <a16:creationId xmlns:a16="http://schemas.microsoft.com/office/drawing/2014/main" id="{B3FB4FD6-B5A9-49A3-9E38-0E5C3EC4B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3460" y="1160798"/>
            <a:ext cx="2297400" cy="23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000000"/>
                </a:solidFill>
              </a:rPr>
              <a:t/>
            </a:r>
          </a:p>
        </p:txBody>
      </p:sp>
      <p:sp>
        <p:nvSpPr>
          <p:cNvPr id="2579" name="sanitized-shape-1895">
            <a:extLst xmlns:a="http://schemas.openxmlformats.org/drawingml/2006/main">
              <a:ext uri="{FF2B5EF4-FFF2-40B4-BE49-F238E27FC236}">
                <a16:creationId xmlns:a16="http://schemas.microsoft.com/office/drawing/2014/main" id="{0CD8F27E-702B-4C8F-8242-9090D7EF2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6329" y="1414952"/>
            <a:ext cx="1384200" cy="29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000000"/>
                </a:solidFill>
              </a:rPr>
              <a:t/>
            </a:r>
          </a:p>
        </p:txBody>
      </p:sp>
      <p:sp>
        <p:nvSpPr>
          <p:cNvPr id="2580" name="sanitized-shape-1896">
            <a:extLst xmlns:a="http://schemas.openxmlformats.org/drawingml/2006/main">
              <a:ext uri="{FF2B5EF4-FFF2-40B4-BE49-F238E27FC236}">
                <a16:creationId xmlns:a16="http://schemas.microsoft.com/office/drawing/2014/main" id="{0674A7D5-A26A-4B46-A0E9-6C5812920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5985" y="5085431"/>
            <a:ext cx="1941000" cy="102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900" b="1">
                <a:solidFill>
                  <a:srgbClr val="F04E1C"/>
                </a:solidFill>
              </a:rPr>
              <a:t/>
            </a:r>
          </a:p>
        </p:txBody>
      </p:sp>
      <p:sp>
        <p:nvSpPr>
          <p:cNvPr id="2581" name="sanitized-shape-1897">
            <a:extLst xmlns:a="http://schemas.openxmlformats.org/drawingml/2006/main">
              <a:ext uri="{FF2B5EF4-FFF2-40B4-BE49-F238E27FC236}">
                <a16:creationId xmlns:a16="http://schemas.microsoft.com/office/drawing/2014/main" id="{1CB1B961-1995-4EB9-BF14-85D311128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109" y="1003977"/>
            <a:ext cx="1675800" cy="522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5400" cmpd="sng">
            <a:solidFill>
              <a:srgbClr val="ED4D2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</a:p>
        </p:txBody>
      </p:sp>
      <p:sp>
        <p:nvSpPr>
          <p:cNvPr id="2583" name="sanitized-shape-1898">
            <a:extLst xmlns:a="http://schemas.openxmlformats.org/drawingml/2006/main">
              <a:ext uri="{FF2B5EF4-FFF2-40B4-BE49-F238E27FC236}">
                <a16:creationId xmlns:a16="http://schemas.microsoft.com/office/drawing/2014/main" id="{9E759517-2779-4469-86D4-4CC8306A7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9846" y="1801525"/>
            <a:ext cx="29159" cy="719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4D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</a:p>
        </p:txBody>
      </p:sp>
      <p:sp>
        <p:nvSpPr>
          <p:cNvPr id="2584" name="sanitized-shape-1899">
            <a:extLst xmlns:a="http://schemas.openxmlformats.org/drawingml/2006/main">
              <a:ext uri="{FF2B5EF4-FFF2-40B4-BE49-F238E27FC236}">
                <a16:creationId xmlns:a16="http://schemas.microsoft.com/office/drawing/2014/main" id="{45459A58-5910-499E-9DD2-99B8F9147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99088" y="1898694"/>
            <a:ext cx="83474" cy="59444"/>
          </a:xfrm>
          <a:custGeom xmlns:a="http://schemas.openxmlformats.org/drawingml/2006/main">
            <a:rect l="l" t="t" r="r" b="b"/>
            <a:pathLst>
              <a:path w="66" h="52">
                <a:moveTo>
                  <a:pt x="54" y="0"/>
                </a:moveTo>
                <a:lnTo>
                  <a:pt x="0" y="30"/>
                </a:lnTo>
                <a:lnTo>
                  <a:pt x="12" y="52"/>
                </a:lnTo>
                <a:lnTo>
                  <a:pt x="66" y="21"/>
                </a:lnTo>
                <a:lnTo>
                  <a:pt x="54" y="0"/>
                </a:lnTo>
                <a:close/>
              </a:path>
            </a:pathLst>
          </a:custGeom>
          <a:solidFill xmlns:a="http://schemas.openxmlformats.org/drawingml/2006/main">
            <a:srgbClr val="ED4D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</a:p>
        </p:txBody>
      </p:sp>
      <p:sp>
        <p:nvSpPr>
          <p:cNvPr id="2585" name="sanitized-shape-1900">
            <a:extLst xmlns:a="http://schemas.openxmlformats.org/drawingml/2006/main">
              <a:ext uri="{FF2B5EF4-FFF2-40B4-BE49-F238E27FC236}">
                <a16:creationId xmlns:a16="http://schemas.microsoft.com/office/drawing/2014/main" id="{5060E778-D789-4DE3-A638-70A451133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2189" y="2006150"/>
            <a:ext cx="81024" cy="274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4D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</a:p>
        </p:txBody>
      </p:sp>
      <p:sp>
        <p:nvSpPr>
          <p:cNvPr id="2586" name="sanitized-shape-1901">
            <a:extLst xmlns:a="http://schemas.openxmlformats.org/drawingml/2006/main">
              <a:ext uri="{FF2B5EF4-FFF2-40B4-BE49-F238E27FC236}">
                <a16:creationId xmlns:a16="http://schemas.microsoft.com/office/drawing/2014/main" id="{3229B443-44D5-4A5F-8A07-433DE7483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3488" y="1822102"/>
            <a:ext cx="65767" cy="76591"/>
          </a:xfrm>
          <a:custGeom xmlns:a="http://schemas.openxmlformats.org/drawingml/2006/main">
            <a:rect l="l" t="t" r="r" b="b"/>
            <a:pathLst>
              <a:path w="52" h="67">
                <a:moveTo>
                  <a:pt x="52" y="55"/>
                </a:moveTo>
                <a:lnTo>
                  <a:pt x="19" y="0"/>
                </a:lnTo>
                <a:lnTo>
                  <a:pt x="0" y="12"/>
                </a:lnTo>
                <a:lnTo>
                  <a:pt x="30" y="67"/>
                </a:lnTo>
                <a:lnTo>
                  <a:pt x="52" y="55"/>
                </a:lnTo>
                <a:close/>
              </a:path>
            </a:pathLst>
          </a:custGeom>
          <a:solidFill xmlns:a="http://schemas.openxmlformats.org/drawingml/2006/main">
            <a:srgbClr val="ED4D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</a:p>
        </p:txBody>
      </p:sp>
      <p:sp>
        <p:nvSpPr>
          <p:cNvPr id="2587" name="sanitized-shape-1902">
            <a:extLst xmlns:a="http://schemas.openxmlformats.org/drawingml/2006/main">
              <a:ext uri="{FF2B5EF4-FFF2-40B4-BE49-F238E27FC236}">
                <a16:creationId xmlns:a16="http://schemas.microsoft.com/office/drawing/2014/main" id="{986FC4B6-4485-478C-AC96-EC95A8D68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3321" y="1822102"/>
            <a:ext cx="65767" cy="76591"/>
          </a:xfrm>
          <a:custGeom xmlns:a="http://schemas.openxmlformats.org/drawingml/2006/main">
            <a:rect l="l" t="t" r="r" b="b"/>
            <a:pathLst>
              <a:path w="52" h="67">
                <a:moveTo>
                  <a:pt x="52" y="12"/>
                </a:moveTo>
                <a:lnTo>
                  <a:pt x="31" y="0"/>
                </a:lnTo>
                <a:lnTo>
                  <a:pt x="0" y="55"/>
                </a:lnTo>
                <a:lnTo>
                  <a:pt x="21" y="67"/>
                </a:lnTo>
                <a:lnTo>
                  <a:pt x="52" y="12"/>
                </a:lnTo>
                <a:close/>
              </a:path>
            </a:pathLst>
          </a:custGeom>
          <a:solidFill xmlns:a="http://schemas.openxmlformats.org/drawingml/2006/main">
            <a:srgbClr val="ED4D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</a:p>
        </p:txBody>
      </p:sp>
      <p:sp>
        <p:nvSpPr>
          <p:cNvPr id="2588" name="sanitized-shape-1903">
            <a:extLst xmlns:a="http://schemas.openxmlformats.org/drawingml/2006/main">
              <a:ext uri="{FF2B5EF4-FFF2-40B4-BE49-F238E27FC236}">
                <a16:creationId xmlns:a16="http://schemas.microsoft.com/office/drawing/2014/main" id="{735F4792-B1F4-4575-9654-AD441A4F9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0014" y="1898694"/>
            <a:ext cx="83474" cy="59444"/>
          </a:xfrm>
          <a:custGeom xmlns:a="http://schemas.openxmlformats.org/drawingml/2006/main">
            <a:rect l="l" t="t" r="r" b="b"/>
            <a:pathLst>
              <a:path w="66" h="52">
                <a:moveTo>
                  <a:pt x="0" y="18"/>
                </a:moveTo>
                <a:lnTo>
                  <a:pt x="54" y="52"/>
                </a:lnTo>
                <a:lnTo>
                  <a:pt x="66" y="30"/>
                </a:lnTo>
                <a:lnTo>
                  <a:pt x="11" y="0"/>
                </a:lnTo>
                <a:lnTo>
                  <a:pt x="0" y="18"/>
                </a:lnTo>
                <a:close/>
              </a:path>
            </a:pathLst>
          </a:custGeom>
          <a:solidFill xmlns:a="http://schemas.openxmlformats.org/drawingml/2006/main">
            <a:srgbClr val="ED4D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</a:p>
        </p:txBody>
      </p:sp>
      <p:sp>
        <p:nvSpPr>
          <p:cNvPr id="2589" name="sanitized-shape-1904">
            <a:extLst xmlns:a="http://schemas.openxmlformats.org/drawingml/2006/main">
              <a:ext uri="{FF2B5EF4-FFF2-40B4-BE49-F238E27FC236}">
                <a16:creationId xmlns:a16="http://schemas.microsoft.com/office/drawing/2014/main" id="{0A31CD73-4857-480A-BAEA-069A0A851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6018" y="1906695"/>
            <a:ext cx="260540" cy="337231"/>
          </a:xfrm>
          <a:custGeom xmlns:a="http://schemas.openxmlformats.org/drawingml/2006/main">
            <a:rect l="l" t="t" r="r" b="b"/>
            <a:pathLst>
              <a:path w="87" h="125">
                <a:moveTo>
                  <a:pt x="43" y="0"/>
                </a:moveTo>
                <a:cubicBezTo>
                  <a:pt x="32" y="0"/>
                  <a:pt x="21" y="5"/>
                  <a:pt x="13" y="13"/>
                </a:cubicBezTo>
                <a:cubicBezTo>
                  <a:pt x="5" y="20"/>
                  <a:pt x="0" y="31"/>
                  <a:pt x="0" y="43"/>
                </a:cubicBezTo>
                <a:cubicBezTo>
                  <a:pt x="0" y="51"/>
                  <a:pt x="3" y="59"/>
                  <a:pt x="7" y="66"/>
                </a:cubicBezTo>
                <a:cubicBezTo>
                  <a:pt x="10" y="71"/>
                  <a:pt x="15" y="77"/>
                  <a:pt x="21" y="80"/>
                </a:cubicBezTo>
                <a:cubicBezTo>
                  <a:pt x="21" y="88"/>
                  <a:pt x="21" y="88"/>
                  <a:pt x="21" y="88"/>
                </a:cubicBezTo>
                <a:cubicBezTo>
                  <a:pt x="19" y="88"/>
                  <a:pt x="19" y="88"/>
                  <a:pt x="19" y="88"/>
                </a:cubicBezTo>
                <a:cubicBezTo>
                  <a:pt x="17" y="88"/>
                  <a:pt x="17" y="88"/>
                  <a:pt x="17" y="88"/>
                </a:cubicBezTo>
                <a:cubicBezTo>
                  <a:pt x="16" y="91"/>
                  <a:pt x="16" y="91"/>
                  <a:pt x="16" y="91"/>
                </a:cubicBezTo>
                <a:cubicBezTo>
                  <a:pt x="14" y="94"/>
                  <a:pt x="14" y="96"/>
                  <a:pt x="14" y="99"/>
                </a:cubicBezTo>
                <a:cubicBezTo>
                  <a:pt x="14" y="101"/>
                  <a:pt x="15" y="103"/>
                  <a:pt x="15" y="105"/>
                </a:cubicBezTo>
                <a:cubicBezTo>
                  <a:pt x="16" y="106"/>
                  <a:pt x="16" y="106"/>
                  <a:pt x="16" y="106"/>
                </a:cubicBezTo>
                <a:cubicBezTo>
                  <a:pt x="16" y="107"/>
                  <a:pt x="16" y="107"/>
                  <a:pt x="16" y="107"/>
                </a:cubicBezTo>
                <a:cubicBezTo>
                  <a:pt x="14" y="110"/>
                  <a:pt x="14" y="112"/>
                  <a:pt x="14" y="115"/>
                </a:cubicBezTo>
                <a:cubicBezTo>
                  <a:pt x="14" y="117"/>
                  <a:pt x="15" y="119"/>
                  <a:pt x="15" y="121"/>
                </a:cubicBezTo>
                <a:cubicBezTo>
                  <a:pt x="17" y="125"/>
                  <a:pt x="17" y="125"/>
                  <a:pt x="17" y="125"/>
                </a:cubicBezTo>
                <a:cubicBezTo>
                  <a:pt x="20" y="124"/>
                  <a:pt x="20" y="124"/>
                  <a:pt x="20" y="124"/>
                </a:cubicBezTo>
                <a:cubicBezTo>
                  <a:pt x="69" y="120"/>
                  <a:pt x="69" y="120"/>
                  <a:pt x="69" y="120"/>
                </a:cubicBezTo>
                <a:cubicBezTo>
                  <a:pt x="72" y="120"/>
                  <a:pt x="72" y="120"/>
                  <a:pt x="72" y="120"/>
                </a:cubicBezTo>
                <a:cubicBezTo>
                  <a:pt x="73" y="117"/>
                  <a:pt x="73" y="117"/>
                  <a:pt x="73" y="117"/>
                </a:cubicBezTo>
                <a:cubicBezTo>
                  <a:pt x="74" y="115"/>
                  <a:pt x="74" y="113"/>
                  <a:pt x="74" y="110"/>
                </a:cubicBezTo>
                <a:cubicBezTo>
                  <a:pt x="74" y="108"/>
                  <a:pt x="74" y="105"/>
                  <a:pt x="73" y="103"/>
                </a:cubicBezTo>
                <a:cubicBezTo>
                  <a:pt x="72" y="102"/>
                  <a:pt x="72" y="102"/>
                  <a:pt x="72" y="102"/>
                </a:cubicBezTo>
                <a:cubicBezTo>
                  <a:pt x="73" y="101"/>
                  <a:pt x="73" y="101"/>
                  <a:pt x="73" y="101"/>
                </a:cubicBezTo>
                <a:cubicBezTo>
                  <a:pt x="74" y="99"/>
                  <a:pt x="74" y="96"/>
                  <a:pt x="74" y="94"/>
                </a:cubicBezTo>
                <a:cubicBezTo>
                  <a:pt x="74" y="92"/>
                  <a:pt x="74" y="89"/>
                  <a:pt x="73" y="87"/>
                </a:cubicBezTo>
                <a:cubicBezTo>
                  <a:pt x="71" y="84"/>
                  <a:pt x="71" y="84"/>
                  <a:pt x="71" y="84"/>
                </a:cubicBezTo>
                <a:cubicBezTo>
                  <a:pt x="68" y="84"/>
                  <a:pt x="68" y="84"/>
                  <a:pt x="68" y="84"/>
                </a:cubicBezTo>
                <a:cubicBezTo>
                  <a:pt x="67" y="84"/>
                  <a:pt x="67" y="84"/>
                  <a:pt x="67" y="84"/>
                </a:cubicBezTo>
                <a:cubicBezTo>
                  <a:pt x="67" y="80"/>
                  <a:pt x="67" y="80"/>
                  <a:pt x="67" y="80"/>
                </a:cubicBezTo>
                <a:cubicBezTo>
                  <a:pt x="72" y="76"/>
                  <a:pt x="77" y="71"/>
                  <a:pt x="81" y="65"/>
                </a:cubicBezTo>
                <a:cubicBezTo>
                  <a:pt x="84" y="59"/>
                  <a:pt x="87" y="51"/>
                  <a:pt x="87" y="43"/>
                </a:cubicBezTo>
                <a:cubicBezTo>
                  <a:pt x="87" y="31"/>
                  <a:pt x="82" y="20"/>
                  <a:pt x="74" y="13"/>
                </a:cubicBezTo>
                <a:cubicBezTo>
                  <a:pt x="67" y="5"/>
                  <a:pt x="54" y="0"/>
                  <a:pt x="43" y="0"/>
                </a:cubicBezTo>
                <a:close/>
                <a:moveTo>
                  <a:pt x="65" y="111"/>
                </a:moveTo>
                <a:cubicBezTo>
                  <a:pt x="23" y="115"/>
                  <a:pt x="23" y="115"/>
                  <a:pt x="23" y="115"/>
                </a:cubicBezTo>
                <a:cubicBezTo>
                  <a:pt x="23" y="115"/>
                  <a:pt x="23" y="115"/>
                  <a:pt x="23" y="114"/>
                </a:cubicBezTo>
                <a:cubicBezTo>
                  <a:pt x="23" y="114"/>
                  <a:pt x="23" y="113"/>
                  <a:pt x="23" y="113"/>
                </a:cubicBezTo>
                <a:cubicBezTo>
                  <a:pt x="65" y="109"/>
                  <a:pt x="65" y="109"/>
                  <a:pt x="65" y="109"/>
                </a:cubicBezTo>
                <a:cubicBezTo>
                  <a:pt x="65" y="110"/>
                  <a:pt x="65" y="110"/>
                  <a:pt x="65" y="110"/>
                </a:cubicBezTo>
                <a:cubicBezTo>
                  <a:pt x="65" y="110"/>
                  <a:pt x="65" y="111"/>
                  <a:pt x="65" y="111"/>
                </a:cubicBezTo>
                <a:close/>
                <a:moveTo>
                  <a:pt x="65" y="95"/>
                </a:moveTo>
                <a:cubicBezTo>
                  <a:pt x="23" y="99"/>
                  <a:pt x="23" y="99"/>
                  <a:pt x="23" y="99"/>
                </a:cubicBezTo>
                <a:cubicBezTo>
                  <a:pt x="23" y="99"/>
                  <a:pt x="23" y="98"/>
                  <a:pt x="23" y="98"/>
                </a:cubicBezTo>
                <a:cubicBezTo>
                  <a:pt x="23" y="98"/>
                  <a:pt x="23" y="97"/>
                  <a:pt x="23" y="97"/>
                </a:cubicBezTo>
                <a:cubicBezTo>
                  <a:pt x="65" y="93"/>
                  <a:pt x="65" y="93"/>
                  <a:pt x="65" y="93"/>
                </a:cubicBezTo>
                <a:cubicBezTo>
                  <a:pt x="65" y="93"/>
                  <a:pt x="65" y="94"/>
                  <a:pt x="65" y="94"/>
                </a:cubicBezTo>
                <a:cubicBezTo>
                  <a:pt x="65" y="94"/>
                  <a:pt x="65" y="95"/>
                  <a:pt x="65" y="95"/>
                </a:cubicBezTo>
                <a:close/>
                <a:moveTo>
                  <a:pt x="43" y="75"/>
                </a:moveTo>
                <a:cubicBezTo>
                  <a:pt x="25" y="75"/>
                  <a:pt x="11" y="61"/>
                  <a:pt x="11" y="43"/>
                </a:cubicBezTo>
                <a:cubicBezTo>
                  <a:pt x="11" y="25"/>
                  <a:pt x="25" y="11"/>
                  <a:pt x="43" y="11"/>
                </a:cubicBezTo>
                <a:cubicBezTo>
                  <a:pt x="61" y="11"/>
                  <a:pt x="76" y="25"/>
                  <a:pt x="76" y="43"/>
                </a:cubicBezTo>
                <a:cubicBezTo>
                  <a:pt x="76" y="61"/>
                  <a:pt x="61" y="75"/>
                  <a:pt x="43" y="75"/>
                </a:cubicBezTo>
                <a:close/>
              </a:path>
            </a:pathLst>
          </a:custGeom>
          <a:solidFill xmlns:a="http://schemas.openxmlformats.org/drawingml/2006/main">
            <a:srgbClr val="ED4D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</a:p>
        </p:txBody>
      </p:sp>
      <p:sp>
        <p:nvSpPr>
          <p:cNvPr id="2590" name="sanitized-shape-1905">
            <a:extLst xmlns:a="http://schemas.openxmlformats.org/drawingml/2006/main">
              <a:ext uri="{FF2B5EF4-FFF2-40B4-BE49-F238E27FC236}">
                <a16:creationId xmlns:a16="http://schemas.microsoft.com/office/drawing/2014/main" id="{00B37E1B-5ECF-44BD-B036-78517E7AE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2140" y="2249643"/>
            <a:ext cx="70826" cy="34294"/>
          </a:xfrm>
          <a:custGeom xmlns:a="http://schemas.openxmlformats.org/drawingml/2006/main">
            <a:rect l="l" t="t" r="r" b="b"/>
            <a:pathLst>
              <a:path w="24" h="13">
                <a:moveTo>
                  <a:pt x="0" y="3"/>
                </a:moveTo>
                <a:cubicBezTo>
                  <a:pt x="0" y="9"/>
                  <a:pt x="6" y="13"/>
                  <a:pt x="12" y="13"/>
                </a:cubicBezTo>
                <a:cubicBezTo>
                  <a:pt x="19" y="13"/>
                  <a:pt x="24" y="8"/>
                  <a:pt x="24" y="1"/>
                </a:cubicBezTo>
                <a:cubicBezTo>
                  <a:pt x="24" y="1"/>
                  <a:pt x="24" y="1"/>
                  <a:pt x="24" y="0"/>
                </a:cubicBezTo>
                <a:lnTo>
                  <a:pt x="0" y="3"/>
                </a:lnTo>
                <a:close/>
              </a:path>
            </a:pathLst>
          </a:custGeom>
          <a:solidFill xmlns:a="http://schemas.openxmlformats.org/drawingml/2006/main">
            <a:srgbClr val="ED4D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</a:p>
        </p:txBody>
      </p:sp>
      <p:sp>
        <p:nvSpPr>
          <p:cNvPr id="2591" name="sanitized-shape-1906">
            <a:extLst xmlns:a="http://schemas.openxmlformats.org/drawingml/2006/main">
              <a:ext uri="{FF2B5EF4-FFF2-40B4-BE49-F238E27FC236}">
                <a16:creationId xmlns:a16="http://schemas.microsoft.com/office/drawing/2014/main" id="{49D1B8D0-6D8F-4FE1-AD9D-0C62BC008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5648" y="2006150"/>
            <a:ext cx="81024" cy="274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4D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</a:p>
        </p:txBody>
      </p:sp>
      <p:sp>
        <p:nvSpPr>
          <p:cNvPr id="2592" name="sanitized-shape-1907">
            <a:extLst xmlns:a="http://schemas.openxmlformats.org/drawingml/2006/main">
              <a:ext uri="{FF2B5EF4-FFF2-40B4-BE49-F238E27FC236}">
                <a16:creationId xmlns:a16="http://schemas.microsoft.com/office/drawing/2014/main" id="{2994654C-A67C-48ED-8E58-963D6943D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494" y="2676600"/>
            <a:ext cx="1560000" cy="6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100" b="1">
                <a:solidFill>
                  <a:srgbClr val="ED5638"/>
                </a:solidFill>
              </a:rPr>
              <a:t/>
            </a:r>
          </a:p>
        </p:txBody>
      </p:sp>
      <p:sp>
        <p:nvSpPr>
          <p:cNvPr id="2593" name="sanitized-shape-1908">
            <a:extLst xmlns:a="http://schemas.openxmlformats.org/drawingml/2006/main">
              <a:ext uri="{FF2B5EF4-FFF2-40B4-BE49-F238E27FC236}">
                <a16:creationId xmlns:a16="http://schemas.microsoft.com/office/drawing/2014/main" id="{1D95FAD2-BEB5-49D7-8083-15178FED5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726" y="825677"/>
            <a:ext cx="1560000" cy="28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4D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11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594" name="sanitized-shape-1909">
            <a:extLst xmlns:a="http://schemas.openxmlformats.org/drawingml/2006/main">
              <a:ext uri="{FF2B5EF4-FFF2-40B4-BE49-F238E27FC236}">
                <a16:creationId xmlns:a16="http://schemas.microsoft.com/office/drawing/2014/main" id="{9CB533C8-860B-4C7B-A6B7-499DF9B3E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625" y="3456457"/>
            <a:ext cx="1480200" cy="5607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45700" rIns="45700" bIns="457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100" b="1"/>
              <a:t/>
            </a:r>
          </a:p>
        </p:txBody>
      </p:sp>
      <p:sp>
        <p:nvSpPr>
          <p:cNvPr id="2595" name="sanitized-shape-1910">
            <a:extLst xmlns:a="http://schemas.openxmlformats.org/drawingml/2006/main">
              <a:ext uri="{FF2B5EF4-FFF2-40B4-BE49-F238E27FC236}">
                <a16:creationId xmlns:a16="http://schemas.microsoft.com/office/drawing/2014/main" id="{B6313E5B-507B-46A0-82E1-035757EFD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625" y="4429996"/>
            <a:ext cx="1480200" cy="5607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45700" rIns="45700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1100" b="1"/>
              <a:t/>
            </a:r>
          </a:p>
        </p:txBody>
      </p:sp>
      <p:sp>
        <p:nvSpPr>
          <p:cNvPr id="2596" name="sanitized-shape-1911">
            <a:extLst xmlns:a="http://schemas.openxmlformats.org/drawingml/2006/main">
              <a:ext uri="{FF2B5EF4-FFF2-40B4-BE49-F238E27FC236}">
                <a16:creationId xmlns:a16="http://schemas.microsoft.com/office/drawing/2014/main" id="{A82BB0A0-EF25-4738-8340-D43C0A196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939" y="5301923"/>
            <a:ext cx="1523400" cy="5607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45700" rIns="45700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1100" b="1"/>
              <a:t/>
            </a:r>
          </a:p>
        </p:txBody>
      </p:sp>
      <p:sp>
        <p:nvSpPr>
          <p:cNvPr id="2597" name="sanitized-shape-1912">
            <a:extLst xmlns:a="http://schemas.openxmlformats.org/drawingml/2006/main">
              <a:ext uri="{FF2B5EF4-FFF2-40B4-BE49-F238E27FC236}">
                <a16:creationId xmlns:a16="http://schemas.microsoft.com/office/drawing/2014/main" id="{CF1941D9-1728-4FD4-A8F1-ED7083C8F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934793" y="3414695"/>
            <a:ext cx="381600" cy="153600"/>
          </a:xfrm>
          <a:prstGeom xmlns:a="http://schemas.openxmlformats.org/drawingml/2006/main" prst="triangle">
            <a:avLst>
              <a:gd name="adj" fmla="val 50000"/>
            </a:avLst>
          </a:prstGeom>
          <a:solidFill xmlns:a="http://schemas.openxmlformats.org/drawingml/2006/main">
            <a:srgbClr val="ED4D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</a:p>
        </p:txBody>
      </p:sp>
      <p:sp>
        <p:nvSpPr>
          <p:cNvPr id="2598" name="sanitized-shape-1913">
            <a:extLst xmlns:a="http://schemas.openxmlformats.org/drawingml/2006/main">
              <a:ext uri="{FF2B5EF4-FFF2-40B4-BE49-F238E27FC236}">
                <a16:creationId xmlns:a16="http://schemas.microsoft.com/office/drawing/2014/main" id="{00274DB6-925E-4F5C-B1FE-E7E058D40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5128" y="2192359"/>
            <a:ext cx="1715700" cy="218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900" b="1">
                <a:solidFill>
                  <a:srgbClr val="F04E1C"/>
                </a:solidFill>
              </a:rPr>
              <a:t/>
            </a:r>
          </a:p>
        </p:txBody>
      </p:sp>
      <p:graphicFrame>
        <p:nvGraphicFramePr>
          <p:cNvPr id="2732" name="sanitized-table-20"/>
          <p:cNvGraphicFramePr/>
          <p:nvPr/>
        </p:nvGraphicFramePr>
        <p:xfrm>
          <a:off xmlns:a="http://schemas.openxmlformats.org/drawingml/2006/main" x="4525041" y="1421670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{CDD7BB8A-1EDB-4F6B-BC6B-4E1E84436C22}</a:tableStyleId>
              </a:tblPr>
              <a:tblGrid>
                <a:gridCol w="2358700"/>
                <a:gridCol w="2184850"/>
              </a:tblGrid>
              <a:tr h="1002325">
                <a:tc>
                  <a:txBody>
                    <a:bodyPr/>
                    <a:lstStyle/>
                    <a:p>
                      <a:pPr marL="457200" marR="63500" lvl="0" indent="-29845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4E1C"/>
                        </a:buClr>
                        <a:buSzPts val="1100"/>
                        <a:buChar char="●"/>
                      </a:pPr>
                      <a:r>
                        <a:rPr sz="1100" b="1">
                          <a:solidFill>
                            <a:srgbClr val="F04E1C"/>
                          </a:solidFill>
                        </a:rPr>
                        <a:t/>
                      </a:r>
                    </a:p>
                  </a:txBody>
                  <a:tcPr marL="28575" marR="243825" marT="60925" marB="19075">
                    <a:lnL w="14100" cmpd="sng">
                      <a:solidFill>
                        <a:srgbClr val="FFC000">
                          <a:alpha val="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14100" cmpd="sng">
                      <a:solidFill>
                        <a:srgbClr val="BDBDBD">
                          <a:alpha val="0"/>
                        </a:srgbClr>
                      </a:solidFill>
                      <a:prstDash val="dash"/>
                    </a:lnT>
                    <a:lnB w="14100" cmpd="sng">
                      <a:solidFill>
                        <a:srgbClr val="BDBDBD">
                          <a:alpha val="0"/>
                        </a:srgbClr>
                      </a:solidFill>
                      <a:prstDash val="dash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63500" marR="63500" lvl="0"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solidFill>
                            <a:srgbClr val="F04E1C"/>
                          </a:solidFill>
                        </a:rPr>
                        <a:t/>
                      </a:r>
                    </a:p>
                  </a:txBody>
                  <a:tcPr marL="24375" marR="28575" marT="60925" marB="19075">
                    <a:lnL w="1270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28225" cmpd="sng">
                      <a:solidFill>
                        <a:srgbClr val="FFFFFF"/>
                      </a:solidFill>
                      <a:prstDash val="solid"/>
                    </a:lnR>
                    <a:lnT w="14100" cmpd="sng">
                      <a:solidFill>
                        <a:srgbClr val="BDBDBD">
                          <a:alpha val="0"/>
                        </a:srgbClr>
                      </a:solidFill>
                      <a:prstDash val="dash"/>
                    </a:lnT>
                    <a:lnB w="14100" cmpd="sng">
                      <a:solidFill>
                        <a:srgbClr val="BDBDBD">
                          <a:alpha val="0"/>
                        </a:srgbClr>
                      </a:solidFill>
                      <a:prstDash val="dash"/>
                    </a:lnB>
                    <a:solidFill>
                      <a:srgbClr val="FFFFFF"/>
                    </a:solidFill>
                  </a:tcPr>
                </a:tc>
              </a:tr>
              <a:tr h="325575">
                <a:tc rowSpan="2">
                  <a:txBody>
                    <a:bodyPr/>
                    <a:lstStyle/>
                    <a:p>
                      <a:pPr marL="457200" marR="63500" lvl="0" indent="-29845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4E1C"/>
                        </a:buClr>
                        <a:buSzPts val="1100"/>
                        <a:buChar char="●"/>
                      </a:pPr>
                      <a:r>
                        <a:rPr sz="1100" b="1">
                          <a:solidFill>
                            <a:srgbClr val="F04E1C"/>
                          </a:solidFill>
                        </a:rPr>
                        <a:t/>
                      </a:r>
                    </a:p>
                  </a:txBody>
                  <a:tcPr marL="28575" marR="243825" marT="60925" marB="19075">
                    <a:lnL w="14100" cmpd="sng">
                      <a:solidFill>
                        <a:srgbClr val="FFC000">
                          <a:alpha val="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14100" cmpd="sng">
                      <a:solidFill>
                        <a:srgbClr val="BDBDBD">
                          <a:alpha val="0"/>
                        </a:srgbClr>
                      </a:solidFill>
                      <a:prstDash val="dash"/>
                    </a:lnT>
                    <a:lnB w="14100" cmpd="sng">
                      <a:solidFill>
                        <a:srgbClr val="BDBDBD">
                          <a:alpha val="0"/>
                        </a:srgbClr>
                      </a:solidFill>
                      <a:prstDash val="dash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</a:tr>
              <a:tr h="1020800"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rowSpan="2">
                  <a:txBody>
                    <a:bodyPr/>
                    <a:lstStyle/>
                    <a:p>
                      <a:pPr marL="63500" marR="63500" lvl="0"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solidFill>
                            <a:srgbClr val="F04E1C"/>
                          </a:solidFill>
                        </a:rPr>
                        <a:t/>
                      </a:r>
                    </a:p>
                  </a:txBody>
                  <a:tcPr marL="28575" marR="28575" marT="60925" marB="19075">
                    <a:lnL w="1270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28225" cmpd="sng">
                      <a:solidFill>
                        <a:srgbClr val="FFFFFF"/>
                      </a:solidFill>
                      <a:prstDash val="solid"/>
                    </a:lnR>
                    <a:lnT w="14100" cmpd="sng">
                      <a:solidFill>
                        <a:srgbClr val="BDBDBD">
                          <a:alpha val="0"/>
                        </a:srgbClr>
                      </a:solidFill>
                      <a:prstDash val="dash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3000">
                <a:tc>
                  <a:txBody>
                    <a:bodyPr/>
                    <a:lstStyle/>
                    <a:p>
                      <a:pPr marL="457200" marR="63500" lvl="0" indent="-29210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4E1C"/>
                        </a:buClr>
                        <a:buSzPts val="1000"/>
                        <a:buChar char="●"/>
                      </a:pPr>
                      <a:r>
                        <a:rPr sz="1000" b="1">
                          <a:solidFill>
                            <a:srgbClr val="F04E1C"/>
                          </a:solidFill>
                        </a:rPr>
                        <a:t/>
                      </a:r>
                    </a:p>
                  </a:txBody>
                  <a:tcPr marL="28575" marR="243825" marT="60925" marB="19075">
                    <a:lnL w="14100" cmpd="sng">
                      <a:solidFill>
                        <a:srgbClr val="FFC000">
                          <a:alpha val="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14100" cmpd="sng">
                      <a:solidFill>
                        <a:srgbClr val="BDBDBD">
                          <a:alpha val="0"/>
                        </a:srgbClr>
                      </a:solidFill>
                      <a:prstDash val="dash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2600" name="sanitized-shape-1914">
            <a:extLst xmlns:a="http://schemas.openxmlformats.org/drawingml/2006/main">
              <a:ext uri="{FF2B5EF4-FFF2-40B4-BE49-F238E27FC236}">
                <a16:creationId xmlns:a16="http://schemas.microsoft.com/office/drawing/2014/main" id="{E6C2305F-5818-412C-80AE-599C4B63E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6869" y="825675"/>
            <a:ext cx="2475300" cy="54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70675" rIns="121900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EA4335"/>
                </a:solidFill>
              </a:rPr>
              <a:t/>
            </a:r>
          </a:p>
        </p:txBody>
      </p:sp>
      <p:sp>
        <p:nvSpPr>
          <p:cNvPr id="2601" name="sanitized-shape-1915">
            <a:extLst xmlns:a="http://schemas.openxmlformats.org/drawingml/2006/main">
              <a:ext uri="{FF2B5EF4-FFF2-40B4-BE49-F238E27FC236}">
                <a16:creationId xmlns:a16="http://schemas.microsoft.com/office/drawing/2014/main" id="{8D7AE6CA-0ACB-43AD-A224-636B3822F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0792" y="3141181"/>
            <a:ext cx="206700" cy="207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3F3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1700" tIns="52800" rIns="105625" bIns="528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sz="900">
                <a:solidFill>
                  <a:srgbClr val="FFFFFF"/>
                </a:solidFill>
              </a:rPr>
              <a:t/>
            </a:r>
          </a:p>
        </p:txBody>
      </p:sp>
      <p:sp>
        <p:nvSpPr>
          <p:cNvPr id="2602" name="sanitized-shape-1916">
            <a:extLst xmlns:a="http://schemas.openxmlformats.org/drawingml/2006/main">
              <a:ext uri="{FF2B5EF4-FFF2-40B4-BE49-F238E27FC236}">
                <a16:creationId xmlns:a16="http://schemas.microsoft.com/office/drawing/2014/main" id="{2A8105B5-6AC5-462A-A457-A1A2398C5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6297" y="825686"/>
            <a:ext cx="4574400" cy="28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4D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11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2603" name="sanitized-shape-1917">
            <a:extLst xmlns:a="http://schemas.openxmlformats.org/drawingml/2006/main">
              <a:ext uri="{FF2B5EF4-FFF2-40B4-BE49-F238E27FC236}">
                <a16:creationId xmlns:a16="http://schemas.microsoft.com/office/drawing/2014/main" id="{37A69AA1-1610-4D4E-8F3D-5E93BE844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8299" y="1115078"/>
            <a:ext cx="1770000" cy="23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000000"/>
                </a:solidFill>
              </a:rPr>
              <a:t/>
            </a:r>
          </a:p>
        </p:txBody>
      </p:sp>
      <p:sp>
        <p:nvSpPr>
          <p:cNvPr id="2604" name="sanitized-shape-1918">
            <a:extLst xmlns:a="http://schemas.openxmlformats.org/drawingml/2006/main">
              <a:ext uri="{FF2B5EF4-FFF2-40B4-BE49-F238E27FC236}">
                <a16:creationId xmlns:a16="http://schemas.microsoft.com/office/drawing/2014/main" id="{81005F59-53AF-4154-96E7-0DE767279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8299" y="4856449"/>
            <a:ext cx="1770000" cy="23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/>
              <a:t/>
            </a:r>
          </a:p>
        </p:txBody>
      </p:sp>
      <p:sp>
        <p:nvSpPr>
          <p:cNvPr id="2605" name="sanitized-shape-1919">
            <a:extLst xmlns:a="http://schemas.openxmlformats.org/drawingml/2006/main">
              <a:ext uri="{FF2B5EF4-FFF2-40B4-BE49-F238E27FC236}">
                <a16:creationId xmlns:a16="http://schemas.microsoft.com/office/drawing/2014/main" id="{AEE134E9-36D5-42CC-993C-A45553327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0792" y="4029966"/>
            <a:ext cx="206700" cy="207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3F3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1700" tIns="52800" rIns="105625" bIns="528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sz="900">
                <a:solidFill>
                  <a:srgbClr val="FFFFFF"/>
                </a:solidFill>
              </a:rPr>
              <a:t/>
            </a:r>
          </a:p>
        </p:txBody>
      </p:sp>
      <p:sp>
        <p:nvSpPr>
          <p:cNvPr id="2606" name="sanitized-shape-1920">
            <a:extLst xmlns:a="http://schemas.openxmlformats.org/drawingml/2006/main">
              <a:ext uri="{FF2B5EF4-FFF2-40B4-BE49-F238E27FC236}">
                <a16:creationId xmlns:a16="http://schemas.microsoft.com/office/drawing/2014/main" id="{D30AD802-C898-4815-B175-7E69F903D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4451" y="1915561"/>
            <a:ext cx="206700" cy="207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3F3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sz="1300">
                <a:solidFill>
                  <a:srgbClr val="FFFFFF"/>
                </a:solidFill>
              </a:rPr>
              <a:t/>
            </a:r>
          </a:p>
        </p:txBody>
      </p:sp>
      <p:sp>
        <p:nvSpPr>
          <p:cNvPr id="2607" name="sanitized-shape-1921">
            <a:extLst xmlns:a="http://schemas.openxmlformats.org/drawingml/2006/main">
              <a:ext uri="{FF2B5EF4-FFF2-40B4-BE49-F238E27FC236}">
                <a16:creationId xmlns:a16="http://schemas.microsoft.com/office/drawing/2014/main" id="{37449CAC-07AE-4579-BC0D-B024E711C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726" y="2135324"/>
            <a:ext cx="206700" cy="207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3F3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sz="1300">
                <a:solidFill>
                  <a:srgbClr val="FFFFFF"/>
                </a:solidFill>
              </a:rPr>
              <a:t/>
            </a:r>
          </a:p>
        </p:txBody>
      </p:sp>
      <p:sp>
        <p:nvSpPr>
          <p:cNvPr id="2608" name="sanitized-shape-1922">
            <a:extLst xmlns:a="http://schemas.openxmlformats.org/drawingml/2006/main">
              <a:ext uri="{FF2B5EF4-FFF2-40B4-BE49-F238E27FC236}">
                <a16:creationId xmlns:a16="http://schemas.microsoft.com/office/drawing/2014/main" id="{D2DB5E0A-EB37-4ABB-AAFE-8E05010D1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444" y="6249350"/>
            <a:ext cx="11616600" cy="61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60925" rIns="121900" bIns="6092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sz="800" b="0" i="1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609" name="sanitized-shape-1923">
            <a:extLst xmlns:a="http://schemas.openxmlformats.org/drawingml/2006/main">
              <a:ext uri="{FF2B5EF4-FFF2-40B4-BE49-F238E27FC236}">
                <a16:creationId xmlns:a16="http://schemas.microsoft.com/office/drawing/2014/main" id="{86F8741D-0B9A-420D-B36E-1F65A76C5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8751" y="4236013"/>
            <a:ext cx="1283100" cy="23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chemeClr val="lt1"/>
                </a:solidFill>
              </a:rPr>
              <a:t/>
            </a:r>
          </a:p>
        </p:txBody>
      </p:sp>
      <p:sp>
        <p:nvSpPr>
          <p:cNvPr id="2610" name="sanitized-shape-1924">
            <a:extLst xmlns:a="http://schemas.openxmlformats.org/drawingml/2006/main">
              <a:ext uri="{FF2B5EF4-FFF2-40B4-BE49-F238E27FC236}">
                <a16:creationId xmlns:a16="http://schemas.microsoft.com/office/drawing/2014/main" id="{F5ED1422-08FF-4128-A319-9E309910C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091" y="5780329"/>
            <a:ext cx="1335000" cy="23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chemeClr val="lt1"/>
                </a:solidFill>
              </a:rPr>
              <a:t/>
            </a:r>
          </a:p>
        </p:txBody>
      </p:sp>
      <p:sp>
        <p:nvSpPr>
          <p:cNvPr id="2611" name="sanitized-shape-1925">
            <a:extLst xmlns:a="http://schemas.openxmlformats.org/drawingml/2006/main">
              <a:ext uri="{FF2B5EF4-FFF2-40B4-BE49-F238E27FC236}">
                <a16:creationId xmlns:a16="http://schemas.microsoft.com/office/drawing/2014/main" id="{2E29EA72-5EF4-4D58-8189-977877E7E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141" y="4790125"/>
            <a:ext cx="2475300" cy="102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457200" marR="63500" lvl="0" indent="-2984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04E1C"/>
              </a:buClr>
              <a:buSzPts val="1100"/>
              <a:buChar char="●"/>
            </a:pPr>
            <a:r>
              <a:rPr sz="1100" b="1">
                <a:solidFill>
                  <a:srgbClr val="F04E1C"/>
                </a:solidFill>
              </a:rPr>
              <a:t/>
            </a:r>
          </a:p>
        </p:txBody>
      </p:sp>
      <p:sp>
        <p:nvSpPr>
          <p:cNvPr id="2612" name="sanitized-shape-1926">
            <a:extLst xmlns:a="http://schemas.openxmlformats.org/drawingml/2006/main">
              <a:ext uri="{FF2B5EF4-FFF2-40B4-BE49-F238E27FC236}">
                <a16:creationId xmlns:a16="http://schemas.microsoft.com/office/drawing/2014/main" id="{F7149EC9-CFEC-45CD-96AD-961F92128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9371" y="4823575"/>
            <a:ext cx="1895400" cy="88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6350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F04E1C"/>
                </a:solidFill>
              </a:rPr>
              <a:t/>
            </a:r>
          </a:p>
        </p:txBody>
      </p:sp>
      <p:cxnSp>
        <p:nvCxnSpPr>
          <p:cNvPr id="2746" name="sanitized-shape-1927"/>
          <p:cNvCxnSpPr/>
          <p:nvPr/>
        </p:nvCxnSpPr>
        <p:spPr>
          <a:xfrm xmlns:a="http://schemas.openxmlformats.org/drawingml/2006/main">
            <a:off x="4552561" y="6025904"/>
            <a:ext cx="4543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14" name="sanitized-shape-1928">
            <a:extLst xmlns:a="http://schemas.openxmlformats.org/drawingml/2006/main">
              <a:ext uri="{FF2B5EF4-FFF2-40B4-BE49-F238E27FC236}">
                <a16:creationId xmlns:a16="http://schemas.microsoft.com/office/drawing/2014/main" id="{4729177A-BA14-4709-A514-32151DC20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0791" y="649289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rPr sz="1200">
                <a:solidFill>
                  <a:srgbClr val="000000"/>
                </a:solidFill>
              </a:rPr>
              <a:t/>
            </a:fld>
          </a:p>
        </p:txBody>
      </p:sp>
    </p:spTree>
    <p:extLst>
      <p:ext uri="{BB962C8B-B14F-4D97-AF65-F5344CB8AC3E}">
        <p14:creationId xmlns:p14="http://schemas.microsoft.com/office/powerpoint/2010/main" val="355344954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19" name="sanitized-shape-1929">
            <a:extLst xmlns:a="http://schemas.openxmlformats.org/drawingml/2006/main">
              <a:ext uri="{FF2B5EF4-FFF2-40B4-BE49-F238E27FC236}">
                <a16:creationId xmlns:a16="http://schemas.microsoft.com/office/drawing/2014/main" id="{80A50646-92BF-4CDA-858E-78B4E1B2A3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98783" y="119100"/>
            <a:ext cx="11266800" cy="563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68550" tIns="68550" rIns="68550" bIns="6855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sz="1500">
                <a:solidFill>
                  <a:srgbClr val="EE4D2D"/>
                </a:solidFill>
              </a:rPr>
              <a:t/>
            </a:r>
          </a:p>
        </p:txBody>
      </p:sp>
      <p:graphicFrame>
        <p:nvGraphicFramePr>
          <p:cNvPr id="2635" name="sanitized-table-21"/>
          <p:cNvGraphicFramePr/>
          <p:nvPr/>
        </p:nvGraphicFramePr>
        <p:xfrm>
          <a:off xmlns:a="http://schemas.openxmlformats.org/drawingml/2006/main" x="164376" y="631945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{CDD7BB8A-1EDB-4F6B-BC6B-4E1E84436C22}</a:tableStyleId>
              </a:tblPr>
              <a:tblGrid>
                <a:gridCol w="1051350"/>
                <a:gridCol w="1600325"/>
                <a:gridCol w="921125"/>
                <a:gridCol w="921125"/>
                <a:gridCol w="939700"/>
                <a:gridCol w="921125"/>
                <a:gridCol w="921125"/>
                <a:gridCol w="921125"/>
                <a:gridCol w="921125"/>
                <a:gridCol w="921125"/>
                <a:gridCol w="921125"/>
                <a:gridCol w="921125"/>
              </a:tblGrid>
              <a:tr h="28567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</a:p>
                  </a:txBody>
                  <a:tcPr marL="28575" marR="28575" marT="19050" marB="19050" anchor="ctr"/>
                </a:tc>
                <a:tc gridSpan="2"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i="1"/>
                        <a:t/>
                      </a:r>
                    </a:p>
                  </a:txBody>
                  <a:tcPr marL="91425" marR="91425" marT="19050" marB="19050" anchor="b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gridSpan="2"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i="1"/>
                        <a:t/>
                      </a:r>
                    </a:p>
                  </a:txBody>
                  <a:tcPr marL="91425" marR="91425" marT="19050" marB="19050" anchor="b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</a:tr>
              <a:tr h="49017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28575" marR="28575" marT="19050" marB="1905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lnR w="9525" cmpd="sng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28575" marR="28575" marT="19050" marB="1905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28575" marR="28575" marT="19050" marB="1905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28575" marR="28575" marT="19050" marB="1905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dash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28575" marR="28575" marT="19050" marB="19050" anchor="ctr">
                    <a:lnL w="9525" cmpd="sng">
                      <a:solidFill>
                        <a:srgbClr val="000000"/>
                      </a:solidFill>
                      <a:prstDash val="dash"/>
                    </a:lnL>
                    <a:lnR w="9525" cmpd="sng">
                      <a:solidFill>
                        <a:srgbClr val="000000"/>
                      </a:solidFill>
                      <a:prstDash val="dash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28575" marR="28575" marT="19050" marB="19050" anchor="ctr">
                    <a:lnL w="9525" cmpd="sng">
                      <a:solidFill>
                        <a:srgbClr val="000000"/>
                      </a:solidFill>
                      <a:prstDash val="dash"/>
                    </a:lnL>
                    <a:lnR w="9525" cmpd="sng">
                      <a:solidFill>
                        <a:srgbClr val="000000"/>
                      </a:solidFill>
                      <a:prstDash val="dash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28575" marR="28575" marT="19050" marB="19050" anchor="ctr">
                    <a:lnL w="9525" cmpd="sng">
                      <a:solidFill>
                        <a:srgbClr val="000000"/>
                      </a:solidFill>
                      <a:prstDash val="dash"/>
                    </a:lnL>
                    <a:lnR w="9525" cmpd="sng">
                      <a:solidFill>
                        <a:srgbClr val="000000"/>
                      </a:solidFill>
                      <a:prstDash val="dash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28575" marR="28575" marT="19050" marB="19050" anchor="ctr">
                    <a:lnL w="9525" cmpd="sng">
                      <a:solidFill>
                        <a:srgbClr val="000000"/>
                      </a:solidFill>
                      <a:prstDash val="dash"/>
                    </a:lnL>
                    <a:lnR w="9525" cmpd="sng">
                      <a:solidFill>
                        <a:srgbClr val="000000"/>
                      </a:solidFill>
                      <a:prstDash val="dash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28575" marR="28575" marT="19050" marB="19050" anchor="ctr">
                    <a:lnL w="9525" cmpd="sng">
                      <a:solidFill>
                        <a:srgbClr val="000000"/>
                      </a:solidFill>
                      <a:prstDash val="dash"/>
                    </a:lnL>
                    <a:lnR w="9525" cmpd="sng">
                      <a:solidFill>
                        <a:srgbClr val="000000"/>
                      </a:solidFill>
                      <a:prstDash val="dash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28575" marR="28575" marT="19050" marB="19050" anchor="ctr">
                    <a:lnL w="9525" cmpd="sng">
                      <a:solidFill>
                        <a:srgbClr val="000000"/>
                      </a:solidFill>
                      <a:prstDash val="dash"/>
                    </a:lnL>
                    <a:lnR w="9525" cmpd="sng">
                      <a:solidFill>
                        <a:srgbClr val="000000"/>
                      </a:solidFill>
                      <a:prstDash val="dash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28575" marR="28575" marT="19050" marB="19050" anchor="ctr">
                    <a:lnL w="9525" cmpd="sng">
                      <a:solidFill>
                        <a:srgbClr val="000000"/>
                      </a:solidFill>
                      <a:prstDash val="dash"/>
                    </a:lnL>
                    <a:lnR w="9525" cmpd="sng">
                      <a:solidFill>
                        <a:srgbClr val="000000"/>
                      </a:solidFill>
                      <a:prstDash val="dash"/>
                    </a:lnR>
                    <a:solidFill>
                      <a:srgbClr val="000000"/>
                    </a:solidFill>
                  </a:tcPr>
                </a:tc>
              </a:tr>
              <a:tr h="308650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/>
                        <a:t/>
                      </a:r>
                    </a:p>
                  </a:txBody>
                  <a:tcPr marL="28575" marR="28575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28575" marR="28575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28575" marR="28575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28575" marR="28575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28575" marR="28575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28575" marR="28575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28575" marR="28575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/>
                        <a:t/>
                      </a:r>
                    </a:p>
                  </a:txBody>
                  <a:tcPr marL="28575" marR="28575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28575" marR="28575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solidFill>
                            <a:srgbClr val="FF0000"/>
                          </a:solidFill>
                        </a:rPr>
                        <a:t/>
                      </a:r>
                    </a:p>
                  </a:txBody>
                  <a:tcPr marL="28575" marR="28575" marT="19050" marB="1905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solidFill>
                            <a:srgbClr val="008000"/>
                          </a:solidFill>
                        </a:rPr>
                        <a:t/>
                      </a:r>
                    </a:p>
                  </a:txBody>
                  <a:tcPr marL="28575" marR="28575" marT="19050" marB="19050" anchor="ctr">
                    <a:solidFill>
                      <a:srgbClr val="B7E1CD"/>
                    </a:solidFill>
                  </a:tcPr>
                </a:tc>
              </a:tr>
              <a:tr h="247025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/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solidFill>
                            <a:srgbClr val="FF0000"/>
                          </a:solidFill>
                        </a:rPr>
                        <a:t/>
                      </a:r>
                    </a:p>
                  </a:txBody>
                  <a:tcPr marL="28575" marR="28575" marT="19050" marB="1905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solidFill>
                            <a:srgbClr val="FF0000"/>
                          </a:solidFill>
                        </a:rPr>
                        <a:t/>
                      </a:r>
                    </a:p>
                  </a:txBody>
                  <a:tcPr marL="28575" marR="28575" marT="19050" marB="19050" anchor="ctr">
                    <a:solidFill>
                      <a:srgbClr val="F4CCCC"/>
                    </a:solidFill>
                  </a:tcPr>
                </a:tc>
              </a:tr>
              <a:tr h="267800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</a:p>
                  </a:txBody>
                  <a:tcPr marL="28575" marR="28575" marT="19050" marB="19050" anchor="ctr">
                    <a:lnB w="9525" cmpd="sng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/>
                        <a:t/>
                      </a:r>
                    </a:p>
                  </a:txBody>
                  <a:tcPr marL="28575" marR="28575" marT="19050" marB="19050" anchor="ctr">
                    <a:lnB w="9525" cmpd="sng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28575" marR="28575" marT="19050" marB="19050" anchor="ctr">
                    <a:lnB w="9525" cmpd="sng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28575" marR="28575" marT="19050" marB="19050" anchor="ctr">
                    <a:lnB w="9525" cmpd="sng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28575" marR="28575" marT="19050" marB="19050" anchor="ctr">
                    <a:lnB w="9525" cmpd="sng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28575" marR="28575" marT="19050" marB="19050" anchor="ctr">
                    <a:lnB w="9525" cmpd="sng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28575" marR="28575" marT="19050" marB="19050" anchor="ctr">
                    <a:lnB w="9525" cmpd="sng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28575" marR="28575" marT="19050" marB="19050" anchor="ctr">
                    <a:lnB w="9525" cmpd="sng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28575" marR="28575" marT="19050" marB="19050" anchor="ctr">
                    <a:lnB w="9525" cmpd="sng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solidFill>
                            <a:srgbClr val="008000"/>
                          </a:solidFill>
                        </a:rPr>
                        <a:t/>
                      </a:r>
                    </a:p>
                  </a:txBody>
                  <a:tcPr marL="28575" marR="28575" marT="19050" marB="19050" anchor="ctr">
                    <a:lnB w="9525" cmpd="sng">
                      <a:solidFill>
                        <a:srgbClr val="999999"/>
                      </a:solidFill>
                      <a:prstDash val="solid"/>
                    </a:lnB>
                    <a:solidFill>
                      <a:srgbClr val="B7E1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28575" marR="28575" marT="19050" marB="19050" anchor="ctr">
                    <a:lnB w="9525" cmpd="sng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solidFill>
                            <a:srgbClr val="008000"/>
                          </a:solidFill>
                        </a:rPr>
                        <a:t/>
                      </a:r>
                    </a:p>
                  </a:txBody>
                  <a:tcPr marL="28575" marR="28575" marT="19050" marB="19050" anchor="ctr">
                    <a:lnB w="9525" cmpd="sng">
                      <a:solidFill>
                        <a:srgbClr val="999999"/>
                      </a:solidFill>
                      <a:prstDash val="solid"/>
                    </a:lnB>
                    <a:solidFill>
                      <a:srgbClr val="B7E1CD"/>
                    </a:solidFill>
                  </a:tcPr>
                </a:tc>
              </a:tr>
              <a:tr h="326950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/>
                        <a:t/>
                      </a:r>
                    </a:p>
                  </a:txBody>
                  <a:tcPr marL="28575" marR="28575" marT="19050" marB="19050" anchor="ctr">
                    <a:lnT w="9525" cmpd="sng">
                      <a:solidFill>
                        <a:srgbClr val="999999"/>
                      </a:solidFill>
                      <a:prstDash val="solid"/>
                    </a:lnT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28575" marR="28575" marT="19050" marB="19050" anchor="ctr">
                    <a:lnT w="9525" cmpd="sng">
                      <a:solidFill>
                        <a:srgbClr val="999999"/>
                      </a:solidFill>
                      <a:prstDash val="solid"/>
                    </a:lnT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28575" marR="28575" marT="19050" marB="19050" anchor="ctr">
                    <a:lnT w="9525" cmpd="sng">
                      <a:solidFill>
                        <a:srgbClr val="999999"/>
                      </a:solidFill>
                      <a:prstDash val="solid"/>
                    </a:lnT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28575" marR="28575" marT="19050" marB="19050" anchor="ctr">
                    <a:lnT w="9525" cmpd="sng">
                      <a:solidFill>
                        <a:srgbClr val="999999"/>
                      </a:solidFill>
                      <a:prstDash val="solid"/>
                    </a:lnT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28575" marR="28575" marT="19050" marB="19050" anchor="ctr">
                    <a:lnT w="9525" cmpd="sng">
                      <a:solidFill>
                        <a:srgbClr val="999999"/>
                      </a:solidFill>
                      <a:prstDash val="solid"/>
                    </a:lnT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28575" marR="28575" marT="19050" marB="19050" anchor="ctr">
                    <a:lnT w="9525" cmpd="sng">
                      <a:solidFill>
                        <a:srgbClr val="999999"/>
                      </a:solidFill>
                      <a:prstDash val="solid"/>
                    </a:lnT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28575" marR="28575" marT="19050" marB="19050" anchor="ctr">
                    <a:lnT w="9525" cmpd="sng">
                      <a:solidFill>
                        <a:srgbClr val="999999"/>
                      </a:solidFill>
                      <a:prstDash val="solid"/>
                    </a:lnT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/>
                        <a:t/>
                      </a:r>
                    </a:p>
                  </a:txBody>
                  <a:tcPr marL="28575" marR="28575" marT="19050" marB="19050" anchor="ctr">
                    <a:lnT w="9525" cmpd="sng">
                      <a:solidFill>
                        <a:srgbClr val="999999"/>
                      </a:solidFill>
                      <a:prstDash val="solid"/>
                    </a:lnT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28575" marR="28575" marT="19050" marB="19050" anchor="ctr">
                    <a:lnT w="9525" cmpd="sng">
                      <a:solidFill>
                        <a:srgbClr val="999999"/>
                      </a:solidFill>
                      <a:prstDash val="solid"/>
                    </a:lnT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solidFill>
                            <a:srgbClr val="008000"/>
                          </a:solidFill>
                        </a:rPr>
                        <a:t/>
                      </a:r>
                    </a:p>
                  </a:txBody>
                  <a:tcPr marL="28575" marR="28575" marT="19050" marB="19050" anchor="ctr">
                    <a:lnT w="9525" cmpd="sng">
                      <a:solidFill>
                        <a:srgbClr val="999999"/>
                      </a:solidFill>
                      <a:prstDash val="solid"/>
                    </a:lnT>
                    <a:solidFill>
                      <a:srgbClr val="B7E1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28575" marR="28575" marT="19050" marB="19050" anchor="ctr">
                    <a:lnT w="9525" cmpd="sng">
                      <a:solidFill>
                        <a:srgbClr val="99999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solidFill>
                            <a:srgbClr val="008000"/>
                          </a:solidFill>
                        </a:rPr>
                        <a:t/>
                      </a:r>
                    </a:p>
                  </a:txBody>
                  <a:tcPr marL="28575" marR="28575" marT="19050" marB="19050" anchor="ctr">
                    <a:lnT w="9525" cmpd="sng">
                      <a:solidFill>
                        <a:srgbClr val="999999"/>
                      </a:solidFill>
                      <a:prstDash val="solid"/>
                    </a:lnT>
                    <a:solidFill>
                      <a:srgbClr val="B7E1CD"/>
                    </a:solidFill>
                  </a:tcPr>
                </a:tc>
              </a:tr>
              <a:tr h="247025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/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solidFill>
                            <a:srgbClr val="FF0000"/>
                          </a:solidFill>
                        </a:rPr>
                        <a:t/>
                      </a:r>
                    </a:p>
                  </a:txBody>
                  <a:tcPr marL="28575" marR="28575" marT="19050" marB="1905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solidFill>
                            <a:srgbClr val="FF0000"/>
                          </a:solidFill>
                        </a:rPr>
                        <a:t/>
                      </a:r>
                    </a:p>
                  </a:txBody>
                  <a:tcPr marL="28575" marR="28575" marT="19050" marB="19050" anchor="ctr">
                    <a:solidFill>
                      <a:srgbClr val="F4CCCC"/>
                    </a:solidFill>
                  </a:tcPr>
                </a:tc>
              </a:tr>
              <a:tr h="267800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</a:p>
                  </a:txBody>
                  <a:tcPr marL="28575" marR="28575" marT="19050" marB="19050" anchor="ctr">
                    <a:lnB w="9525" cmpd="sng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/>
                        <a:t/>
                      </a:r>
                    </a:p>
                  </a:txBody>
                  <a:tcPr marL="28575" marR="28575" marT="19050" marB="19050" anchor="ctr">
                    <a:lnB w="9525" cmpd="sng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28575" marR="28575" marT="19050" marB="19050" anchor="ctr">
                    <a:lnB w="9525" cmpd="sng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28575" marR="28575" marT="19050" marB="19050" anchor="ctr">
                    <a:lnB w="9525" cmpd="sng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28575" marR="28575" marT="19050" marB="19050" anchor="ctr">
                    <a:lnB w="9525" cmpd="sng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28575" marR="28575" marT="19050" marB="19050" anchor="ctr">
                    <a:lnB w="9525" cmpd="sng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28575" marR="28575" marT="19050" marB="19050" anchor="ctr">
                    <a:lnB w="9525" cmpd="sng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28575" marR="28575" marT="19050" marB="19050" anchor="ctr">
                    <a:lnB w="9525" cmpd="sng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28575" marR="28575" marT="19050" marB="19050" anchor="ctr">
                    <a:lnB w="9525" cmpd="sng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solidFill>
                            <a:srgbClr val="008000"/>
                          </a:solidFill>
                        </a:rPr>
                        <a:t/>
                      </a:r>
                    </a:p>
                  </a:txBody>
                  <a:tcPr marL="28575" marR="28575" marT="19050" marB="19050" anchor="ctr">
                    <a:lnB w="9525" cmpd="sng">
                      <a:solidFill>
                        <a:srgbClr val="999999"/>
                      </a:solidFill>
                      <a:prstDash val="solid"/>
                    </a:lnB>
                    <a:solidFill>
                      <a:srgbClr val="B7E1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28575" marR="28575" marT="19050" marB="19050" anchor="ctr">
                    <a:lnB w="9525" cmpd="sng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solidFill>
                            <a:srgbClr val="008000"/>
                          </a:solidFill>
                        </a:rPr>
                        <a:t/>
                      </a:r>
                    </a:p>
                  </a:txBody>
                  <a:tcPr marL="28575" marR="28575" marT="19050" marB="19050" anchor="ctr">
                    <a:lnB w="9525" cmpd="sng">
                      <a:solidFill>
                        <a:srgbClr val="999999"/>
                      </a:solidFill>
                      <a:prstDash val="solid"/>
                    </a:lnB>
                    <a:solidFill>
                      <a:srgbClr val="B7E1CD"/>
                    </a:solidFill>
                  </a:tcPr>
                </a:tc>
              </a:tr>
              <a:tr h="169250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/>
                        <a:t/>
                      </a:r>
                    </a:p>
                  </a:txBody>
                  <a:tcPr marL="28575" marR="28575" marT="19050" marB="19050" anchor="ctr">
                    <a:lnT w="9525" cmpd="sng">
                      <a:solidFill>
                        <a:srgbClr val="999999"/>
                      </a:solidFill>
                      <a:prstDash val="solid"/>
                    </a:lnT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28575" marR="28575" marT="19050" marB="19050" anchor="ctr">
                    <a:lnT w="9525" cmpd="sng">
                      <a:solidFill>
                        <a:srgbClr val="999999"/>
                      </a:solidFill>
                      <a:prstDash val="solid"/>
                    </a:lnT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28575" marR="28575" marT="19050" marB="19050" anchor="ctr">
                    <a:lnT w="9525" cmpd="sng">
                      <a:solidFill>
                        <a:srgbClr val="999999"/>
                      </a:solidFill>
                      <a:prstDash val="solid"/>
                    </a:lnT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28575" marR="28575" marT="19050" marB="19050" anchor="ctr">
                    <a:lnT w="9525" cmpd="sng">
                      <a:solidFill>
                        <a:srgbClr val="999999"/>
                      </a:solidFill>
                      <a:prstDash val="solid"/>
                    </a:lnT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28575" marR="28575" marT="19050" marB="19050" anchor="ctr">
                    <a:lnT w="9525" cmpd="sng">
                      <a:solidFill>
                        <a:srgbClr val="999999"/>
                      </a:solidFill>
                      <a:prstDash val="solid"/>
                    </a:lnT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28575" marR="28575" marT="19050" marB="19050" anchor="ctr">
                    <a:lnT w="9525" cmpd="sng">
                      <a:solidFill>
                        <a:srgbClr val="999999"/>
                      </a:solidFill>
                      <a:prstDash val="solid"/>
                    </a:lnT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28575" marR="28575" marT="19050" marB="19050" anchor="ctr">
                    <a:lnT w="9525" cmpd="sng">
                      <a:solidFill>
                        <a:srgbClr val="999999"/>
                      </a:solidFill>
                      <a:prstDash val="solid"/>
                    </a:lnT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28575" marR="28575" marT="19050" marB="19050" anchor="ctr">
                    <a:lnT w="9525" cmpd="sng">
                      <a:solidFill>
                        <a:srgbClr val="999999"/>
                      </a:solidFill>
                      <a:prstDash val="solid"/>
                    </a:lnT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28575" marR="28575" marT="19050" marB="19050" anchor="ctr">
                    <a:lnT w="9525" cmpd="sng">
                      <a:solidFill>
                        <a:srgbClr val="999999"/>
                      </a:solidFill>
                      <a:prstDash val="solid"/>
                    </a:lnT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solidFill>
                            <a:srgbClr val="FF0000"/>
                          </a:solidFill>
                        </a:rPr>
                        <a:t/>
                      </a:r>
                    </a:p>
                  </a:txBody>
                  <a:tcPr marL="28575" marR="28575" marT="19050" marB="19050" anchor="ctr">
                    <a:lnT w="9525" cmpd="sng">
                      <a:solidFill>
                        <a:srgbClr val="999999"/>
                      </a:solidFill>
                      <a:prstDash val="solid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28575" marR="28575" marT="19050" marB="19050" anchor="ctr">
                    <a:lnT w="9525" cmpd="sng">
                      <a:solidFill>
                        <a:srgbClr val="99999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solidFill>
                            <a:srgbClr val="FF0000"/>
                          </a:solidFill>
                        </a:rPr>
                        <a:t/>
                      </a:r>
                    </a:p>
                  </a:txBody>
                  <a:tcPr marL="28575" marR="28575" marT="19050" marB="19050" anchor="ctr">
                    <a:lnT w="9525" cmpd="sng">
                      <a:solidFill>
                        <a:srgbClr val="999999"/>
                      </a:solidFill>
                      <a:prstDash val="solid"/>
                    </a:lnT>
                    <a:solidFill>
                      <a:srgbClr val="F4CCCC"/>
                    </a:solidFill>
                  </a:tcPr>
                </a:tc>
              </a:tr>
              <a:tr h="235150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/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solidFill>
                            <a:srgbClr val="FF0000"/>
                          </a:solidFill>
                        </a:rPr>
                        <a:t/>
                      </a:r>
                    </a:p>
                  </a:txBody>
                  <a:tcPr marL="28575" marR="28575" marT="19050" marB="1905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solidFill>
                            <a:srgbClr val="FF0000"/>
                          </a:solidFill>
                        </a:rPr>
                        <a:t/>
                      </a:r>
                    </a:p>
                  </a:txBody>
                  <a:tcPr marL="28575" marR="28575" marT="19050" marB="19050" anchor="ctr">
                    <a:solidFill>
                      <a:srgbClr val="F4CCCC"/>
                    </a:solidFill>
                  </a:tcPr>
                </a:tc>
              </a:tr>
              <a:tr h="235150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</a:p>
                  </a:txBody>
                  <a:tcPr marL="28575" marR="28575" marT="19050" marB="19050" anchor="ctr">
                    <a:lnB w="952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/>
                        <a:t/>
                      </a:r>
                    </a:p>
                  </a:txBody>
                  <a:tcPr marL="28575" marR="28575" marT="19050" marB="19050" anchor="ctr">
                    <a:lnB w="952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28575" marR="28575" marT="19050" marB="19050" anchor="ctr">
                    <a:lnB w="952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28575" marR="28575" marT="19050" marB="19050" anchor="ctr">
                    <a:lnB w="952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28575" marR="28575" marT="19050" marB="19050" anchor="ctr">
                    <a:lnB w="952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28575" marR="28575" marT="19050" marB="19050" anchor="ctr">
                    <a:lnB w="952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28575" marR="28575" marT="19050" marB="19050" anchor="ctr">
                    <a:lnB w="952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28575" marR="28575" marT="19050" marB="19050" anchor="ctr">
                    <a:lnB w="952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28575" marR="28575" marT="19050" marB="19050" anchor="ctr">
                    <a:lnB w="952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solidFill>
                            <a:srgbClr val="008000"/>
                          </a:solidFill>
                        </a:rPr>
                        <a:t/>
                      </a:r>
                    </a:p>
                  </a:txBody>
                  <a:tcPr marL="28575" marR="28575" marT="19050" marB="19050" anchor="ctr">
                    <a:lnB w="95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B7E1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28575" marR="28575" marT="19050" marB="19050" anchor="ctr">
                    <a:lnB w="952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solidFill>
                            <a:srgbClr val="008000"/>
                          </a:solidFill>
                        </a:rPr>
                        <a:t/>
                      </a:r>
                    </a:p>
                  </a:txBody>
                  <a:tcPr marL="28575" marR="28575" marT="19050" marB="19050" anchor="ctr">
                    <a:lnB w="95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B7E1CD"/>
                    </a:solidFill>
                  </a:tcPr>
                </a:tc>
              </a:tr>
            </a:tbl>
          </a:graphicData>
        </a:graphic>
      </p:graphicFrame>
      <p:sp>
        <p:nvSpPr>
          <p:cNvPr id="2621" name="sanitized-shape-1930">
            <a:extLst xmlns:a="http://schemas.openxmlformats.org/drawingml/2006/main">
              <a:ext uri="{FF2B5EF4-FFF2-40B4-BE49-F238E27FC236}">
                <a16:creationId xmlns:a16="http://schemas.microsoft.com/office/drawing/2014/main" id="{03B0E8B0-2E6A-4833-A2E1-F6484C04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77" y="3901250"/>
            <a:ext cx="11952900" cy="26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60925" rIns="121900" bIns="60925" anchor="ctr">
            <a:noAutofit/>
          </a:bodyPr>
          <a:lstStyle xmlns:a="http://schemas.openxmlformats.org/drawingml/2006/main"/>
          <a:p xmlns:a="http://schemas.openxmlformats.org/drawingml/2006/main">
            <a:pPr marL="0" marR="12700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622" name="sanitized-shape-1931">
            <a:extLst xmlns:a="http://schemas.openxmlformats.org/drawingml/2006/main">
              <a:ext uri="{FF2B5EF4-FFF2-40B4-BE49-F238E27FC236}">
                <a16:creationId xmlns:a16="http://schemas.microsoft.com/office/drawing/2014/main" id="{C528682A-337A-4FAD-9C56-6ED2C9BCA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93550"/>
            <a:ext cx="12189000" cy="46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00" i="1">
                <a:solidFill>
                  <a:schemeClr val="dk1"/>
                </a:solidFill>
              </a:rPr>
              <a:t/>
            </a:r>
          </a:p>
        </p:txBody>
      </p:sp>
      <p:sp>
        <p:nvSpPr>
          <p:cNvPr id="2623" name="sanitized-shape-1932">
            <a:extLst xmlns:a="http://schemas.openxmlformats.org/drawingml/2006/main">
              <a:ext uri="{FF2B5EF4-FFF2-40B4-BE49-F238E27FC236}">
                <a16:creationId xmlns:a16="http://schemas.microsoft.com/office/drawing/2014/main" id="{D7CF20BB-8A53-44C2-96E9-0DFF48B53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358975" y="936700"/>
            <a:ext cx="4686900" cy="83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3875" cmpd="sng">
            <a:solidFill>
              <a:srgbClr val="FF57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121900" tIns="60925" rIns="121900" bIns="609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</a:p>
        </p:txBody>
      </p:sp>
      <p:sp>
        <p:nvSpPr>
          <p:cNvPr id="2624" name="sanitized-shape-1933">
            <a:extLst xmlns:a="http://schemas.openxmlformats.org/drawingml/2006/main">
              <a:ext uri="{FF2B5EF4-FFF2-40B4-BE49-F238E27FC236}">
                <a16:creationId xmlns:a16="http://schemas.microsoft.com/office/drawing/2014/main" id="{752FDB45-2539-4F80-972D-FBFBC2D05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18" y="3797261"/>
            <a:ext cx="1166100" cy="3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marR="127000" lvl="0" indent="0" algn="l">
              <a:spcBef>
                <a:spcPts val="130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ED4D2D"/>
                </a:solidFill>
              </a:rPr>
              <a:t/>
            </a:r>
          </a:p>
        </p:txBody>
      </p:sp>
      <p:sp>
        <p:nvSpPr>
          <p:cNvPr id="2625" name="sanitized-shape-1934">
            <a:extLst xmlns:a="http://schemas.openxmlformats.org/drawingml/2006/main">
              <a:ext uri="{FF2B5EF4-FFF2-40B4-BE49-F238E27FC236}">
                <a16:creationId xmlns:a16="http://schemas.microsoft.com/office/drawing/2014/main" id="{5799304E-CBCF-4F69-9EEA-F46286D3F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359050" y="2288475"/>
            <a:ext cx="4686900" cy="3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3875" cmpd="sng">
            <a:solidFill>
              <a:srgbClr val="FF57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121900" tIns="60925" rIns="121900" bIns="609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</a:p>
        </p:txBody>
      </p:sp>
      <p:sp>
        <p:nvSpPr>
          <p:cNvPr id="2626" name="sanitized-shape-1935">
            <a:extLst xmlns:a="http://schemas.openxmlformats.org/drawingml/2006/main">
              <a:ext uri="{FF2B5EF4-FFF2-40B4-BE49-F238E27FC236}">
                <a16:creationId xmlns:a16="http://schemas.microsoft.com/office/drawing/2014/main" id="{B70B3EAA-3B08-4E0D-83A8-E5A19562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8553" y="835636"/>
            <a:ext cx="206700" cy="207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3F3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1700" tIns="52800" rIns="105625" bIns="528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sz="900">
                <a:solidFill>
                  <a:srgbClr val="FFFFFF"/>
                </a:solidFill>
              </a:rPr>
              <a:t/>
            </a:r>
          </a:p>
        </p:txBody>
      </p:sp>
      <p:sp>
        <p:nvSpPr>
          <p:cNvPr id="2627" name="sanitized-shape-1936">
            <a:extLst xmlns:a="http://schemas.openxmlformats.org/drawingml/2006/main">
              <a:ext uri="{FF2B5EF4-FFF2-40B4-BE49-F238E27FC236}">
                <a16:creationId xmlns:a16="http://schemas.microsoft.com/office/drawing/2014/main" id="{E0A88D7C-E5EA-44AA-9335-4091D69E3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8553" y="2213824"/>
            <a:ext cx="206700" cy="207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3F3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1700" tIns="52800" rIns="105625" bIns="528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sz="900">
                <a:solidFill>
                  <a:srgbClr val="FFFFFF"/>
                </a:solidFill>
              </a:rPr>
              <a:t/>
            </a:r>
          </a:p>
        </p:txBody>
      </p:sp>
      <p:sp>
        <p:nvSpPr>
          <p:cNvPr id="2628" name="sanitized-shape-1937">
            <a:extLst xmlns:a="http://schemas.openxmlformats.org/drawingml/2006/main">
              <a:ext uri="{FF2B5EF4-FFF2-40B4-BE49-F238E27FC236}">
                <a16:creationId xmlns:a16="http://schemas.microsoft.com/office/drawing/2014/main" id="{BCD7E8C1-8EF4-419E-A7BF-E2CC9FE16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359050" y="3177050"/>
            <a:ext cx="4686900" cy="72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3875" cmpd="sng">
            <a:solidFill>
              <a:srgbClr val="FF57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121900" tIns="60925" rIns="121900" bIns="609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</a:p>
        </p:txBody>
      </p:sp>
      <p:sp>
        <p:nvSpPr>
          <p:cNvPr id="2629" name="sanitized-shape-1938">
            <a:extLst xmlns:a="http://schemas.openxmlformats.org/drawingml/2006/main">
              <a:ext uri="{FF2B5EF4-FFF2-40B4-BE49-F238E27FC236}">
                <a16:creationId xmlns:a16="http://schemas.microsoft.com/office/drawing/2014/main" id="{D9746681-134F-455B-9F83-C36012191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8553" y="3083574"/>
            <a:ext cx="206700" cy="207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3F3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1700" tIns="52800" rIns="105625" bIns="528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sz="900">
                <a:solidFill>
                  <a:srgbClr val="FFFFFF"/>
                </a:solidFill>
              </a:rPr>
              <a:t/>
            </a:r>
          </a:p>
        </p:txBody>
      </p:sp>
      <p:sp>
        <p:nvSpPr>
          <p:cNvPr id="2630" name="sanitized-shape-1939">
            <a:extLst xmlns:a="http://schemas.openxmlformats.org/drawingml/2006/main">
              <a:ext uri="{FF2B5EF4-FFF2-40B4-BE49-F238E27FC236}">
                <a16:creationId xmlns:a16="http://schemas.microsoft.com/office/drawing/2014/main" id="{EF5A1A7C-A5DE-43A9-95F1-36064793E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08" y="4283509"/>
            <a:ext cx="206700" cy="207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3F3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1700" tIns="52800" rIns="105625" bIns="528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sz="900">
                <a:solidFill>
                  <a:srgbClr val="FFFFFF"/>
                </a:solidFill>
              </a:rPr>
              <a:t/>
            </a:r>
          </a:p>
        </p:txBody>
      </p:sp>
      <p:sp>
        <p:nvSpPr>
          <p:cNvPr id="2631" name="sanitized-shape-1940">
            <a:extLst xmlns:a="http://schemas.openxmlformats.org/drawingml/2006/main">
              <a:ext uri="{FF2B5EF4-FFF2-40B4-BE49-F238E27FC236}">
                <a16:creationId xmlns:a16="http://schemas.microsoft.com/office/drawing/2014/main" id="{48455260-2758-4255-BFA9-CCFB64292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08" y="4749873"/>
            <a:ext cx="206700" cy="207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3F3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1700" tIns="52800" rIns="105625" bIns="528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sz="900">
                <a:solidFill>
                  <a:srgbClr val="FFFFFF"/>
                </a:solidFill>
              </a:rPr>
              <a:t/>
            </a:r>
          </a:p>
        </p:txBody>
      </p:sp>
      <p:sp>
        <p:nvSpPr>
          <p:cNvPr id="2632" name="sanitized-shape-1941">
            <a:extLst xmlns:a="http://schemas.openxmlformats.org/drawingml/2006/main">
              <a:ext uri="{FF2B5EF4-FFF2-40B4-BE49-F238E27FC236}">
                <a16:creationId xmlns:a16="http://schemas.microsoft.com/office/drawing/2014/main" id="{B61AAD61-3742-488D-AFE2-2F2ADA97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6341" y="649354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rPr sz="1200">
                <a:solidFill>
                  <a:srgbClr val="000000"/>
                </a:solidFill>
              </a:rPr>
              <a:t/>
            </a:fld>
          </a:p>
        </p:txBody>
      </p:sp>
    </p:spTree>
    <p:extLst>
      <p:ext uri="{BB962C8B-B14F-4D97-AF65-F5344CB8AC3E}">
        <p14:creationId xmlns:p14="http://schemas.microsoft.com/office/powerpoint/2010/main" val="876401568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2643" name="sanitized-table-22"/>
          <p:cNvGraphicFramePr/>
          <p:nvPr/>
        </p:nvGraphicFramePr>
        <p:xfrm>
          <a:off xmlns:a="http://schemas.openxmlformats.org/drawingml/2006/main" x="128501" y="2256033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{CDD7BB8A-1EDB-4F6B-BC6B-4E1E84436C22}</a:tableStyleId>
              </a:tblPr>
              <a:tblGrid>
                <a:gridCol w="1040050"/>
                <a:gridCol w="2189250"/>
                <a:gridCol w="1336450"/>
                <a:gridCol w="1177825"/>
                <a:gridCol w="1202125"/>
                <a:gridCol w="1177825"/>
                <a:gridCol w="1177825"/>
                <a:gridCol w="1177825"/>
                <a:gridCol w="1177825"/>
              </a:tblGrid>
              <a:tr h="287325">
                <a:tc gridSpan="2"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chemeClr val="lt1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ctr">
                    <a:lnR w="12700" cmpd="sng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dash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000000"/>
                      </a:solidFill>
                      <a:prstDash val="dash"/>
                    </a:lnL>
                    <a:lnR w="12700" cmpd="sng">
                      <a:solidFill>
                        <a:srgbClr val="000000"/>
                      </a:solidFill>
                      <a:prstDash val="dash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000000"/>
                      </a:solidFill>
                      <a:prstDash val="dash"/>
                    </a:lnL>
                    <a:lnR w="12700" cmpd="sng">
                      <a:solidFill>
                        <a:srgbClr val="000000"/>
                      </a:solidFill>
                      <a:prstDash val="dash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000000"/>
                      </a:solidFill>
                      <a:prstDash val="dash"/>
                    </a:lnL>
                    <a:lnR w="12700" cmpd="sng">
                      <a:solidFill>
                        <a:srgbClr val="000000"/>
                      </a:solidFill>
                      <a:prstDash val="dash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000000"/>
                      </a:solidFill>
                      <a:prstDash val="dash"/>
                    </a:lnL>
                    <a:lnR w="12700" cmpd="sng">
                      <a:solidFill>
                        <a:srgbClr val="000000"/>
                      </a:solidFill>
                      <a:prstDash val="dash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ctr">
                    <a:lnL w="12700" cmpd="sng">
                      <a:solidFill>
                        <a:srgbClr val="000000"/>
                      </a:solidFill>
                      <a:prstDash val="dash"/>
                    </a:lnL>
                    <a:lnR w="12700" cmpd="sng">
                      <a:solidFill>
                        <a:srgbClr val="000000">
                          <a:alpha val="0"/>
                        </a:srgbClr>
                      </a:solidFill>
                      <a:prstDash val="dash"/>
                    </a:lnR>
                    <a:solidFill>
                      <a:srgbClr val="000000"/>
                    </a:solidFill>
                  </a:tcPr>
                </a:tc>
              </a:tr>
              <a:tr h="235300">
                <a:tc gridSpan="2"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/>
                        <a:t/>
                      </a:r>
                    </a:p>
                  </a:txBody>
                  <a:tcPr marL="38100" marR="38100" marT="25400" marB="25400" anchor="ctr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i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i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i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i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i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i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i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/>
                </a:tc>
              </a:tr>
              <a:tr h="235300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/>
                        <a:t/>
                      </a:r>
                    </a:p>
                  </a:txBody>
                  <a:tcPr marL="38100" marR="38100" marT="25400" marB="2540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/>
                        <a:t/>
                      </a:r>
                    </a:p>
                  </a:txBody>
                  <a:tcPr marL="38100" marR="38100" marT="25400" marB="2540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25400" marB="2540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25400" marB="2540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25400" marB="2540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25400" marB="2540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25400" marB="2540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25400" marB="25400" anchor="ctr">
                    <a:solidFill>
                      <a:srgbClr val="F3F3F3"/>
                    </a:solidFill>
                  </a:tcPr>
                </a:tc>
              </a:tr>
              <a:tr h="394725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i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i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i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i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i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i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i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i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</a:tr>
              <a:tr h="404300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</a:p>
                  </a:txBody>
                  <a:tcPr marL="38100" marR="38100" marT="25400" marB="25400" anchor="ctr">
                    <a:lnB w="12700" cmpd="sng">
                      <a:solidFill>
                        <a:srgbClr val="000000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lnB w="9525" cmpd="sng">
                      <a:solidFill>
                        <a:srgbClr val="000000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008000"/>
                          </a:solidFill>
                        </a:rPr>
                        <a:t/>
                      </a:r>
                    </a:p>
                  </a:txBody>
                  <a:tcPr marL="28575" marR="28575" marT="19050" marB="19050" anchor="ctr">
                    <a:lnB w="9525" cmpd="sng">
                      <a:solidFill>
                        <a:srgbClr val="999999"/>
                      </a:solidFill>
                      <a:prstDash val="dot"/>
                    </a:lnB>
                    <a:solidFill>
                      <a:srgbClr val="B7E1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008000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ctr">
                    <a:lnB w="12700" cmpd="sng">
                      <a:solidFill>
                        <a:srgbClr val="999999"/>
                      </a:solidFill>
                      <a:prstDash val="dot"/>
                    </a:lnB>
                    <a:solidFill>
                      <a:srgbClr val="B7E1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008000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ctr">
                    <a:lnB w="12700" cmpd="sng">
                      <a:solidFill>
                        <a:srgbClr val="999999"/>
                      </a:solidFill>
                      <a:prstDash val="dot"/>
                    </a:lnB>
                    <a:solidFill>
                      <a:srgbClr val="B7E1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008000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ctr">
                    <a:lnB w="12700" cmpd="sng">
                      <a:solidFill>
                        <a:srgbClr val="999999"/>
                      </a:solidFill>
                      <a:prstDash val="dot"/>
                    </a:lnB>
                    <a:solidFill>
                      <a:srgbClr val="B7E1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008000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ctr">
                    <a:lnB w="12700" cmpd="sng">
                      <a:solidFill>
                        <a:srgbClr val="999999"/>
                      </a:solidFill>
                      <a:prstDash val="dot"/>
                    </a:lnB>
                    <a:solidFill>
                      <a:srgbClr val="B7E1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FF0000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ctr">
                    <a:lnB w="12700" cmpd="sng">
                      <a:solidFill>
                        <a:srgbClr val="999999"/>
                      </a:solidFill>
                      <a:prstDash val="dot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FF0000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ctr">
                    <a:lnB w="12700" cmpd="sng">
                      <a:solidFill>
                        <a:srgbClr val="999999"/>
                      </a:solidFill>
                      <a:prstDash val="dot"/>
                    </a:lnB>
                    <a:solidFill>
                      <a:srgbClr val="F4CCCC"/>
                    </a:solidFill>
                  </a:tcPr>
                </a:tc>
              </a:tr>
              <a:tr h="421100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</a:p>
                  </a:txBody>
                  <a:tcPr marL="38100" marR="38100" marT="25400" marB="25400" anchor="ctr">
                    <a:lnT w="12700" cmpd="sng">
                      <a:solidFill>
                        <a:srgbClr val="000000"/>
                      </a:solidFill>
                      <a:prstDash val="dot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i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lnT w="9525" cmpd="sng">
                      <a:solidFill>
                        <a:srgbClr val="000000"/>
                      </a:solidFill>
                      <a:prstDash val="dot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i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lnT w="9525" cmpd="sng">
                      <a:solidFill>
                        <a:srgbClr val="999999"/>
                      </a:solidFill>
                      <a:prstDash val="dot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i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25400" marB="25400" anchor="ctr">
                    <a:lnT w="12700" cmpd="sng">
                      <a:solidFill>
                        <a:srgbClr val="999999"/>
                      </a:solidFill>
                      <a:prstDash val="dot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i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25400" marB="25400" anchor="ctr">
                    <a:lnT w="12700" cmpd="sng">
                      <a:solidFill>
                        <a:srgbClr val="999999"/>
                      </a:solidFill>
                      <a:prstDash val="dot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i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25400" marB="25400" anchor="ctr">
                    <a:lnT w="12700" cmpd="sng">
                      <a:solidFill>
                        <a:srgbClr val="999999"/>
                      </a:solidFill>
                      <a:prstDash val="dot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i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25400" marB="25400" anchor="ctr">
                    <a:lnT w="12700" cmpd="sng">
                      <a:solidFill>
                        <a:srgbClr val="999999"/>
                      </a:solidFill>
                      <a:prstDash val="dot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i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25400" marB="25400" anchor="ctr">
                    <a:lnT w="12700" cmpd="sng">
                      <a:solidFill>
                        <a:srgbClr val="999999"/>
                      </a:solidFill>
                      <a:prstDash val="dot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i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25400" marB="25400" anchor="ctr">
                    <a:lnT w="12700" cmpd="sng">
                      <a:solidFill>
                        <a:srgbClr val="999999"/>
                      </a:solidFill>
                      <a:prstDash val="dot"/>
                    </a:lnT>
                    <a:solidFill>
                      <a:srgbClr val="FFFFFF"/>
                    </a:solidFill>
                  </a:tcPr>
                </a:tc>
              </a:tr>
              <a:tr h="404300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</a:p>
                  </a:txBody>
                  <a:tcPr marL="38100" marR="38100" marT="25400" marB="25400" anchor="ctr">
                    <a:lnB w="12700" cmpd="sng">
                      <a:solidFill>
                        <a:srgbClr val="99999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lnB w="9525" cmpd="sng">
                      <a:solidFill>
                        <a:srgbClr val="99999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008000"/>
                          </a:solidFill>
                        </a:rPr>
                        <a:t/>
                      </a:r>
                    </a:p>
                  </a:txBody>
                  <a:tcPr marL="28575" marR="28575" marT="19050" marB="19050" anchor="ctr">
                    <a:lnB w="9525" cmpd="sng">
                      <a:solidFill>
                        <a:srgbClr val="999999"/>
                      </a:solidFill>
                      <a:prstDash val="solid"/>
                    </a:lnB>
                    <a:solidFill>
                      <a:srgbClr val="B7E1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008000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ctr">
                    <a:lnB w="12700" cmpd="sng">
                      <a:solidFill>
                        <a:srgbClr val="999999"/>
                      </a:solidFill>
                      <a:prstDash val="solid"/>
                    </a:lnB>
                    <a:solidFill>
                      <a:srgbClr val="B7E1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008000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ctr">
                    <a:lnB w="12700" cmpd="sng">
                      <a:solidFill>
                        <a:srgbClr val="999999"/>
                      </a:solidFill>
                      <a:prstDash val="solid"/>
                    </a:lnB>
                    <a:solidFill>
                      <a:srgbClr val="B7E1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008000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ctr">
                    <a:lnB w="12700" cmpd="sng">
                      <a:solidFill>
                        <a:srgbClr val="999999"/>
                      </a:solidFill>
                      <a:prstDash val="solid"/>
                    </a:lnB>
                    <a:solidFill>
                      <a:srgbClr val="B7E1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008000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ctr">
                    <a:lnB w="12700" cmpd="sng">
                      <a:solidFill>
                        <a:srgbClr val="999999"/>
                      </a:solidFill>
                      <a:prstDash val="solid"/>
                    </a:lnB>
                    <a:solidFill>
                      <a:srgbClr val="B7E1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008000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ctr">
                    <a:lnB w="12700" cmpd="sng">
                      <a:solidFill>
                        <a:srgbClr val="999999"/>
                      </a:solidFill>
                      <a:prstDash val="solid"/>
                    </a:lnB>
                    <a:solidFill>
                      <a:srgbClr val="B7E1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FF0000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ctr">
                    <a:lnB w="12700" cmpd="sng">
                      <a:solidFill>
                        <a:srgbClr val="999999"/>
                      </a:solidFill>
                      <a:prstDash val="solid"/>
                    </a:lnB>
                    <a:solidFill>
                      <a:srgbClr val="F4CCCC"/>
                    </a:solidFill>
                  </a:tcPr>
                </a:tc>
              </a:tr>
              <a:tr h="30142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/>
                        <a:t/>
                      </a:r>
                    </a:p>
                  </a:txBody>
                  <a:tcPr marL="38100" marR="38100" marT="25400" marB="25400" anchor="ctr">
                    <a:lnT w="12700" cmpd="sng">
                      <a:solidFill>
                        <a:srgbClr val="999999"/>
                      </a:solidFill>
                      <a:prstDash val="solid"/>
                    </a:lnT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lnT w="9525" cmpd="sng">
                      <a:solidFill>
                        <a:srgbClr val="999999"/>
                      </a:solidFill>
                      <a:prstDash val="solid"/>
                    </a:lnT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lnT w="9525" cmpd="sng">
                      <a:solidFill>
                        <a:srgbClr val="999999"/>
                      </a:solidFill>
                      <a:prstDash val="solid"/>
                    </a:lnT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25400" marB="25400" anchor="ctr">
                    <a:lnT w="12700" cmpd="sng">
                      <a:solidFill>
                        <a:srgbClr val="999999"/>
                      </a:solidFill>
                      <a:prstDash val="solid"/>
                    </a:lnT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25400" marB="25400" anchor="ctr">
                    <a:lnT w="12700" cmpd="sng">
                      <a:solidFill>
                        <a:srgbClr val="999999"/>
                      </a:solidFill>
                      <a:prstDash val="solid"/>
                    </a:lnT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25400" marB="25400" anchor="ctr">
                    <a:lnT w="12700" cmpd="sng">
                      <a:solidFill>
                        <a:srgbClr val="999999"/>
                      </a:solidFill>
                      <a:prstDash val="solid"/>
                    </a:lnT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25400" marB="25400" anchor="ctr">
                    <a:lnT w="12700" cmpd="sng">
                      <a:solidFill>
                        <a:srgbClr val="999999"/>
                      </a:solidFill>
                      <a:prstDash val="solid"/>
                    </a:lnT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25400" marB="25400" anchor="ctr">
                    <a:lnT w="12700" cmpd="sng">
                      <a:solidFill>
                        <a:srgbClr val="999999"/>
                      </a:solidFill>
                      <a:prstDash val="solid"/>
                    </a:lnT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25400" marB="25400" anchor="ctr">
                    <a:lnT w="12700" cmpd="sng">
                      <a:solidFill>
                        <a:srgbClr val="999999"/>
                      </a:solidFill>
                      <a:prstDash val="solid"/>
                    </a:lnT>
                    <a:solidFill>
                      <a:srgbClr val="F3F3F3"/>
                    </a:solidFill>
                  </a:tcPr>
                </a:tc>
              </a:tr>
              <a:tr h="394725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i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i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i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i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i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i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i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i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</a:tr>
              <a:tr h="404300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</a:p>
                  </a:txBody>
                  <a:tcPr marL="38100" marR="38100" marT="25400" marB="25400" anchor="ctr">
                    <a:lnB w="9525" cmpd="sng">
                      <a:solidFill>
                        <a:srgbClr val="000000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lnB w="9525" cmpd="sng">
                      <a:solidFill>
                        <a:srgbClr val="000000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008000"/>
                          </a:solidFill>
                        </a:rPr>
                        <a:t/>
                      </a:r>
                    </a:p>
                  </a:txBody>
                  <a:tcPr marL="28575" marR="28575" marT="19050" marB="19050" anchor="ctr">
                    <a:lnB w="9525" cmpd="sng">
                      <a:solidFill>
                        <a:srgbClr val="999999"/>
                      </a:solidFill>
                      <a:prstDash val="dot"/>
                    </a:lnB>
                    <a:solidFill>
                      <a:srgbClr val="B7E1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008000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ctr">
                    <a:lnB w="9525" cmpd="sng">
                      <a:solidFill>
                        <a:srgbClr val="999999"/>
                      </a:solidFill>
                      <a:prstDash val="dot"/>
                    </a:lnB>
                    <a:solidFill>
                      <a:srgbClr val="B7E1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008000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ctr">
                    <a:lnB w="9525" cmpd="sng">
                      <a:solidFill>
                        <a:srgbClr val="999999"/>
                      </a:solidFill>
                      <a:prstDash val="dot"/>
                    </a:lnB>
                    <a:solidFill>
                      <a:srgbClr val="B7E1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008000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ctr">
                    <a:lnB w="9525" cmpd="sng">
                      <a:solidFill>
                        <a:srgbClr val="999999"/>
                      </a:solidFill>
                      <a:prstDash val="dot"/>
                    </a:lnB>
                    <a:solidFill>
                      <a:srgbClr val="B7E1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008000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ctr">
                    <a:lnB w="9525" cmpd="sng">
                      <a:solidFill>
                        <a:srgbClr val="999999"/>
                      </a:solidFill>
                      <a:prstDash val="dot"/>
                    </a:lnB>
                    <a:solidFill>
                      <a:srgbClr val="B7E1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FF0000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ctr">
                    <a:lnB w="9525" cmpd="sng">
                      <a:solidFill>
                        <a:srgbClr val="999999"/>
                      </a:solidFill>
                      <a:prstDash val="dot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FF0000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ctr">
                    <a:lnB w="9525" cmpd="sng">
                      <a:solidFill>
                        <a:srgbClr val="999999"/>
                      </a:solidFill>
                      <a:prstDash val="dot"/>
                    </a:lnB>
                    <a:solidFill>
                      <a:srgbClr val="F4CCCC"/>
                    </a:solidFill>
                  </a:tcPr>
                </a:tc>
              </a:tr>
              <a:tr h="421100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</a:p>
                  </a:txBody>
                  <a:tcPr marL="38100" marR="38100" marT="25400" marB="25400" anchor="ctr">
                    <a:lnT w="9525" cmpd="sng">
                      <a:solidFill>
                        <a:srgbClr val="000000"/>
                      </a:solidFill>
                      <a:prstDash val="dot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i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lnT w="9525" cmpd="sng">
                      <a:solidFill>
                        <a:srgbClr val="000000"/>
                      </a:solidFill>
                      <a:prstDash val="dot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i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lnT w="9525" cmpd="sng">
                      <a:solidFill>
                        <a:srgbClr val="999999"/>
                      </a:solidFill>
                      <a:prstDash val="dot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i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25400" marB="25400" anchor="ctr">
                    <a:lnT w="9525" cmpd="sng">
                      <a:solidFill>
                        <a:srgbClr val="999999"/>
                      </a:solidFill>
                      <a:prstDash val="dot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i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25400" marB="25400" anchor="ctr">
                    <a:lnT w="9525" cmpd="sng">
                      <a:solidFill>
                        <a:srgbClr val="999999"/>
                      </a:solidFill>
                      <a:prstDash val="dot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i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25400" marB="25400" anchor="ctr">
                    <a:lnT w="9525" cmpd="sng">
                      <a:solidFill>
                        <a:srgbClr val="999999"/>
                      </a:solidFill>
                      <a:prstDash val="dot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i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25400" marB="25400" anchor="ctr">
                    <a:lnT w="9525" cmpd="sng">
                      <a:solidFill>
                        <a:srgbClr val="999999"/>
                      </a:solidFill>
                      <a:prstDash val="dot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i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25400" marB="25400" anchor="ctr">
                    <a:lnT w="9525" cmpd="sng">
                      <a:solidFill>
                        <a:srgbClr val="999999"/>
                      </a:solidFill>
                      <a:prstDash val="dot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i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25400" marB="25400" anchor="ctr">
                    <a:lnT w="9525" cmpd="sng">
                      <a:solidFill>
                        <a:srgbClr val="999999"/>
                      </a:solidFill>
                      <a:prstDash val="dot"/>
                    </a:lnT>
                    <a:solidFill>
                      <a:srgbClr val="FFFFFF"/>
                    </a:solidFill>
                  </a:tcPr>
                </a:tc>
              </a:tr>
              <a:tr h="404300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</a:p>
                  </a:txBody>
                  <a:tcPr marL="38100" marR="38100" marT="25400" marB="25400" anchor="ctr">
                    <a:lnB w="127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lnB w="95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008000"/>
                          </a:solidFill>
                        </a:rPr>
                        <a:t/>
                      </a:r>
                    </a:p>
                  </a:txBody>
                  <a:tcPr marL="28575" marR="28575" marT="19050" marB="19050" anchor="ctr">
                    <a:lnB w="9525" cmpd="sng">
                      <a:solidFill>
                        <a:srgbClr val="999999"/>
                      </a:solidFill>
                      <a:prstDash val="solid"/>
                    </a:lnB>
                    <a:solidFill>
                      <a:srgbClr val="B7E1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008000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ctr">
                    <a:lnB w="12700" cmpd="sng">
                      <a:solidFill>
                        <a:srgbClr val="999999"/>
                      </a:solidFill>
                      <a:prstDash val="solid"/>
                    </a:lnB>
                    <a:solidFill>
                      <a:srgbClr val="B7E1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008000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ctr">
                    <a:lnB w="12700" cmpd="sng">
                      <a:solidFill>
                        <a:srgbClr val="999999"/>
                      </a:solidFill>
                      <a:prstDash val="solid"/>
                    </a:lnB>
                    <a:solidFill>
                      <a:srgbClr val="B7E1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FF0000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ctr">
                    <a:lnB w="12700" cmpd="sng">
                      <a:solidFill>
                        <a:srgbClr val="999999"/>
                      </a:solidFill>
                      <a:prstDash val="solid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008000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ctr">
                    <a:lnB w="12700" cmpd="sng">
                      <a:solidFill>
                        <a:srgbClr val="999999"/>
                      </a:solidFill>
                      <a:prstDash val="solid"/>
                    </a:lnB>
                    <a:solidFill>
                      <a:srgbClr val="B7E1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008000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ctr">
                    <a:lnB w="12700" cmpd="sng">
                      <a:solidFill>
                        <a:srgbClr val="999999"/>
                      </a:solidFill>
                      <a:prstDash val="solid"/>
                    </a:lnB>
                    <a:solidFill>
                      <a:srgbClr val="B7E1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FF0000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ctr">
                    <a:lnB w="12700" cmpd="sng">
                      <a:solidFill>
                        <a:srgbClr val="999999"/>
                      </a:solidFill>
                      <a:prstDash val="solid"/>
                    </a:lnB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sp>
        <p:nvSpPr>
          <p:cNvPr id="2638" name="sanitized-shape-1942">
            <a:extLst xmlns:a="http://schemas.openxmlformats.org/drawingml/2006/main">
              <a:ext uri="{FF2B5EF4-FFF2-40B4-BE49-F238E27FC236}">
                <a16:creationId xmlns:a16="http://schemas.microsoft.com/office/drawing/2014/main" id="{1BE8A2BB-1081-46D5-BAE6-EF100F9C6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01" y="774833"/>
            <a:ext cx="11657100" cy="155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60925" rIns="121900" bIns="60925" anchor="t">
            <a:spAutoFit/>
          </a:bodyPr>
          <a:lstStyle xmlns:a="http://schemas.openxmlformats.org/drawingml/2006/main"/>
          <a:p xmlns:a="http://schemas.openxmlformats.org/drawingml/2006/main">
            <a:pPr marL="0" marR="127000" lvl="0" indent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ED4D2D"/>
                </a:solidFill>
              </a:rPr>
              <a:t/>
            </a:r>
          </a:p>
        </p:txBody>
      </p:sp>
      <p:sp>
        <p:nvSpPr>
          <p:cNvPr id="2639" name="sanitized-shape-1943">
            <a:extLst xmlns:a="http://schemas.openxmlformats.org/drawingml/2006/main">
              <a:ext uri="{FF2B5EF4-FFF2-40B4-BE49-F238E27FC236}">
                <a16:creationId xmlns:a16="http://schemas.microsoft.com/office/drawing/2014/main" id="{FEA83C4E-1381-4C86-84F3-D50225189A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4"/>
            <a:ext cx="107673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sz="1600" b="1">
                <a:solidFill>
                  <a:schemeClr val="dk1"/>
                </a:solidFill>
              </a:rPr>
              <a:t/>
            </a:r>
          </a:p>
        </p:txBody>
      </p:sp>
      <p:sp>
        <p:nvSpPr>
          <p:cNvPr id="2640" name="sanitized-shape-1944">
            <a:extLst xmlns:a="http://schemas.openxmlformats.org/drawingml/2006/main">
              <a:ext uri="{FF2B5EF4-FFF2-40B4-BE49-F238E27FC236}">
                <a16:creationId xmlns:a16="http://schemas.microsoft.com/office/drawing/2014/main" id="{4B847795-E96D-403A-93B3-B53FC5C4F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64" y="6615200"/>
            <a:ext cx="3520200" cy="24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60925" rIns="121900" bIns="6092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sz="800" b="0" i="1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641" name="sanitized-shape-1945">
            <a:extLst xmlns:a="http://schemas.openxmlformats.org/drawingml/2006/main">
              <a:ext uri="{FF2B5EF4-FFF2-40B4-BE49-F238E27FC236}">
                <a16:creationId xmlns:a16="http://schemas.microsoft.com/office/drawing/2014/main" id="{E10380E5-B0F3-4AA2-B5DD-544E46B1B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041" y="649289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rPr sz="1200">
                <a:solidFill>
                  <a:srgbClr val="000000"/>
                </a:solidFill>
              </a:rPr>
              <a:t/>
            </a:fld>
          </a:p>
        </p:txBody>
      </p:sp>
    </p:spTree>
    <p:extLst>
      <p:ext uri="{BB962C8B-B14F-4D97-AF65-F5344CB8AC3E}">
        <p14:creationId xmlns:p14="http://schemas.microsoft.com/office/powerpoint/2010/main" val="880276778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2669" name="sanitized-table-23"/>
          <p:cNvGraphicFramePr/>
          <p:nvPr/>
        </p:nvGraphicFramePr>
        <p:xfrm>
          <a:off xmlns:a="http://schemas.openxmlformats.org/drawingml/2006/main" x="184079" y="1196052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{CDD7BB8A-1EDB-4F6B-BC6B-4E1E84436C22}</a:tableStyleId>
              </a:tblPr>
              <a:tblGrid>
                <a:gridCol w="963750"/>
                <a:gridCol w="649025"/>
                <a:gridCol w="1667275"/>
                <a:gridCol w="1106725"/>
                <a:gridCol w="916175"/>
                <a:gridCol w="858850"/>
                <a:gridCol w="1288025"/>
              </a:tblGrid>
              <a:tr h="277000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</a:p>
                  </a:txBody>
                  <a:tcPr marL="28575" marR="28575" marT="19050" marB="19050" anchor="ctr">
                    <a:lnT w="9525" cmpd="sng">
                      <a:solidFill>
                        <a:schemeClr val="dk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</a:p>
                  </a:txBody>
                  <a:tcPr marL="28575" marR="28575" marT="19050" marB="19050" anchor="ctr">
                    <a:lnT w="9525" cmpd="sng">
                      <a:solidFill>
                        <a:schemeClr val="dk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</a:p>
                  </a:txBody>
                  <a:tcPr marL="28575" marR="28575" marT="19050" marB="19050" anchor="ctr">
                    <a:lnT w="9525" cmpd="sng">
                      <a:solidFill>
                        <a:schemeClr val="dk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/>
                        <a:t/>
                      </a:r>
                    </a:p>
                  </a:txBody>
                  <a:tcPr marL="28575" marR="28575" marT="19050" marB="19050" anchor="ctr">
                    <a:lnT w="9525" cmpd="sng">
                      <a:solidFill>
                        <a:schemeClr val="dk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/>
                        <a:t/>
                      </a:r>
                    </a:p>
                  </a:txBody>
                  <a:tcPr marL="28575" marR="28575" marT="19050" marB="19050" anchor="ctr">
                    <a:lnT w="9525" cmpd="sng">
                      <a:solidFill>
                        <a:schemeClr val="dk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/>
                        <a:t/>
                      </a:r>
                    </a:p>
                  </a:txBody>
                  <a:tcPr marL="28575" marR="28575" marT="19050" marB="19050" anchor="ctr">
                    <a:lnT w="9525" cmpd="sng">
                      <a:solidFill>
                        <a:schemeClr val="dk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</a:p>
                  </a:txBody>
                  <a:tcPr marL="28575" marR="28575" marT="19050" marB="19050" anchor="ctr">
                    <a:lnT w="9525" cmpd="sng">
                      <a:solidFill>
                        <a:schemeClr val="dk1"/>
                      </a:solidFill>
                      <a:prstDash val="solid"/>
                    </a:lnT>
                  </a:tcPr>
                </a:tc>
              </a:tr>
              <a:tr h="356750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28575" marR="28575" marT="19050" marB="19050" anchor="ctr"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</a:p>
                  </a:txBody>
                  <a:tcPr marL="28575" marR="28575" marT="19050" marB="19050" anchor="ctr"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</a:p>
                  </a:txBody>
                  <a:tcPr marL="28575" marR="28575" marT="19050" marB="19050" anchor="ctr"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28575" marR="28575" marT="19050" marB="19050" anchor="ctr"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28575" marR="28575" marT="19050" marB="19050" anchor="ctr"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28575" marR="28575" marT="19050" marB="19050" anchor="ctr"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/>
                        <a:t/>
                      </a:r>
                    </a:p>
                  </a:txBody>
                  <a:tcPr marL="28575" marR="28575" marT="19050" marB="19050" anchor="ctr"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  <a:tr h="389100">
                <a:tc rowSpan="6"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/>
                        <a:t/>
                      </a:r>
                    </a:p>
                  </a:txBody>
                  <a:tcPr marL="28575" marR="28575" marT="19050" marB="19050" anchor="ctr"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</a:p>
                  </a:txBody>
                  <a:tcPr marL="28575" marR="28575" marT="19050" marB="19050" anchor="ctr">
                    <a:lnT w="9525" cmpd="sng">
                      <a:solidFill>
                        <a:schemeClr val="dk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28575" marR="28575" marT="19050" marB="19050" anchor="ctr">
                    <a:lnT w="9525" cmpd="sng">
                      <a:solidFill>
                        <a:schemeClr val="dk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28575" marR="28575" marT="19050" marB="19050" anchor="ctr">
                    <a:lnT w="9525" cmpd="sng">
                      <a:solidFill>
                        <a:schemeClr val="dk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28575" marR="28575" marT="19050" marB="19050" anchor="ctr">
                    <a:lnT w="9525" cmpd="sng">
                      <a:solidFill>
                        <a:schemeClr val="dk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28575" marR="28575" marT="19050" marB="19050" anchor="ctr">
                    <a:lnT w="9525" cmpd="sng">
                      <a:solidFill>
                        <a:schemeClr val="dk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91425" marR="91425" marT="19050" marB="19050" anchor="ctr"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</a:tcPr>
                </a:tc>
              </a:tr>
              <a:tr h="501400"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lvl="0" indent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91425" marR="91425" marT="19050" marB="19050" anchor="ctr"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</a:tcPr>
                </a:tc>
              </a:tr>
              <a:tr h="389100"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lvl="0" indent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</a:p>
                  </a:txBody>
                  <a:tcPr marL="28575" marR="28575" marT="19050" marB="19050" anchor="ctr">
                    <a:lnB w="952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28575" marR="28575" marT="19050" marB="19050" anchor="ctr">
                    <a:lnB w="952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28575" marR="28575" marT="19050" marB="19050" anchor="ctr">
                    <a:lnB w="952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28575" marR="28575" marT="19050" marB="19050" anchor="ctr">
                    <a:lnB w="952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28575" marR="28575" marT="19050" marB="19050" anchor="ctr">
                    <a:lnB w="952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i="1">
                          <a:solidFill>
                            <a:srgbClr val="999999"/>
                          </a:solidFill>
                        </a:rPr>
                        <a:t/>
                      </a:r>
                    </a:p>
                  </a:txBody>
                  <a:tcPr marL="28575" marR="28575" marT="19050" marB="19050" anchor="ctr"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</a:tcPr>
                </a:tc>
              </a:tr>
              <a:tr h="376825"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</a:p>
                  </a:txBody>
                  <a:tcPr marL="28575" marR="28575" marT="19050" marB="19050" anchor="ctr">
                    <a:lnT w="9525" cmpd="sng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solidFill>
                            <a:srgbClr val="0000FF"/>
                          </a:solidFill>
                        </a:rPr>
                        <a:t/>
                      </a:r>
                    </a:p>
                  </a:txBody>
                  <a:tcPr marL="28575" marR="28575" marT="19050" marB="19050" anchor="ctr">
                    <a:lnT w="9525" cmpd="sng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solidFill>
                            <a:srgbClr val="10B981"/>
                          </a:solidFill>
                        </a:rPr>
                        <a:t/>
                      </a:r>
                    </a:p>
                  </a:txBody>
                  <a:tcPr marL="28575" marR="28575" marT="19050" marB="19050" anchor="ctr">
                    <a:lnT w="9525" cmpd="sng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solidFill>
                            <a:srgbClr val="FF0000"/>
                          </a:solidFill>
                        </a:rPr>
                        <a:t/>
                      </a:r>
                    </a:p>
                  </a:txBody>
                  <a:tcPr marL="28575" marR="28575" marT="19050" marB="19050" anchor="ctr">
                    <a:lnT w="9525" cmpd="sng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solidFill>
                            <a:srgbClr val="10B981"/>
                          </a:solidFill>
                        </a:rPr>
                        <a:t/>
                      </a:r>
                    </a:p>
                  </a:txBody>
                  <a:tcPr marL="28575" marR="28575" marT="19050" marB="19050" anchor="ctr">
                    <a:lnT w="9525" cmpd="sng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i="1">
                          <a:solidFill>
                            <a:schemeClr val="accent3"/>
                          </a:solidFill>
                        </a:rPr>
                        <a:t/>
                      </a:r>
                    </a:p>
                  </a:txBody>
                  <a:tcPr marL="28575" marR="28575" marT="19050" marB="19050" anchor="ctr"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</a:tcPr>
                </a:tc>
              </a:tr>
              <a:tr h="277000"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solidFill>
                            <a:srgbClr val="0000FF"/>
                          </a:solidFill>
                        </a:rPr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solidFill>
                            <a:srgbClr val="10B981"/>
                          </a:solidFill>
                        </a:rPr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solidFill>
                            <a:srgbClr val="10B981"/>
                          </a:solidFill>
                        </a:rPr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i="1">
                          <a:solidFill>
                            <a:schemeClr val="accent3"/>
                          </a:solidFill>
                        </a:rPr>
                        <a:t/>
                      </a:r>
                    </a:p>
                  </a:txBody>
                  <a:tcPr marL="28575" marR="28575" marT="19050" marB="19050" anchor="ctr"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</a:tcPr>
                </a:tc>
              </a:tr>
              <a:tr h="277000"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</a:p>
                  </a:txBody>
                  <a:tcPr marL="28575" marR="28575" marT="19050" marB="19050" anchor="ctr"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solidFill>
                            <a:srgbClr val="0000FF"/>
                          </a:solidFill>
                        </a:rPr>
                        <a:t/>
                      </a:r>
                    </a:p>
                  </a:txBody>
                  <a:tcPr marL="28575" marR="28575" marT="19050" marB="19050" anchor="ctr"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solidFill>
                            <a:srgbClr val="10B981"/>
                          </a:solidFill>
                        </a:rPr>
                        <a:t/>
                      </a:r>
                    </a:p>
                  </a:txBody>
                  <a:tcPr marL="28575" marR="28575" marT="19050" marB="19050" anchor="ctr"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solidFill>
                            <a:srgbClr val="10B981"/>
                          </a:solidFill>
                        </a:rPr>
                        <a:t/>
                      </a:r>
                    </a:p>
                  </a:txBody>
                  <a:tcPr marL="28575" marR="28575" marT="19050" marB="19050" anchor="ctr"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solidFill>
                            <a:srgbClr val="10B981"/>
                          </a:solidFill>
                        </a:rPr>
                        <a:t/>
                      </a:r>
                    </a:p>
                  </a:txBody>
                  <a:tcPr marL="28575" marR="28575" marT="19050" marB="19050" anchor="ctr"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28575" marR="28575" marT="19050" marB="19050" anchor="ctr"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230825">
                <a:tc rowSpan="3"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/>
                        <a:t/>
                      </a:r>
                    </a:p>
                  </a:txBody>
                  <a:tcPr marL="28575" marR="28575" marT="19050" marB="19050" anchor="ctr"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i="1">
                          <a:solidFill>
                            <a:srgbClr val="0000FF"/>
                          </a:solidFill>
                        </a:rPr>
                        <a:t/>
                      </a:r>
                    </a:p>
                  </a:txBody>
                  <a:tcPr marL="28575" marR="28575" marT="19050" marB="19050" anchor="ctr">
                    <a:lnT w="9525" cmpd="sng">
                      <a:solidFill>
                        <a:schemeClr val="dk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solidFill>
                            <a:srgbClr val="0000FF"/>
                          </a:solidFill>
                        </a:rPr>
                        <a:t/>
                      </a:r>
                    </a:p>
                  </a:txBody>
                  <a:tcPr marL="28575" marR="28575" marT="19050" marB="19050" anchor="ctr">
                    <a:lnT w="9525" cmpd="sng">
                      <a:solidFill>
                        <a:schemeClr val="dk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28575" marR="28575" marT="19050" marB="19050" anchor="ctr">
                    <a:lnT w="9525" cmpd="sng">
                      <a:solidFill>
                        <a:schemeClr val="dk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28575" marR="28575" marT="19050" marB="19050" anchor="ctr">
                    <a:lnT w="9525" cmpd="sng">
                      <a:solidFill>
                        <a:schemeClr val="dk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28575" marR="28575" marT="19050" marB="19050" anchor="ctr">
                    <a:lnT w="9525" cmpd="sng">
                      <a:solidFill>
                        <a:schemeClr val="dk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i="1">
                          <a:solidFill>
                            <a:srgbClr val="999999"/>
                          </a:solidFill>
                        </a:rPr>
                        <a:t/>
                      </a:r>
                    </a:p>
                  </a:txBody>
                  <a:tcPr marL="28575" marR="28575" marT="19050" marB="19050" anchor="ctr"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</a:tcPr>
                </a:tc>
              </a:tr>
              <a:tr h="419700"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i="1">
                          <a:solidFill>
                            <a:srgbClr val="0000FF"/>
                          </a:solidFill>
                        </a:rPr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solidFill>
                            <a:srgbClr val="0000FF"/>
                          </a:solidFill>
                        </a:rPr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i="1">
                          <a:solidFill>
                            <a:srgbClr val="999999"/>
                          </a:solidFill>
                        </a:rPr>
                        <a:t/>
                      </a:r>
                    </a:p>
                  </a:txBody>
                  <a:tcPr marL="28575" marR="28575" marT="19050" marB="19050" anchor="ctr"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</a:tcPr>
                </a:tc>
              </a:tr>
              <a:tr h="230825"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i="1">
                          <a:solidFill>
                            <a:srgbClr val="0000FF"/>
                          </a:solidFill>
                        </a:rPr>
                        <a:t/>
                      </a:r>
                    </a:p>
                  </a:txBody>
                  <a:tcPr marL="28575" marR="28575" marT="19050" marB="19050" anchor="ctr">
                    <a:lnB w="952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solidFill>
                            <a:srgbClr val="0000FF"/>
                          </a:solidFill>
                        </a:rPr>
                        <a:t/>
                      </a:r>
                    </a:p>
                  </a:txBody>
                  <a:tcPr marL="28575" marR="28575" marT="19050" marB="19050" anchor="ctr">
                    <a:lnB w="952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solidFill>
                            <a:srgbClr val="10B981"/>
                          </a:solidFill>
                        </a:rPr>
                        <a:t/>
                      </a:r>
                    </a:p>
                  </a:txBody>
                  <a:tcPr marL="28575" marR="28575" marT="19050" marB="19050" anchor="ctr">
                    <a:lnB w="952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solidFill>
                            <a:srgbClr val="FF0000"/>
                          </a:solidFill>
                        </a:rPr>
                        <a:t/>
                      </a:r>
                    </a:p>
                  </a:txBody>
                  <a:tcPr marL="28575" marR="28575" marT="19050" marB="19050" anchor="ctr">
                    <a:lnB w="952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solidFill>
                            <a:srgbClr val="10B981"/>
                          </a:solidFill>
                        </a:rPr>
                        <a:t/>
                      </a:r>
                    </a:p>
                  </a:txBody>
                  <a:tcPr marL="28575" marR="28575" marT="19050" marB="19050" anchor="ctr">
                    <a:lnB w="952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28575" marR="28575" marT="19050" marB="19050" anchor="ctr"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</a:tcPr>
                </a:tc>
              </a:tr>
              <a:tr h="230825">
                <a:tc rowSpan="3"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/>
                        <a:t/>
                      </a:r>
                    </a:p>
                  </a:txBody>
                  <a:tcPr marL="28575" marR="28575" marT="19050" marB="19050" anchor="ctr"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i="1">
                          <a:solidFill>
                            <a:srgbClr val="0000FF"/>
                          </a:solidFill>
                        </a:rPr>
                        <a:t/>
                      </a:r>
                    </a:p>
                  </a:txBody>
                  <a:tcPr marL="28575" marR="28575" marT="19050" marB="19050" anchor="ctr">
                    <a:lnT w="9525" cmpd="sng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solidFill>
                            <a:srgbClr val="0000FF"/>
                          </a:solidFill>
                        </a:rPr>
                        <a:t/>
                      </a:r>
                    </a:p>
                  </a:txBody>
                  <a:tcPr marL="28575" marR="28575" marT="19050" marB="19050" anchor="ctr">
                    <a:lnT w="9525" cmpd="sng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28575" marR="28575" marT="19050" marB="19050" anchor="ctr">
                    <a:lnT w="9525" cmpd="sng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28575" marR="28575" marT="19050" marB="19050" anchor="ctr">
                    <a:lnT w="9525" cmpd="sng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28575" marR="28575" marT="19050" marB="19050" anchor="ctr">
                    <a:lnT w="9525" cmpd="sng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28575" marR="28575" marT="19050" marB="19050" anchor="ctr"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</a:tcPr>
                </a:tc>
              </a:tr>
              <a:tr h="230825"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i="1">
                          <a:solidFill>
                            <a:srgbClr val="0000FF"/>
                          </a:solidFill>
                        </a:rPr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solidFill>
                            <a:srgbClr val="0000FF"/>
                          </a:solidFill>
                        </a:rPr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i="1"/>
                        <a:t/>
                      </a:r>
                    </a:p>
                  </a:txBody>
                  <a:tcPr marL="28575" marR="28575" marT="19050" marB="19050" anchor="ctr"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</a:tcPr>
                </a:tc>
              </a:tr>
              <a:tr h="230825"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i="1">
                          <a:solidFill>
                            <a:srgbClr val="0000FF"/>
                          </a:solidFill>
                        </a:rPr>
                        <a:t/>
                      </a:r>
                    </a:p>
                  </a:txBody>
                  <a:tcPr marL="28575" marR="28575" marT="19050" marB="19050" anchor="ctr">
                    <a:lnB w="952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28575" marR="28575" marT="19050" marB="19050" anchor="ctr">
                    <a:lnB w="952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solidFill>
                            <a:srgbClr val="10B981"/>
                          </a:solidFill>
                        </a:rPr>
                        <a:t/>
                      </a:r>
                    </a:p>
                  </a:txBody>
                  <a:tcPr marL="28575" marR="28575" marT="19050" marB="19050" anchor="ctr">
                    <a:lnB w="952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solidFill>
                            <a:srgbClr val="FF0000"/>
                          </a:solidFill>
                        </a:rPr>
                        <a:t/>
                      </a:r>
                    </a:p>
                  </a:txBody>
                  <a:tcPr marL="28575" marR="28575" marT="19050" marB="19050" anchor="ctr">
                    <a:lnB w="952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solidFill>
                            <a:schemeClr val="accent4"/>
                          </a:solidFill>
                        </a:rPr>
                        <a:t/>
                      </a:r>
                    </a:p>
                  </a:txBody>
                  <a:tcPr marL="28575" marR="28575" marT="19050" marB="19050" anchor="ctr">
                    <a:lnB w="952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28575" marR="28575" marT="19050" marB="19050" anchor="ctr"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B w="952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647" name="sanitized-shape-1946">
            <a:extLst xmlns:a="http://schemas.openxmlformats.org/drawingml/2006/main">
              <a:ext uri="{FF2B5EF4-FFF2-40B4-BE49-F238E27FC236}">
                <a16:creationId xmlns:a16="http://schemas.microsoft.com/office/drawing/2014/main" id="{B2216F7A-4364-4BAB-B1B5-8043A01F53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08254" y="8538046"/>
            <a:ext cx="975300" cy="69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51425" tIns="25700" rIns="51425" bIns="257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sp>
        <p:nvSpPr>
          <p:cNvPr id="2648" name="sanitized-shape-1947">
            <a:extLst xmlns:a="http://schemas.openxmlformats.org/drawingml/2006/main">
              <a:ext uri="{FF2B5EF4-FFF2-40B4-BE49-F238E27FC236}">
                <a16:creationId xmlns:a16="http://schemas.microsoft.com/office/drawing/2014/main" id="{F54381E8-FA00-4AD2-A7EE-FD6D7E83F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2450" y="1196051"/>
            <a:ext cx="3766800" cy="441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70675" rIns="121900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EA4335"/>
                </a:solidFill>
              </a:rPr>
              <a:t/>
            </a:r>
          </a:p>
        </p:txBody>
      </p:sp>
      <p:sp>
        <p:nvSpPr>
          <p:cNvPr id="2649" name="sanitized-shape-1948">
            <a:extLst xmlns:a="http://schemas.openxmlformats.org/drawingml/2006/main">
              <a:ext uri="{FF2B5EF4-FFF2-40B4-BE49-F238E27FC236}">
                <a16:creationId xmlns:a16="http://schemas.microsoft.com/office/drawing/2014/main" id="{E1A4154F-587B-453C-BF98-AA8222A24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087" y="5929367"/>
            <a:ext cx="11622600" cy="73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60925" rIns="121900" bIns="6092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sz="800" b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650" name="sanitized-shape-1949">
            <a:extLst xmlns:a="http://schemas.openxmlformats.org/drawingml/2006/main">
              <a:ext uri="{FF2B5EF4-FFF2-40B4-BE49-F238E27FC236}">
                <a16:creationId xmlns:a16="http://schemas.microsoft.com/office/drawing/2014/main" id="{7C807B49-BBB1-40EA-B6BE-69F17D27D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379" y="143900"/>
            <a:ext cx="114111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68575" rIns="68575" bIns="68575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EE4D2D"/>
                </a:solidFill>
              </a:rPr>
              <a:t/>
            </a:r>
          </a:p>
        </p:txBody>
      </p:sp>
      <p:sp>
        <p:nvSpPr>
          <p:cNvPr id="2651" name="sanitized-shape-1950">
            <a:extLst xmlns:a="http://schemas.openxmlformats.org/drawingml/2006/main">
              <a:ext uri="{FF2B5EF4-FFF2-40B4-BE49-F238E27FC236}">
                <a16:creationId xmlns:a16="http://schemas.microsoft.com/office/drawing/2014/main" id="{14887E68-920F-46C6-BAA4-C628DA208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6645" y="3846757"/>
            <a:ext cx="230700" cy="23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4335"/>
          </a:solidFill>
          <a:ln xmlns:a="http://schemas.openxmlformats.org/drawingml/2006/main" w="9525" cmpd="sng">
            <a:solidFill>
              <a:srgbClr val="EA4335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1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652" name="sanitized-shape-1951">
            <a:extLst xmlns:a="http://schemas.openxmlformats.org/drawingml/2006/main">
              <a:ext uri="{FF2B5EF4-FFF2-40B4-BE49-F238E27FC236}">
                <a16:creationId xmlns:a16="http://schemas.microsoft.com/office/drawing/2014/main" id="{6349EDE1-00A9-4BD5-A96E-0648F7B34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6645" y="7736883"/>
            <a:ext cx="230700" cy="23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4335"/>
          </a:solidFill>
          <a:ln xmlns:a="http://schemas.openxmlformats.org/drawingml/2006/main" w="9525" cmpd="sng">
            <a:solidFill>
              <a:srgbClr val="EA4335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1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2653" name="sanitized-shape-1952">
            <a:extLst xmlns:a="http://schemas.openxmlformats.org/drawingml/2006/main">
              <a:ext uri="{FF2B5EF4-FFF2-40B4-BE49-F238E27FC236}">
                <a16:creationId xmlns:a16="http://schemas.microsoft.com/office/drawing/2014/main" id="{374482B2-2569-4927-AF5C-89AEF909F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3505" y="3528025"/>
            <a:ext cx="230700" cy="23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4335"/>
          </a:solidFill>
          <a:ln xmlns:a="http://schemas.openxmlformats.org/drawingml/2006/main" w="9525" cmpd="sng">
            <a:solidFill>
              <a:srgbClr val="EA4335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1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2654" name="sanitized-shape-1953">
            <a:extLst xmlns:a="http://schemas.openxmlformats.org/drawingml/2006/main">
              <a:ext uri="{FF2B5EF4-FFF2-40B4-BE49-F238E27FC236}">
                <a16:creationId xmlns:a16="http://schemas.microsoft.com/office/drawing/2014/main" id="{4797009E-5C59-4B4E-A704-0B994FE66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578" y="802400"/>
            <a:ext cx="3489600" cy="31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/>
              <a:t/>
            </a:r>
          </a:p>
        </p:txBody>
      </p:sp>
      <p:sp>
        <p:nvSpPr>
          <p:cNvPr id="2655" name="sanitized-shape-1954">
            <a:extLst xmlns:a="http://schemas.openxmlformats.org/drawingml/2006/main">
              <a:ext uri="{FF2B5EF4-FFF2-40B4-BE49-F238E27FC236}">
                <a16:creationId xmlns:a16="http://schemas.microsoft.com/office/drawing/2014/main" id="{C7E4CA05-B695-4211-8F7B-73592C4E0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079" y="5652310"/>
            <a:ext cx="1132200" cy="23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rgbClr val="0000F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0000FF"/>
                </a:solidFill>
              </a:rPr>
              <a:t/>
            </a:r>
          </a:p>
        </p:txBody>
      </p:sp>
      <p:sp>
        <p:nvSpPr>
          <p:cNvPr id="2657" name="sanitized-shape-1955">
            <a:extLst xmlns:a="http://schemas.openxmlformats.org/drawingml/2006/main">
              <a:ext uri="{FF2B5EF4-FFF2-40B4-BE49-F238E27FC236}">
                <a16:creationId xmlns:a16="http://schemas.microsoft.com/office/drawing/2014/main" id="{17EB3B0A-85B4-404A-9BD1-30232DE9E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763515" y="1829800"/>
            <a:ext cx="5870400" cy="81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3875" cmpd="sng">
            <a:solidFill>
              <a:srgbClr val="EE4D2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121900" tIns="60925" rIns="121900" bIns="609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</a:p>
        </p:txBody>
      </p:sp>
      <p:sp>
        <p:nvSpPr>
          <p:cNvPr id="2658" name="sanitized-shape-1956">
            <a:extLst xmlns:a="http://schemas.openxmlformats.org/drawingml/2006/main">
              <a:ext uri="{FF2B5EF4-FFF2-40B4-BE49-F238E27FC236}">
                <a16:creationId xmlns:a16="http://schemas.microsoft.com/office/drawing/2014/main" id="{F672C9C5-E985-4E36-AEEF-DDD14D182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3505" y="2218900"/>
            <a:ext cx="230700" cy="23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4335"/>
          </a:solidFill>
          <a:ln xmlns:a="http://schemas.openxmlformats.org/drawingml/2006/main" w="9525" cmpd="sng">
            <a:solidFill>
              <a:srgbClr val="EA4335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1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2659" name="sanitized-shape-1957">
            <a:extLst xmlns:a="http://schemas.openxmlformats.org/drawingml/2006/main">
              <a:ext uri="{FF2B5EF4-FFF2-40B4-BE49-F238E27FC236}">
                <a16:creationId xmlns:a16="http://schemas.microsoft.com/office/drawing/2014/main" id="{2E3631C0-4126-419E-A7A3-B35640628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3505" y="4519700"/>
            <a:ext cx="230700" cy="23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4335"/>
          </a:solidFill>
          <a:ln xmlns:a="http://schemas.openxmlformats.org/drawingml/2006/main" w="9525" cmpd="sng">
            <a:solidFill>
              <a:srgbClr val="EA4335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1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2660" name="sanitized-shape-1958">
            <a:extLst xmlns:a="http://schemas.openxmlformats.org/drawingml/2006/main">
              <a:ext uri="{FF2B5EF4-FFF2-40B4-BE49-F238E27FC236}">
                <a16:creationId xmlns:a16="http://schemas.microsoft.com/office/drawing/2014/main" id="{D24100FA-94C3-45B3-829B-5D28E0808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9633" y="2118548"/>
            <a:ext cx="230700" cy="23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4335"/>
          </a:solidFill>
          <a:ln xmlns:a="http://schemas.openxmlformats.org/drawingml/2006/main" w="9525" cmpd="sng">
            <a:solidFill>
              <a:srgbClr val="EA4335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1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2661" name="sanitized-shape-1959">
            <a:extLst xmlns:a="http://schemas.openxmlformats.org/drawingml/2006/main">
              <a:ext uri="{FF2B5EF4-FFF2-40B4-BE49-F238E27FC236}">
                <a16:creationId xmlns:a16="http://schemas.microsoft.com/office/drawing/2014/main" id="{351BD4C4-6A29-40FB-BC2E-7F50C8333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782549" y="4606575"/>
            <a:ext cx="5813100" cy="31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3875" cmpd="sng">
            <a:solidFill>
              <a:srgbClr val="EE4D2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121900" tIns="60925" rIns="121900" bIns="609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</a:p>
        </p:txBody>
      </p:sp>
      <p:sp>
        <p:nvSpPr>
          <p:cNvPr id="2662" name="sanitized-shape-1960">
            <a:extLst xmlns:a="http://schemas.openxmlformats.org/drawingml/2006/main">
              <a:ext uri="{FF2B5EF4-FFF2-40B4-BE49-F238E27FC236}">
                <a16:creationId xmlns:a16="http://schemas.microsoft.com/office/drawing/2014/main" id="{92A130DC-B423-4453-AE8A-407DCF5D8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782549" y="5369525"/>
            <a:ext cx="5813100" cy="23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3875" cmpd="sng">
            <a:solidFill>
              <a:srgbClr val="EE4D2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121900" tIns="60925" rIns="121900" bIns="609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</a:p>
        </p:txBody>
      </p:sp>
      <p:sp>
        <p:nvSpPr>
          <p:cNvPr id="2663" name="sanitized-shape-1961">
            <a:extLst xmlns:a="http://schemas.openxmlformats.org/drawingml/2006/main">
              <a:ext uri="{FF2B5EF4-FFF2-40B4-BE49-F238E27FC236}">
                <a16:creationId xmlns:a16="http://schemas.microsoft.com/office/drawing/2014/main" id="{0372ED1F-A7B7-45A1-8E7F-884606BA1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782424" y="3117050"/>
            <a:ext cx="5813100" cy="36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3875" cmpd="sng">
            <a:solidFill>
              <a:srgbClr val="EE4D2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121900" tIns="60925" rIns="121900" bIns="609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</a:p>
        </p:txBody>
      </p:sp>
      <p:sp>
        <p:nvSpPr>
          <p:cNvPr id="2664" name="sanitized-shape-1962">
            <a:extLst xmlns:a="http://schemas.openxmlformats.org/drawingml/2006/main">
              <a:ext uri="{FF2B5EF4-FFF2-40B4-BE49-F238E27FC236}">
                <a16:creationId xmlns:a16="http://schemas.microsoft.com/office/drawing/2014/main" id="{779F56CA-5EAF-4AE1-AF92-1DE9A0B3D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4746" y="3200585"/>
            <a:ext cx="230700" cy="23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4335"/>
          </a:solidFill>
          <a:ln xmlns:a="http://schemas.openxmlformats.org/drawingml/2006/main" w="9525" cmpd="sng">
            <a:solidFill>
              <a:srgbClr val="EA4335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1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2665" name="sanitized-shape-1963">
            <a:extLst xmlns:a="http://schemas.openxmlformats.org/drawingml/2006/main">
              <a:ext uri="{FF2B5EF4-FFF2-40B4-BE49-F238E27FC236}">
                <a16:creationId xmlns:a16="http://schemas.microsoft.com/office/drawing/2014/main" id="{FC94AC93-BEB4-458B-A743-28BFBC613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0141" y="4646485"/>
            <a:ext cx="230700" cy="23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4335"/>
          </a:solidFill>
          <a:ln xmlns:a="http://schemas.openxmlformats.org/drawingml/2006/main" w="9525" cmpd="sng">
            <a:solidFill>
              <a:srgbClr val="EA4335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1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2666" name="sanitized-shape-1964">
            <a:extLst xmlns:a="http://schemas.openxmlformats.org/drawingml/2006/main">
              <a:ext uri="{FF2B5EF4-FFF2-40B4-BE49-F238E27FC236}">
                <a16:creationId xmlns:a16="http://schemas.microsoft.com/office/drawing/2014/main" id="{C9A76C4E-48EA-4536-A9A4-312043207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0141" y="5369535"/>
            <a:ext cx="230700" cy="23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4335"/>
          </a:solidFill>
          <a:ln xmlns:a="http://schemas.openxmlformats.org/drawingml/2006/main" w="9525" cmpd="sng">
            <a:solidFill>
              <a:srgbClr val="EA4335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1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2667" name="sanitized-shape-1965">
            <a:extLst xmlns:a="http://schemas.openxmlformats.org/drawingml/2006/main">
              <a:ext uri="{FF2B5EF4-FFF2-40B4-BE49-F238E27FC236}">
                <a16:creationId xmlns:a16="http://schemas.microsoft.com/office/drawing/2014/main" id="{B86D5E09-F9B4-4942-9721-E94D39EE0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9991" y="635634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rPr sz="1200">
                <a:solidFill>
                  <a:srgbClr val="000000"/>
                </a:solidFill>
              </a:rPr>
              <a:t/>
            </a:fld>
          </a:p>
        </p:txBody>
      </p:sp>
    </p:spTree>
    <p:extLst>
      <p:ext uri="{BB962C8B-B14F-4D97-AF65-F5344CB8AC3E}">
        <p14:creationId xmlns:p14="http://schemas.microsoft.com/office/powerpoint/2010/main" val="479877945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73" name="sanitized-shape-1966">
            <a:extLst xmlns:a="http://schemas.openxmlformats.org/drawingml/2006/main">
              <a:ext uri="{FF2B5EF4-FFF2-40B4-BE49-F238E27FC236}">
                <a16:creationId xmlns:a16="http://schemas.microsoft.com/office/drawing/2014/main" id="{4F22D713-2135-4FF9-B3CE-AD264A0D738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2346655" y="8475132"/>
            <a:ext cx="3656700" cy="48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575" tIns="19275" rIns="38575" bIns="19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69ADA83D-DF77-AA76-6DA0-7A70CD7A4D20}" type="slidenum">
              <a:t/>
            </a:fld>
          </a:p>
        </p:txBody>
      </p:sp>
      <p:sp>
        <p:nvSpPr>
          <p:cNvPr id="2674" name="sanitized-shape-1967">
            <a:extLst xmlns:a="http://schemas.openxmlformats.org/drawingml/2006/main">
              <a:ext uri="{FF2B5EF4-FFF2-40B4-BE49-F238E27FC236}">
                <a16:creationId xmlns:a16="http://schemas.microsoft.com/office/drawing/2014/main" id="{3298D9FC-A6B3-43C9-993E-53C8B19F58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2" y="180067"/>
            <a:ext cx="110766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68575" rIns="68575" bIns="68575" anchor="b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sz="1600" b="1">
                <a:solidFill>
                  <a:srgbClr val="EE4D2D"/>
                </a:solidFill>
              </a:rPr>
              <a:t/>
            </a:r>
          </a:p>
        </p:txBody>
      </p:sp>
      <p:graphicFrame>
        <p:nvGraphicFramePr>
          <p:cNvPr id="2684" name="sanitized-table-24"/>
          <p:cNvGraphicFramePr/>
          <p:nvPr/>
        </p:nvGraphicFramePr>
        <p:xfrm>
          <a:off xmlns:a="http://schemas.openxmlformats.org/drawingml/2006/main" x="122505" y="2424083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{CDD7BB8A-1EDB-4F6B-BC6B-4E1E84436C22}</a:tableStyleId>
              </a:tblPr>
              <a:tblGrid>
                <a:gridCol w="1271275"/>
                <a:gridCol w="1127725"/>
                <a:gridCol w="5065025"/>
                <a:gridCol w="3270200"/>
                <a:gridCol w="965750"/>
              </a:tblGrid>
              <a:tr h="21962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121900" marR="121900" marT="25400" marB="25400" anchor="ctr">
                    <a:lnR w="12700" cmpd="sng">
                      <a:solidFill>
                        <a:schemeClr val="lt1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121900" marR="121900" marT="25400" marB="25400" anchor="ctr">
                    <a:lnL w="12700" cmpd="sng">
                      <a:solidFill>
                        <a:schemeClr val="lt1"/>
                      </a:solidFill>
                      <a:prstDash val="solid"/>
                    </a:lnL>
                    <a:lnR w="12700" cmpd="sng">
                      <a:solidFill>
                        <a:schemeClr val="lt1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121900" marR="121900" marT="25400" marB="25400" anchor="ctr">
                    <a:lnL w="12700" cmpd="sng">
                      <a:solidFill>
                        <a:schemeClr val="lt1"/>
                      </a:solidFill>
                      <a:prstDash val="solid"/>
                    </a:lnL>
                    <a:lnR w="12700" cmpd="sng">
                      <a:solidFill>
                        <a:schemeClr val="lt1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121900" marR="121900" marT="25400" marB="25400" anchor="ctr">
                    <a:lnL w="12700" cmpd="sng">
                      <a:solidFill>
                        <a:schemeClr val="lt1"/>
                      </a:solidFill>
                      <a:prstDash val="solid"/>
                    </a:lnL>
                    <a:lnR w="12700" cmpd="sng">
                      <a:solidFill>
                        <a:schemeClr val="lt1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sz="1000" b="1">
                          <a:solidFill>
                            <a:schemeClr val="lt1"/>
                          </a:solidFill>
                        </a:rPr>
                        <a:t/>
                      </a:r>
                    </a:p>
                  </a:txBody>
                  <a:tcPr marL="121900" marR="121900" marT="25400" marB="25400" anchor="ctr">
                    <a:lnL w="12700" cmpd="sng">
                      <a:solidFill>
                        <a:schemeClr val="lt1"/>
                      </a:solidFill>
                      <a:prstDash val="solid"/>
                    </a:lnL>
                    <a:lnR w="12700" cmpd="sng">
                      <a:solidFill>
                        <a:schemeClr val="lt1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</a:tr>
              <a:tr h="727900">
                <a:tc rowSpan="2"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121900" marR="121900" marT="25400" marB="25400" anchor="ctr">
                    <a:lnR w="12700" cmpd="sng">
                      <a:solidFill>
                        <a:srgbClr val="000000"/>
                      </a:solidFill>
                      <a:prstDash val="solid"/>
                    </a:lnR>
                    <a:lnB w="115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121900" marR="121900" marT="25400" marB="25400" anchor="ctr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B w="12700" cmpd="sng">
                      <a:solidFill>
                        <a:schemeClr val="lt2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121900" marR="121900" marT="25400" marB="25400" anchor="ctr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B w="12700" cmpd="sng">
                      <a:solidFill>
                        <a:schemeClr val="lt2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121900" marR="121900" marT="25400" marB="25400" anchor="ctr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B w="12700" cmpd="sng">
                      <a:solidFill>
                        <a:schemeClr val="lt2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121900" marR="121900" marT="25400" marB="25400" anchor="ctr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B w="12700" cmpd="sng">
                      <a:solidFill>
                        <a:schemeClr val="lt2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946825"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121900" marR="121900" marT="25400" marB="25400" anchor="ctr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chemeClr val="lt2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121900" marR="121900" marT="25400" marB="25400" anchor="ctr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chemeClr val="lt2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457200" lvl="0" indent="-29210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AutoNum type="arabicPeriod"/>
                      </a:pPr>
                      <a:r>
                        <a:rPr sz="1000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121900" marR="121900" marT="25400" marB="25400" anchor="ctr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chemeClr val="lt2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121900" marR="121900" marT="25400" marB="25400" anchor="ctr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lt2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727900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121900" marR="121900" marT="25400" marB="25400" anchor="ctr"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1525" cmpd="sng">
                      <a:solidFill>
                        <a:srgbClr val="000000"/>
                      </a:solidFill>
                      <a:prstDash val="solid"/>
                    </a:lnT>
                    <a:lnB w="115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121900" marR="121900" marT="25400" marB="25400" anchor="ctr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121900" marR="121900" marT="25400" marB="25400" anchor="ctr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121900" marR="121900" marT="25400" marB="25400" anchor="ctr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121900" marR="121900" marT="25400" marB="25400" anchor="ctr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155275">
                <a:tc rowSpan="3"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121900" marR="121900" marT="25400" marB="25400" anchor="ctr"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1525" cmpd="sng">
                      <a:solidFill>
                        <a:srgbClr val="000000"/>
                      </a:solidFill>
                      <a:prstDash val="solid"/>
                    </a:lnT>
                    <a:lnB w="115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CE5CD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121900" marR="121900" marT="25400" marB="25400" anchor="ctr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368300" lvl="0" indent="-25400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Char char="●"/>
                      </a:pPr>
                      <a:r>
                        <a:rPr sz="1000"/>
                        <a:t/>
                      </a:r>
                    </a:p>
                  </a:txBody>
                  <a:tcPr marL="0" marR="121900" marT="25400" marB="25400" anchor="ctr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368300" lvl="0" indent="-19050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000" i="1">
                          <a:solidFill>
                            <a:schemeClr val="accent3"/>
                          </a:solidFill>
                        </a:rPr>
                        <a:t/>
                      </a:r>
                    </a:p>
                  </a:txBody>
                  <a:tcPr marL="0" marR="121900" marT="25400" marB="25400" anchor="ctr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121900" marR="121900" marT="25400" marB="25400" anchor="ctr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760875"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</a:tr>
              <a:tr h="803200"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121900" marR="121900" marT="25400" marB="25400" anchor="ctr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609600" lvl="0" indent="-368300" algn="l">
                        <a:lnSpc>
                          <a:spcPct val="115000"/>
                        </a:lnSpc>
                        <a:spcBef>
                          <a:spcPts val="16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sz="1000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0" marR="121900" marT="25400" marB="25400" anchor="ctr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1525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121900" marR="121900" marT="25400" marB="25400" anchor="ctr">
                    <a:lnL w="11525" cmpd="sng">
                      <a:solidFill>
                        <a:srgbClr val="000000"/>
                      </a:solidFill>
                      <a:prstDash val="solid"/>
                    </a:lnL>
                    <a:lnR w="11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676" name="sanitized-shape-1968">
            <a:extLst xmlns:a="http://schemas.openxmlformats.org/drawingml/2006/main">
              <a:ext uri="{FF2B5EF4-FFF2-40B4-BE49-F238E27FC236}">
                <a16:creationId xmlns:a16="http://schemas.microsoft.com/office/drawing/2014/main" id="{D4AD0B57-DBF9-4305-98BD-8498FDBFC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628" y="773625"/>
            <a:ext cx="11487600" cy="16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t">
            <a:noAutofit/>
          </a:bodyPr>
          <a:lstStyle xmlns:a="http://schemas.openxmlformats.org/drawingml/2006/main"/>
          <a:p xmlns:a="http://schemas.openxmlformats.org/drawingml/2006/main">
            <a:pPr marL="0" marR="127000" lvl="0" indent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ED4D2D"/>
                </a:solidFill>
              </a:rPr>
              <a:t/>
            </a:r>
          </a:p>
        </p:txBody>
      </p:sp>
      <p:sp>
        <p:nvSpPr>
          <p:cNvPr id="2677" name="sanitized-shape-1969">
            <a:extLst xmlns:a="http://schemas.openxmlformats.org/drawingml/2006/main">
              <a:ext uri="{FF2B5EF4-FFF2-40B4-BE49-F238E27FC236}">
                <a16:creationId xmlns:a16="http://schemas.microsoft.com/office/drawing/2014/main" id="{7C63E8D0-2728-45F3-BF36-12F96C4FC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26" y="1988858"/>
            <a:ext cx="179100" cy="18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3F3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6575" tIns="60925" rIns="121900" bIns="609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100">
                <a:solidFill>
                  <a:schemeClr val="lt1"/>
                </a:solidFill>
              </a:rPr>
              <a:t/>
            </a:r>
          </a:p>
        </p:txBody>
      </p:sp>
      <p:sp>
        <p:nvSpPr>
          <p:cNvPr id="2678" name="sanitized-shape-1970">
            <a:extLst xmlns:a="http://schemas.openxmlformats.org/drawingml/2006/main">
              <a:ext uri="{FF2B5EF4-FFF2-40B4-BE49-F238E27FC236}">
                <a16:creationId xmlns:a16="http://schemas.microsoft.com/office/drawing/2014/main" id="{0E18677C-E56A-4343-91F9-5500CCB10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0" y="2769564"/>
            <a:ext cx="238500" cy="239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3F3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6575" tIns="60925" rIns="121900" bIns="609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100">
                <a:solidFill>
                  <a:schemeClr val="lt1"/>
                </a:solidFill>
              </a:rPr>
              <a:t/>
            </a:r>
          </a:p>
        </p:txBody>
      </p:sp>
      <p:sp>
        <p:nvSpPr>
          <p:cNvPr id="2679" name="sanitized-shape-1971">
            <a:extLst xmlns:a="http://schemas.openxmlformats.org/drawingml/2006/main">
              <a:ext uri="{FF2B5EF4-FFF2-40B4-BE49-F238E27FC236}">
                <a16:creationId xmlns:a16="http://schemas.microsoft.com/office/drawing/2014/main" id="{63423F06-149A-473D-A4D7-E891832E0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6341" y="649289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rPr sz="1200">
                <a:solidFill>
                  <a:srgbClr val="000000"/>
                </a:solidFill>
              </a:rPr>
              <a:t/>
            </a:fld>
          </a:p>
        </p:txBody>
      </p:sp>
      <p:sp>
        <p:nvSpPr>
          <p:cNvPr id="2680" name="sanitized-shape-1972">
            <a:extLst xmlns:a="http://schemas.openxmlformats.org/drawingml/2006/main">
              <a:ext uri="{FF2B5EF4-FFF2-40B4-BE49-F238E27FC236}">
                <a16:creationId xmlns:a16="http://schemas.microsoft.com/office/drawing/2014/main" id="{0DD45C3B-43D9-403A-8162-055814F08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22425" y="2646325"/>
            <a:ext cx="10734300" cy="168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3875" cmpd="sng">
            <a:solidFill>
              <a:srgbClr val="EE4D2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121900" tIns="60925" rIns="121900" bIns="609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797081614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85" name="sanitized-shape-1973">
            <a:extLst xmlns:a="http://schemas.openxmlformats.org/drawingml/2006/main">
              <a:ext uri="{FF2B5EF4-FFF2-40B4-BE49-F238E27FC236}">
                <a16:creationId xmlns:a16="http://schemas.microsoft.com/office/drawing/2014/main" id="{429EDE57-5730-4FCF-8E71-9A83EB30EE1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403337" y="6403534"/>
            <a:ext cx="7311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51425" tIns="25700" rIns="51425" bIns="257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sp>
        <p:nvSpPr>
          <p:cNvPr id="2686" name="sanitized-shape-1974">
            <a:extLst xmlns:a="http://schemas.openxmlformats.org/drawingml/2006/main">
              <a:ext uri="{FF2B5EF4-FFF2-40B4-BE49-F238E27FC236}">
                <a16:creationId xmlns:a16="http://schemas.microsoft.com/office/drawing/2014/main" id="{37FC34C9-A6B8-454C-A8A8-131B98D289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9490" y="3600"/>
            <a:ext cx="11336700" cy="717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68550" tIns="68550" rIns="68550" bIns="6855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sz="1600">
                <a:solidFill>
                  <a:srgbClr val="EE4D2D"/>
                </a:solidFill>
              </a:rPr>
              <a:t/>
            </a:r>
          </a:p>
        </p:txBody>
      </p:sp>
      <p:sp>
        <p:nvSpPr>
          <p:cNvPr id="2687" name="sanitized-shape-1975">
            <a:extLst xmlns:a="http://schemas.openxmlformats.org/drawingml/2006/main">
              <a:ext uri="{FF2B5EF4-FFF2-40B4-BE49-F238E27FC236}">
                <a16:creationId xmlns:a16="http://schemas.microsoft.com/office/drawing/2014/main" id="{0F9E6C4B-D56F-4BFF-A298-D3694CFCD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6920" y="3804800"/>
            <a:ext cx="1299300" cy="58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82850" tIns="91400" rIns="182850" bIns="914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cxnSp>
        <p:nvCxnSpPr>
          <p:cNvPr id="2782" name="sanitized-shape-1976"/>
          <p:cNvCxnSpPr/>
          <p:nvPr/>
        </p:nvCxnSpPr>
        <p:spPr>
          <a:xfrm xmlns:a="http://schemas.openxmlformats.org/drawingml/2006/main">
            <a:off x="6448053" y="2051363"/>
            <a:ext cx="2576700" cy="180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89" name="sanitized-shape-1977">
            <a:extLst xmlns:a="http://schemas.openxmlformats.org/drawingml/2006/main">
              <a:ext uri="{FF2B5EF4-FFF2-40B4-BE49-F238E27FC236}">
                <a16:creationId xmlns:a16="http://schemas.microsoft.com/office/drawing/2014/main" id="{DDD92587-4FEA-402F-B994-9CB070FCE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606" y="1657375"/>
            <a:ext cx="2576700" cy="36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91400" rIns="0" bIns="914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400" b="1" i="0" u="none" cap="none">
                <a:solidFill>
                  <a:srgbClr val="EE4D2D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690" name="sanitized-shape-1978">
            <a:extLst xmlns:a="http://schemas.openxmlformats.org/drawingml/2006/main">
              <a:ext uri="{FF2B5EF4-FFF2-40B4-BE49-F238E27FC236}">
                <a16:creationId xmlns:a16="http://schemas.microsoft.com/office/drawing/2014/main" id="{815E2477-652C-4B55-BC26-861CB75F2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7584" y="1657861"/>
            <a:ext cx="2576700" cy="36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91400" rIns="0" bIns="914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400" b="1" i="0" u="none" cap="none">
                <a:solidFill>
                  <a:srgbClr val="EE4D2D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691" name="sanitized-shape-1979">
            <a:extLst xmlns:a="http://schemas.openxmlformats.org/drawingml/2006/main">
              <a:ext uri="{FF2B5EF4-FFF2-40B4-BE49-F238E27FC236}">
                <a16:creationId xmlns:a16="http://schemas.microsoft.com/office/drawing/2014/main" id="{384ED4F5-C5AC-4E76-82EC-17842B70B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8753" y="3593600"/>
            <a:ext cx="2010600" cy="4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91400" rIns="0" bIns="914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692" name="sanitized-shape-1980">
            <a:extLst xmlns:a="http://schemas.openxmlformats.org/drawingml/2006/main">
              <a:ext uri="{FF2B5EF4-FFF2-40B4-BE49-F238E27FC236}">
                <a16:creationId xmlns:a16="http://schemas.microsoft.com/office/drawing/2014/main" id="{82F0A0FF-A1B8-426C-9F88-1D5FD3031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0720" y="3593600"/>
            <a:ext cx="2010600" cy="84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91400" rIns="0" bIns="914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693" name="sanitized-shape-1981">
            <a:extLst xmlns:a="http://schemas.openxmlformats.org/drawingml/2006/main">
              <a:ext uri="{FF2B5EF4-FFF2-40B4-BE49-F238E27FC236}">
                <a16:creationId xmlns:a16="http://schemas.microsoft.com/office/drawing/2014/main" id="{A48309FF-F009-4EC2-8FFF-A90DD2606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711" y="1110575"/>
            <a:ext cx="8627400" cy="400500"/>
          </a:xfrm>
          <a:prstGeom xmlns:a="http://schemas.openxmlformats.org/drawingml/2006/main" prst="chevron">
            <a:avLst>
              <a:gd name="adj" fmla="val 38416"/>
            </a:avLst>
          </a:prstGeom>
          <a:solidFill xmlns:a="http://schemas.openxmlformats.org/drawingml/2006/main">
            <a:srgbClr val="EE4D2D"/>
          </a:solidFill>
          <a:ln xmlns:a="http://schemas.openxmlformats.org/drawingml/2006/main" w="9525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4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694" name="sanitized-shape-1982">
            <a:extLst xmlns:a="http://schemas.openxmlformats.org/drawingml/2006/main">
              <a:ext uri="{FF2B5EF4-FFF2-40B4-BE49-F238E27FC236}">
                <a16:creationId xmlns:a16="http://schemas.microsoft.com/office/drawing/2014/main" id="{DB47A8E3-0EE5-4AEF-8C53-68F594397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184" y="1110575"/>
            <a:ext cx="2623500" cy="400500"/>
          </a:xfrm>
          <a:prstGeom xmlns:a="http://schemas.openxmlformats.org/drawingml/2006/main" prst="homePlate">
            <a:avLst>
              <a:gd name="adj" fmla="val 39163"/>
            </a:avLst>
          </a:prstGeom>
          <a:solidFill xmlns:a="http://schemas.openxmlformats.org/drawingml/2006/main">
            <a:srgbClr val="7F7F7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4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695" name="sanitized-shape-1983">
            <a:extLst xmlns:a="http://schemas.openxmlformats.org/drawingml/2006/main">
              <a:ext uri="{FF2B5EF4-FFF2-40B4-BE49-F238E27FC236}">
                <a16:creationId xmlns:a16="http://schemas.microsoft.com/office/drawing/2014/main" id="{4EF480DB-104D-434C-8FDC-EC5D1EBA8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8753" y="2256225"/>
            <a:ext cx="2011800" cy="47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91400" rIns="0" bIns="914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696" name="sanitized-shape-1984">
            <a:extLst xmlns:a="http://schemas.openxmlformats.org/drawingml/2006/main">
              <a:ext uri="{FF2B5EF4-FFF2-40B4-BE49-F238E27FC236}">
                <a16:creationId xmlns:a16="http://schemas.microsoft.com/office/drawing/2014/main" id="{5D69383B-CD89-4419-98FE-A9A007A10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0720" y="2256225"/>
            <a:ext cx="2010600" cy="47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91400" rIns="0" bIns="914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cxnSp>
        <p:nvCxnSpPr>
          <p:cNvPr id="2791" name="sanitized-shape-1985"/>
          <p:cNvCxnSpPr/>
          <p:nvPr/>
        </p:nvCxnSpPr>
        <p:spPr>
          <a:xfrm xmlns:a="http://schemas.openxmlformats.org/drawingml/2006/main">
            <a:off x="9157656" y="2051363"/>
            <a:ext cx="2576700" cy="180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98" name="sanitized-shape-1986">
            <a:extLst xmlns:a="http://schemas.openxmlformats.org/drawingml/2006/main">
              <a:ext uri="{FF2B5EF4-FFF2-40B4-BE49-F238E27FC236}">
                <a16:creationId xmlns:a16="http://schemas.microsoft.com/office/drawing/2014/main" id="{2FC6BE69-4D4E-4809-823D-A52153492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738" y="4478322"/>
            <a:ext cx="1651500" cy="58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82850" tIns="91400" rIns="182850" bIns="914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1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699" name="sanitized-shape-1987">
            <a:extLst xmlns:a="http://schemas.openxmlformats.org/drawingml/2006/main">
              <a:ext uri="{FF2B5EF4-FFF2-40B4-BE49-F238E27FC236}">
                <a16:creationId xmlns:a16="http://schemas.microsoft.com/office/drawing/2014/main" id="{C0111B90-DB67-45F2-B33F-CA4D07EA7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8753" y="4927125"/>
            <a:ext cx="2010600" cy="4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91400" rIns="0" bIns="914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700" name="sanitized-shape-1988">
            <a:extLst xmlns:a="http://schemas.openxmlformats.org/drawingml/2006/main">
              <a:ext uri="{FF2B5EF4-FFF2-40B4-BE49-F238E27FC236}">
                <a16:creationId xmlns:a16="http://schemas.microsoft.com/office/drawing/2014/main" id="{6A19A40C-E855-4E65-B1D9-984B9522C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0720" y="4927125"/>
            <a:ext cx="2010600" cy="84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91400" rIns="0" bIns="914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707" name="sanitized-shape-1989">
            <a:extLst xmlns:a="http://schemas.openxmlformats.org/drawingml/2006/main">
              <a:ext uri="{FF2B5EF4-FFF2-40B4-BE49-F238E27FC236}">
                <a16:creationId xmlns:a16="http://schemas.microsoft.com/office/drawing/2014/main" id="{2D41BD41-03A8-4C76-AE49-E350E011C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1002" y="4927125"/>
            <a:ext cx="1524600" cy="100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4D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708" name="sanitized-shape-1990">
            <a:extLst xmlns:a="http://schemas.openxmlformats.org/drawingml/2006/main">
              <a:ext uri="{FF2B5EF4-FFF2-40B4-BE49-F238E27FC236}">
                <a16:creationId xmlns:a16="http://schemas.microsoft.com/office/drawing/2014/main" id="{A7309589-AB56-4260-A6B6-DF0F6F0AA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1002" y="2256225"/>
            <a:ext cx="1524600" cy="100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4D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709" name="sanitized-shape-1991">
            <a:extLst xmlns:a="http://schemas.openxmlformats.org/drawingml/2006/main">
              <a:ext uri="{FF2B5EF4-FFF2-40B4-BE49-F238E27FC236}">
                <a16:creationId xmlns:a16="http://schemas.microsoft.com/office/drawing/2014/main" id="{E4E072A4-F231-4869-B40F-FB2B92E04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771" y="3593600"/>
            <a:ext cx="1524600" cy="100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4D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cxnSp>
        <p:nvCxnSpPr>
          <p:cNvPr id="2798" name="sanitized-shape-1992"/>
          <p:cNvCxnSpPr>
            <a:endCxn xmlns:a="http://schemas.openxmlformats.org/drawingml/2006/main" id="2708" idx="1"/>
          </p:cNvCxnSpPr>
          <p:nvPr/>
        </p:nvCxnSpPr>
        <p:spPr>
          <a:xfrm xmlns:a="http://schemas.openxmlformats.org/drawingml/2006/main" rot="-5400000">
            <a:off x="3972752" y="3184125"/>
            <a:ext cx="1363200" cy="513300"/>
          </a:xfrm>
          <a:prstGeom xmlns:a="http://schemas.openxmlformats.org/drawingml/2006/main" prst="bentConnector2">
            <a:avLst/>
          </a:prstGeom>
          <a:ln xmlns:a="http://schemas.openxmlformats.org/drawingml/2006/main" w="28575" cap="flat">
            <a:solidFill>
              <a:srgbClr val="EE4D2D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799" name="sanitized-shape-1993"/>
          <p:cNvCxnSpPr>
            <a:endCxn xmlns:a="http://schemas.openxmlformats.org/drawingml/2006/main" id="2709" idx="1"/>
          </p:cNvCxnSpPr>
          <p:nvPr/>
        </p:nvCxnSpPr>
        <p:spPr>
          <a:xfrm xmlns:a="http://schemas.openxmlformats.org/drawingml/2006/main">
            <a:off x="4314871" y="4095650"/>
            <a:ext cx="609900" cy="9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 cap="flat">
            <a:solidFill>
              <a:srgbClr val="EE4D2D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800" name="sanitized-shape-1994"/>
          <p:cNvCxnSpPr>
            <a:endCxn xmlns:a="http://schemas.openxmlformats.org/drawingml/2006/main" id="2707" idx="1"/>
          </p:cNvCxnSpPr>
          <p:nvPr/>
        </p:nvCxnSpPr>
        <p:spPr>
          <a:xfrm xmlns:a="http://schemas.openxmlformats.org/drawingml/2006/main" rot="-5400000" flipH="1">
            <a:off x="3989402" y="4508475"/>
            <a:ext cx="1323000" cy="520200"/>
          </a:xfrm>
          <a:prstGeom xmlns:a="http://schemas.openxmlformats.org/drawingml/2006/main" prst="bentConnector2">
            <a:avLst/>
          </a:prstGeom>
          <a:ln xmlns:a="http://schemas.openxmlformats.org/drawingml/2006/main" w="28575" cap="flat">
            <a:solidFill>
              <a:srgbClr val="EE4D2D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713" name="sanitized-shape-1995">
            <a:extLst xmlns:a="http://schemas.openxmlformats.org/drawingml/2006/main">
              <a:ext uri="{FF2B5EF4-FFF2-40B4-BE49-F238E27FC236}">
                <a16:creationId xmlns:a16="http://schemas.microsoft.com/office/drawing/2014/main" id="{1FDBB47A-82BD-4200-BE60-5A56A26BE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6681" y="3785600"/>
            <a:ext cx="1423500" cy="64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714" name="sanitized-shape-1996">
            <a:extLst xmlns:a="http://schemas.openxmlformats.org/drawingml/2006/main">
              <a:ext uri="{FF2B5EF4-FFF2-40B4-BE49-F238E27FC236}">
                <a16:creationId xmlns:a16="http://schemas.microsoft.com/office/drawing/2014/main" id="{565A36CA-920D-4FD4-870D-63F3A7911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6919" y="3992297"/>
            <a:ext cx="187200" cy="226800"/>
          </a:xfrm>
          <a:prstGeom xmlns:a="http://schemas.openxmlformats.org/drawingml/2006/main" prst="chevron">
            <a:avLst>
              <a:gd name="adj" fmla="val 41838"/>
            </a:avLst>
          </a:prstGeom>
          <a:solidFill xmlns:a="http://schemas.openxmlformats.org/drawingml/2006/main">
            <a:srgbClr val="7F7F7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82850" tIns="91400" rIns="182850" bIns="914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</a:p>
        </p:txBody>
      </p:sp>
      <p:cxnSp>
        <p:nvCxnSpPr>
          <p:cNvPr id="2803" name="sanitized-shape-1997"/>
          <p:cNvCxnSpPr/>
          <p:nvPr/>
        </p:nvCxnSpPr>
        <p:spPr>
          <a:xfrm xmlns:a="http://schemas.openxmlformats.org/drawingml/2006/main" rot="0" flipH="0" flipV="0">
            <a:off x="6448339" y="3427939"/>
            <a:ext cx="5288103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A5A5A5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804" name="sanitized-shape-1998"/>
          <p:cNvCxnSpPr/>
          <p:nvPr/>
        </p:nvCxnSpPr>
        <p:spPr>
          <a:xfrm xmlns:a="http://schemas.openxmlformats.org/drawingml/2006/main" rot="0" flipH="0" flipV="0">
            <a:off x="6448339" y="4762313"/>
            <a:ext cx="5288103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A5A5A5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2722" name="sanitized-shape-1999">
            <a:extLst xmlns:a="http://schemas.openxmlformats.org/drawingml/2006/main">
              <a:ext uri="{FF2B5EF4-FFF2-40B4-BE49-F238E27FC236}">
                <a16:creationId xmlns:a16="http://schemas.microsoft.com/office/drawing/2014/main" id="{4A52DAE8-C9CA-4407-A574-8ED4AECC3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184" y="3785600"/>
            <a:ext cx="1014000" cy="64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1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723" name="sanitized-shape-2000">
            <a:extLst xmlns:a="http://schemas.openxmlformats.org/drawingml/2006/main">
              <a:ext uri="{FF2B5EF4-FFF2-40B4-BE49-F238E27FC236}">
                <a16:creationId xmlns:a16="http://schemas.microsoft.com/office/drawing/2014/main" id="{30BACD04-578E-44B4-A127-3CD52D1F2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71" y="4448475"/>
            <a:ext cx="1620300" cy="64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82850" tIns="91400" rIns="182850" bIns="914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100" b="1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724" name="sanitized-shape-2001">
            <a:extLst xmlns:a="http://schemas.openxmlformats.org/drawingml/2006/main">
              <a:ext uri="{FF2B5EF4-FFF2-40B4-BE49-F238E27FC236}">
                <a16:creationId xmlns:a16="http://schemas.microsoft.com/office/drawing/2014/main" id="{DE2303DB-5BBE-488B-99B1-568084565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9040" y="3992310"/>
            <a:ext cx="187200" cy="226800"/>
          </a:xfrm>
          <a:prstGeom xmlns:a="http://schemas.openxmlformats.org/drawingml/2006/main" prst="chevron">
            <a:avLst>
              <a:gd name="adj" fmla="val 41838"/>
            </a:avLst>
          </a:prstGeom>
          <a:solidFill xmlns:a="http://schemas.openxmlformats.org/drawingml/2006/main">
            <a:srgbClr val="7F7F7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82850" tIns="91400" rIns="182850" bIns="914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</a:p>
        </p:txBody>
      </p:sp>
      <p:sp>
        <p:nvSpPr>
          <p:cNvPr id="2725" name="sanitized-shape-2002">
            <a:extLst xmlns:a="http://schemas.openxmlformats.org/drawingml/2006/main">
              <a:ext uri="{FF2B5EF4-FFF2-40B4-BE49-F238E27FC236}">
                <a16:creationId xmlns:a16="http://schemas.microsoft.com/office/drawing/2014/main" id="{E781EF49-4F6A-4365-A10D-11F9FDBE0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485" y="3285025"/>
            <a:ext cx="1423500" cy="47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100" b="1" i="0" u="none" cap="none">
                <a:solidFill>
                  <a:srgbClr val="EF5335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726" name="sanitized-shape-2003">
            <a:extLst xmlns:a="http://schemas.openxmlformats.org/drawingml/2006/main">
              <a:ext uri="{FF2B5EF4-FFF2-40B4-BE49-F238E27FC236}">
                <a16:creationId xmlns:a16="http://schemas.microsoft.com/office/drawing/2014/main" id="{822CE18B-2A80-4D09-921B-25629CACD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9940" y="80850"/>
            <a:ext cx="1547700" cy="63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00"/>
          </a:solidFill>
          <a:ln xmlns:a="http://schemas.openxmlformats.org/drawingml/2006/main" w="9525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100">
                <a:solidFill>
                  <a:schemeClr val="dk1"/>
                </a:solidFill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62666617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31" name="sanitized-shape-2004">
            <a:extLst xmlns:a="http://schemas.openxmlformats.org/drawingml/2006/main">
              <a:ext uri="{FF2B5EF4-FFF2-40B4-BE49-F238E27FC236}">
                <a16:creationId xmlns:a16="http://schemas.microsoft.com/office/drawing/2014/main" id="{1D5165A3-AAC1-4EE5-B92A-8F35562D2D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018" y="0"/>
            <a:ext cx="11406900" cy="7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sz="1600">
                <a:solidFill>
                  <a:srgbClr val="EE4D2D"/>
                </a:solidFill>
              </a:rPr>
              <a:t/>
            </a:r>
          </a:p>
        </p:txBody>
      </p:sp>
      <p:sp>
        <p:nvSpPr>
          <p:cNvPr id="2732" name="sanitized-shape-2005">
            <a:extLst xmlns:a="http://schemas.openxmlformats.org/drawingml/2006/main">
              <a:ext uri="{FF2B5EF4-FFF2-40B4-BE49-F238E27FC236}">
                <a16:creationId xmlns:a16="http://schemas.microsoft.com/office/drawing/2014/main" id="{7A47FAB9-7430-4190-AA1F-BF7A9686F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471" y="1419825"/>
            <a:ext cx="1127100" cy="164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 cmpd="sng">
            <a:solidFill>
              <a:srgbClr val="EE4D2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</a:p>
        </p:txBody>
      </p:sp>
      <p:sp>
        <p:nvSpPr>
          <p:cNvPr id="2733" name="sanitized-shape-2006">
            <a:extLst xmlns:a="http://schemas.openxmlformats.org/drawingml/2006/main">
              <a:ext uri="{FF2B5EF4-FFF2-40B4-BE49-F238E27FC236}">
                <a16:creationId xmlns:a16="http://schemas.microsoft.com/office/drawing/2014/main" id="{DC1A2D88-01D5-4187-B184-D5C57F4FD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389" y="5201275"/>
            <a:ext cx="1127100" cy="144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 cmpd="sng">
            <a:solidFill>
              <a:srgbClr val="EE4D2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300" b="1"/>
              <a:t/>
            </a:r>
          </a:p>
        </p:txBody>
      </p:sp>
      <p:sp>
        <p:nvSpPr>
          <p:cNvPr id="2734" name="sanitized-shape-2007">
            <a:extLst xmlns:a="http://schemas.openxmlformats.org/drawingml/2006/main">
              <a:ext uri="{FF2B5EF4-FFF2-40B4-BE49-F238E27FC236}">
                <a16:creationId xmlns:a16="http://schemas.microsoft.com/office/drawing/2014/main" id="{CD229515-1E77-484A-9959-0DE6F3B9A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761" y="917350"/>
            <a:ext cx="2328900" cy="32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999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sz="1300" b="1">
                <a:solidFill>
                  <a:schemeClr val="lt1"/>
                </a:solidFill>
              </a:rPr>
              <a:t/>
            </a:r>
          </a:p>
        </p:txBody>
      </p:sp>
      <p:sp>
        <p:nvSpPr>
          <p:cNvPr id="2735" name="sanitized-shape-2008">
            <a:extLst xmlns:a="http://schemas.openxmlformats.org/drawingml/2006/main">
              <a:ext uri="{FF2B5EF4-FFF2-40B4-BE49-F238E27FC236}">
                <a16:creationId xmlns:a16="http://schemas.microsoft.com/office/drawing/2014/main" id="{710ABFD6-C46E-4B40-ABF6-E2D0F43BC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6863" y="908199"/>
            <a:ext cx="3055200" cy="34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999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sz="1300" b="1">
                <a:solidFill>
                  <a:schemeClr val="lt1"/>
                </a:solidFill>
              </a:rPr>
              <a:t/>
            </a:r>
          </a:p>
        </p:txBody>
      </p:sp>
      <p:sp>
        <p:nvSpPr>
          <p:cNvPr id="2736" name="sanitized-shape-2009">
            <a:extLst xmlns:a="http://schemas.openxmlformats.org/drawingml/2006/main">
              <a:ext uri="{FF2B5EF4-FFF2-40B4-BE49-F238E27FC236}">
                <a16:creationId xmlns:a16="http://schemas.microsoft.com/office/drawing/2014/main" id="{A3638E01-E7CB-45BA-A2AE-C0284CB1A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642" y="1424029"/>
            <a:ext cx="3053400" cy="63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2159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sz="1100" b="1">
                <a:solidFill>
                  <a:srgbClr val="EE4D2D"/>
                </a:solidFill>
              </a:rPr>
              <a:t/>
            </a:r>
          </a:p>
        </p:txBody>
      </p:sp>
      <p:sp>
        <p:nvSpPr>
          <p:cNvPr id="2737" name="sanitized-shape-2010">
            <a:extLst xmlns:a="http://schemas.openxmlformats.org/drawingml/2006/main">
              <a:ext uri="{FF2B5EF4-FFF2-40B4-BE49-F238E27FC236}">
                <a16:creationId xmlns:a16="http://schemas.microsoft.com/office/drawing/2014/main" id="{DB403CF9-130E-4DAB-ADF1-195DC4E3C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6929" y="4175258"/>
            <a:ext cx="2328900" cy="81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2159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chemeClr val="dk1"/>
                </a:solidFill>
              </a:rPr>
              <a:t/>
            </a:r>
          </a:p>
        </p:txBody>
      </p:sp>
      <p:sp>
        <p:nvSpPr>
          <p:cNvPr id="2738" name="sanitized-shape-2011">
            <a:extLst xmlns:a="http://schemas.openxmlformats.org/drawingml/2006/main">
              <a:ext uri="{FF2B5EF4-FFF2-40B4-BE49-F238E27FC236}">
                <a16:creationId xmlns:a16="http://schemas.microsoft.com/office/drawing/2014/main" id="{74A2AC24-BD50-4084-AE5C-1008F7C0F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5831" y="4188818"/>
            <a:ext cx="3055200" cy="81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21590" lvl="0" indent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Font typeface="Arial"/>
              <a:buNone/>
            </a:pPr>
            <a:r>
              <a:rPr sz="1100" b="1">
                <a:solidFill>
                  <a:srgbClr val="EE4D2D"/>
                </a:solidFill>
              </a:rPr>
              <a:t/>
            </a:r>
          </a:p>
        </p:txBody>
      </p:sp>
      <p:cxnSp>
        <p:nvCxnSpPr>
          <p:cNvPr id="2823" name="sanitized-shape-2012"/>
          <p:cNvCxnSpPr/>
          <p:nvPr/>
        </p:nvCxnSpPr>
        <p:spPr>
          <a:xfrm xmlns:a="http://schemas.openxmlformats.org/drawingml/2006/main" rot="10800000" flipH="1">
            <a:off x="370507" y="5073175"/>
            <a:ext cx="7282500" cy="348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2740" name="sanitized-shape-2013">
            <a:extLst xmlns:a="http://schemas.openxmlformats.org/drawingml/2006/main">
              <a:ext uri="{FF2B5EF4-FFF2-40B4-BE49-F238E27FC236}">
                <a16:creationId xmlns:a16="http://schemas.microsoft.com/office/drawing/2014/main" id="{A7669CEF-FB35-4DB4-99C4-8CA285966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1992" y="2336402"/>
            <a:ext cx="312900" cy="275100"/>
          </a:xfrm>
          <a:prstGeom xmlns:a="http://schemas.openxmlformats.org/drawingml/2006/main" prst="chevron">
            <a:avLst>
              <a:gd name="adj" fmla="val 50000"/>
            </a:avLst>
          </a:prstGeom>
          <a:solidFill xmlns:a="http://schemas.openxmlformats.org/drawingml/2006/main">
            <a:srgbClr val="E7E6E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18525" tIns="118525" rIns="118525" bIns="1185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</a:p>
        </p:txBody>
      </p:sp>
      <p:sp>
        <p:nvSpPr>
          <p:cNvPr id="2741" name="sanitized-shape-2014">
            <a:extLst xmlns:a="http://schemas.openxmlformats.org/drawingml/2006/main">
              <a:ext uri="{FF2B5EF4-FFF2-40B4-BE49-F238E27FC236}">
                <a16:creationId xmlns:a16="http://schemas.microsoft.com/office/drawing/2014/main" id="{0A797B0A-FFE5-4F8A-87F1-1B58504DE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545" y="2195425"/>
            <a:ext cx="3055200" cy="85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sz="1100" b="1">
                <a:solidFill>
                  <a:srgbClr val="ED5638"/>
                </a:solidFill>
              </a:rPr>
              <a:t/>
            </a:r>
          </a:p>
        </p:txBody>
      </p:sp>
      <p:sp>
        <p:nvSpPr>
          <p:cNvPr id="2742" name="sanitized-shape-2015">
            <a:extLst xmlns:a="http://schemas.openxmlformats.org/drawingml/2006/main">
              <a:ext uri="{FF2B5EF4-FFF2-40B4-BE49-F238E27FC236}">
                <a16:creationId xmlns:a16="http://schemas.microsoft.com/office/drawing/2014/main" id="{895A8664-06A0-47CB-A87C-89DAC1C11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545" y="3192122"/>
            <a:ext cx="3055200" cy="85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2159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sz="1100" b="1">
                <a:solidFill>
                  <a:srgbClr val="ED5638"/>
                </a:solidFill>
              </a:rPr>
              <a:t/>
            </a:r>
          </a:p>
        </p:txBody>
      </p:sp>
      <p:sp>
        <p:nvSpPr>
          <p:cNvPr id="2743" name="sanitized-shape-2016">
            <a:extLst xmlns:a="http://schemas.openxmlformats.org/drawingml/2006/main">
              <a:ext uri="{FF2B5EF4-FFF2-40B4-BE49-F238E27FC236}">
                <a16:creationId xmlns:a16="http://schemas.microsoft.com/office/drawing/2014/main" id="{11E41D22-D01E-45B5-91F5-8739DD008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411" y="2173827"/>
            <a:ext cx="2328900" cy="85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sz="1100" b="1">
                <a:solidFill>
                  <a:srgbClr val="0000FF"/>
                </a:solidFill>
              </a:rPr>
              <a:t/>
            </a:r>
          </a:p>
        </p:txBody>
      </p:sp>
      <p:sp>
        <p:nvSpPr>
          <p:cNvPr id="2744" name="sanitized-shape-2017">
            <a:extLst xmlns:a="http://schemas.openxmlformats.org/drawingml/2006/main">
              <a:ext uri="{FF2B5EF4-FFF2-40B4-BE49-F238E27FC236}">
                <a16:creationId xmlns:a16="http://schemas.microsoft.com/office/drawing/2014/main" id="{18910EB9-9C65-4E22-B666-5372D494E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411" y="1398412"/>
            <a:ext cx="2328900" cy="63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2159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745" name="sanitized-shape-2018">
            <a:extLst xmlns:a="http://schemas.openxmlformats.org/drawingml/2006/main">
              <a:ext uri="{FF2B5EF4-FFF2-40B4-BE49-F238E27FC236}">
                <a16:creationId xmlns:a16="http://schemas.microsoft.com/office/drawing/2014/main" id="{39A70E32-653A-4F53-A1C4-34FC4A694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411" y="3174543"/>
            <a:ext cx="2328900" cy="85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</a:p>
        </p:txBody>
      </p:sp>
      <p:sp>
        <p:nvSpPr>
          <p:cNvPr id="2746" name="sanitized-shape-2019">
            <a:extLst xmlns:a="http://schemas.openxmlformats.org/drawingml/2006/main">
              <a:ext uri="{FF2B5EF4-FFF2-40B4-BE49-F238E27FC236}">
                <a16:creationId xmlns:a16="http://schemas.microsoft.com/office/drawing/2014/main" id="{EDAEB40F-D2F2-4165-9025-9C5F557EC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6852" y="4091987"/>
            <a:ext cx="982200" cy="26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5638"/>
          </a:solidFill>
          <a:ln xmlns:a="http://schemas.openxmlformats.org/drawingml/2006/main">
            <a:noFill/>
          </a:ln>
          <a:effectLst xmlns:a="http://schemas.openxmlformats.org/drawingml/2006/main"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2747" name="sanitized-shape-2020">
            <a:extLst xmlns:a="http://schemas.openxmlformats.org/drawingml/2006/main">
              <a:ext uri="{FF2B5EF4-FFF2-40B4-BE49-F238E27FC236}">
                <a16:creationId xmlns:a16="http://schemas.microsoft.com/office/drawing/2014/main" id="{7BE0DE71-136D-49B3-A30E-EFBCBAE6F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8100000">
            <a:off x="7747543" y="3897457"/>
            <a:ext cx="269832" cy="25243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748" name="sanitized-shape-2021">
            <a:extLst xmlns:a="http://schemas.openxmlformats.org/drawingml/2006/main">
              <a:ext uri="{FF2B5EF4-FFF2-40B4-BE49-F238E27FC236}">
                <a16:creationId xmlns:a16="http://schemas.microsoft.com/office/drawing/2014/main" id="{2389EC8D-DEE1-4776-BFE0-405A863C7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067" y="1319325"/>
            <a:ext cx="982200" cy="26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>
            <a:noFill/>
          </a:ln>
          <a:effectLst xmlns:a="http://schemas.openxmlformats.org/drawingml/2006/main"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1">
                <a:solidFill>
                  <a:schemeClr val="lt1"/>
                </a:solidFill>
              </a:rPr>
              <a:t/>
            </a:r>
          </a:p>
        </p:txBody>
      </p:sp>
      <p:sp>
        <p:nvSpPr>
          <p:cNvPr id="2749" name="sanitized-shape-2022">
            <a:extLst xmlns:a="http://schemas.openxmlformats.org/drawingml/2006/main">
              <a:ext uri="{FF2B5EF4-FFF2-40B4-BE49-F238E27FC236}">
                <a16:creationId xmlns:a16="http://schemas.microsoft.com/office/drawing/2014/main" id="{8DCD9420-7679-4E51-84D5-D44F028DD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6845" y="2080275"/>
            <a:ext cx="982200" cy="26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>
            <a:noFill/>
          </a:ln>
          <a:effectLst xmlns:a="http://schemas.openxmlformats.org/drawingml/2006/main"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1">
                <a:solidFill>
                  <a:schemeClr val="lt1"/>
                </a:solidFill>
              </a:rPr>
              <a:t/>
            </a:r>
          </a:p>
        </p:txBody>
      </p:sp>
      <p:sp>
        <p:nvSpPr>
          <p:cNvPr id="2750" name="sanitized-shape-2023">
            <a:extLst xmlns:a="http://schemas.openxmlformats.org/drawingml/2006/main">
              <a:ext uri="{FF2B5EF4-FFF2-40B4-BE49-F238E27FC236}">
                <a16:creationId xmlns:a16="http://schemas.microsoft.com/office/drawing/2014/main" id="{BAA5DEF2-9F94-491B-8B45-2D4E369AC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6852" y="3127775"/>
            <a:ext cx="982200" cy="26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5638"/>
          </a:solidFill>
          <a:ln xmlns:a="http://schemas.openxmlformats.org/drawingml/2006/main">
            <a:noFill/>
          </a:ln>
          <a:effectLst xmlns:a="http://schemas.openxmlformats.org/drawingml/2006/main"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1">
                <a:solidFill>
                  <a:srgbClr val="FFFFFF"/>
                </a:solidFill>
              </a:rPr>
              <a:t/>
            </a:r>
          </a:p>
        </p:txBody>
      </p:sp>
      <p:cxnSp>
        <p:nvCxnSpPr>
          <p:cNvPr id="2835" name="sanitized-shape-2024"/>
          <p:cNvCxnSpPr/>
          <p:nvPr/>
        </p:nvCxnSpPr>
        <p:spPr>
          <a:xfrm xmlns:a="http://schemas.openxmlformats.org/drawingml/2006/main">
            <a:off x="7775354" y="1398375"/>
            <a:ext cx="66900" cy="525060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52" name="sanitized-shape-2025">
            <a:extLst xmlns:a="http://schemas.openxmlformats.org/drawingml/2006/main">
              <a:ext uri="{FF2B5EF4-FFF2-40B4-BE49-F238E27FC236}">
                <a16:creationId xmlns:a16="http://schemas.microsoft.com/office/drawing/2014/main" id="{77E1D24C-51C3-45F5-92CC-B3D82D95F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3570" y="917350"/>
            <a:ext cx="3577500" cy="34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563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sz="1300" b="1">
                <a:solidFill>
                  <a:schemeClr val="lt1"/>
                </a:solidFill>
              </a:rPr>
              <a:t/>
            </a:r>
          </a:p>
        </p:txBody>
      </p:sp>
      <p:sp>
        <p:nvSpPr>
          <p:cNvPr id="2753" name="sanitized-shape-2026">
            <a:extLst xmlns:a="http://schemas.openxmlformats.org/drawingml/2006/main">
              <a:ext uri="{FF2B5EF4-FFF2-40B4-BE49-F238E27FC236}">
                <a16:creationId xmlns:a16="http://schemas.microsoft.com/office/drawing/2014/main" id="{96EE3CE6-0601-4476-BC83-923BCA0E2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4583" y="5201563"/>
            <a:ext cx="3055200" cy="65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2159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sz="1100" b="1">
                <a:solidFill>
                  <a:srgbClr val="ED5638"/>
                </a:solidFill>
              </a:rPr>
              <a:t/>
            </a:r>
          </a:p>
        </p:txBody>
      </p:sp>
      <p:sp>
        <p:nvSpPr>
          <p:cNvPr id="2754" name="sanitized-shape-2027">
            <a:extLst xmlns:a="http://schemas.openxmlformats.org/drawingml/2006/main">
              <a:ext uri="{FF2B5EF4-FFF2-40B4-BE49-F238E27FC236}">
                <a16:creationId xmlns:a16="http://schemas.microsoft.com/office/drawing/2014/main" id="{44DEAF14-6B51-4E3B-BB03-1508DBFFF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6850" y="5204714"/>
            <a:ext cx="2328900" cy="6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sz="1100">
                <a:solidFill>
                  <a:schemeClr val="dk1"/>
                </a:solidFill>
              </a:rPr>
              <a:t/>
            </a:r>
          </a:p>
        </p:txBody>
      </p:sp>
      <p:sp>
        <p:nvSpPr>
          <p:cNvPr id="2755" name="sanitized-shape-2028">
            <a:extLst xmlns:a="http://schemas.openxmlformats.org/drawingml/2006/main">
              <a:ext uri="{FF2B5EF4-FFF2-40B4-BE49-F238E27FC236}">
                <a16:creationId xmlns:a16="http://schemas.microsoft.com/office/drawing/2014/main" id="{BBE32517-072C-4F74-8690-B84EA37D9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6845" y="5039400"/>
            <a:ext cx="982200" cy="26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5C6"/>
          </a:solidFill>
          <a:ln xmlns:a="http://schemas.openxmlformats.org/drawingml/2006/main">
            <a:noFill/>
          </a:ln>
          <a:effectLst xmlns:a="http://schemas.openxmlformats.org/drawingml/2006/main"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2756" name="sanitized-shape-2029">
            <a:extLst xmlns:a="http://schemas.openxmlformats.org/drawingml/2006/main">
              <a:ext uri="{FF2B5EF4-FFF2-40B4-BE49-F238E27FC236}">
                <a16:creationId xmlns:a16="http://schemas.microsoft.com/office/drawing/2014/main" id="{807F3618-A541-47B6-9F32-A34B3C81B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673" y="3196600"/>
            <a:ext cx="1127100" cy="179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 cmpd="sng">
            <a:solidFill>
              <a:srgbClr val="EE4D2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</a:p>
        </p:txBody>
      </p:sp>
      <p:sp>
        <p:nvSpPr>
          <p:cNvPr id="2757" name="sanitized-shape-2030">
            <a:extLst xmlns:a="http://schemas.openxmlformats.org/drawingml/2006/main">
              <a:ext uri="{FF2B5EF4-FFF2-40B4-BE49-F238E27FC236}">
                <a16:creationId xmlns:a16="http://schemas.microsoft.com/office/drawing/2014/main" id="{A1882B11-A898-4937-BCA0-32D198854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9052" y="5983575"/>
            <a:ext cx="3055200" cy="65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2159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sz="1100" b="1">
                <a:solidFill>
                  <a:srgbClr val="ED5638"/>
                </a:solidFill>
              </a:rPr>
              <a:t/>
            </a:r>
          </a:p>
        </p:txBody>
      </p:sp>
      <p:sp>
        <p:nvSpPr>
          <p:cNvPr id="2758" name="sanitized-shape-2031">
            <a:extLst xmlns:a="http://schemas.openxmlformats.org/drawingml/2006/main">
              <a:ext uri="{FF2B5EF4-FFF2-40B4-BE49-F238E27FC236}">
                <a16:creationId xmlns:a16="http://schemas.microsoft.com/office/drawing/2014/main" id="{2CD9582E-2E69-4DDD-9F49-BF8209F18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3664" y="5986826"/>
            <a:ext cx="2328900" cy="6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sz="1100">
                <a:solidFill>
                  <a:schemeClr val="dk1"/>
                </a:solidFill>
              </a:rPr>
              <a:t/>
            </a:r>
          </a:p>
        </p:txBody>
      </p:sp>
      <p:sp>
        <p:nvSpPr>
          <p:cNvPr id="2759" name="sanitized-shape-2032">
            <a:extLst xmlns:a="http://schemas.openxmlformats.org/drawingml/2006/main">
              <a:ext uri="{FF2B5EF4-FFF2-40B4-BE49-F238E27FC236}">
                <a16:creationId xmlns:a16="http://schemas.microsoft.com/office/drawing/2014/main" id="{9EA81DD9-ED33-4B4B-AF8D-D50B77329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6845" y="5899099"/>
            <a:ext cx="982200" cy="27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5C6"/>
          </a:solidFill>
          <a:ln xmlns:a="http://schemas.openxmlformats.org/drawingml/2006/main">
            <a:noFill/>
          </a:ln>
          <a:effectLst xmlns:a="http://schemas.openxmlformats.org/drawingml/2006/main"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2760" name="sanitized-shape-2033">
            <a:extLst xmlns:a="http://schemas.openxmlformats.org/drawingml/2006/main">
              <a:ext uri="{FF2B5EF4-FFF2-40B4-BE49-F238E27FC236}">
                <a16:creationId xmlns:a16="http://schemas.microsoft.com/office/drawing/2014/main" id="{C46AA69C-BBA4-4D8F-A74E-A26BDC589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1992" y="4372989"/>
            <a:ext cx="312900" cy="275100"/>
          </a:xfrm>
          <a:prstGeom xmlns:a="http://schemas.openxmlformats.org/drawingml/2006/main" prst="chevron">
            <a:avLst>
              <a:gd name="adj" fmla="val 50000"/>
            </a:avLst>
          </a:prstGeom>
          <a:solidFill xmlns:a="http://schemas.openxmlformats.org/drawingml/2006/main">
            <a:srgbClr val="E7E6E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18525" tIns="118525" rIns="118525" bIns="1185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</a:p>
        </p:txBody>
      </p:sp>
      <p:sp>
        <p:nvSpPr>
          <p:cNvPr id="2761" name="sanitized-shape-2034">
            <a:extLst xmlns:a="http://schemas.openxmlformats.org/drawingml/2006/main">
              <a:ext uri="{FF2B5EF4-FFF2-40B4-BE49-F238E27FC236}">
                <a16:creationId xmlns:a16="http://schemas.microsoft.com/office/drawing/2014/main" id="{970940D2-FCF3-4BB5-9994-20ED2B4AF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1992" y="1527714"/>
            <a:ext cx="312900" cy="275100"/>
          </a:xfrm>
          <a:prstGeom xmlns:a="http://schemas.openxmlformats.org/drawingml/2006/main" prst="chevron">
            <a:avLst>
              <a:gd name="adj" fmla="val 50000"/>
            </a:avLst>
          </a:prstGeom>
          <a:solidFill xmlns:a="http://schemas.openxmlformats.org/drawingml/2006/main">
            <a:srgbClr val="E7E6E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18525" tIns="118525" rIns="118525" bIns="1185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</a:p>
        </p:txBody>
      </p:sp>
      <p:sp>
        <p:nvSpPr>
          <p:cNvPr id="2762" name="sanitized-shape-2035">
            <a:extLst xmlns:a="http://schemas.openxmlformats.org/drawingml/2006/main">
              <a:ext uri="{FF2B5EF4-FFF2-40B4-BE49-F238E27FC236}">
                <a16:creationId xmlns:a16="http://schemas.microsoft.com/office/drawing/2014/main" id="{B173C509-32CF-45C2-9410-34AE0BA79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1992" y="3424564"/>
            <a:ext cx="312900" cy="275100"/>
          </a:xfrm>
          <a:prstGeom xmlns:a="http://schemas.openxmlformats.org/drawingml/2006/main" prst="chevron">
            <a:avLst>
              <a:gd name="adj" fmla="val 50000"/>
            </a:avLst>
          </a:prstGeom>
          <a:solidFill xmlns:a="http://schemas.openxmlformats.org/drawingml/2006/main">
            <a:srgbClr val="E7E6E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18525" tIns="118525" rIns="118525" bIns="1185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</a:p>
        </p:txBody>
      </p:sp>
      <p:sp>
        <p:nvSpPr>
          <p:cNvPr id="2763" name="sanitized-shape-2036">
            <a:extLst xmlns:a="http://schemas.openxmlformats.org/drawingml/2006/main">
              <a:ext uri="{FF2B5EF4-FFF2-40B4-BE49-F238E27FC236}">
                <a16:creationId xmlns:a16="http://schemas.microsoft.com/office/drawing/2014/main" id="{6463796D-9ABD-4FD2-ACFE-4CA13CAB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1992" y="5315752"/>
            <a:ext cx="312900" cy="275100"/>
          </a:xfrm>
          <a:prstGeom xmlns:a="http://schemas.openxmlformats.org/drawingml/2006/main" prst="chevron">
            <a:avLst>
              <a:gd name="adj" fmla="val 50000"/>
            </a:avLst>
          </a:prstGeom>
          <a:solidFill xmlns:a="http://schemas.openxmlformats.org/drawingml/2006/main">
            <a:srgbClr val="E7E6E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18525" tIns="118525" rIns="118525" bIns="1185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</a:p>
        </p:txBody>
      </p:sp>
      <p:sp>
        <p:nvSpPr>
          <p:cNvPr id="2764" name="sanitized-shape-2037">
            <a:extLst xmlns:a="http://schemas.openxmlformats.org/drawingml/2006/main">
              <a:ext uri="{FF2B5EF4-FFF2-40B4-BE49-F238E27FC236}">
                <a16:creationId xmlns:a16="http://schemas.microsoft.com/office/drawing/2014/main" id="{BFE1F6A1-6E38-4F0A-845D-51E70A884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1992" y="6100014"/>
            <a:ext cx="312900" cy="275100"/>
          </a:xfrm>
          <a:prstGeom xmlns:a="http://schemas.openxmlformats.org/drawingml/2006/main" prst="chevron">
            <a:avLst>
              <a:gd name="adj" fmla="val 50000"/>
            </a:avLst>
          </a:prstGeom>
          <a:solidFill xmlns:a="http://schemas.openxmlformats.org/drawingml/2006/main">
            <a:srgbClr val="E7E6E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18525" tIns="118525" rIns="118525" bIns="1185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</a:p>
        </p:txBody>
      </p:sp>
      <p:sp>
        <p:nvSpPr>
          <p:cNvPr id="2765" name="sanitized-shape-2038">
            <a:extLst xmlns:a="http://schemas.openxmlformats.org/drawingml/2006/main">
              <a:ext uri="{FF2B5EF4-FFF2-40B4-BE49-F238E27FC236}">
                <a16:creationId xmlns:a16="http://schemas.microsoft.com/office/drawing/2014/main" id="{DC18CBD7-7184-4232-80AC-7AFF74E51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3570" y="1398400"/>
            <a:ext cx="1220700" cy="31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5638"/>
          </a:solidFill>
          <a:ln xmlns:a="http://schemas.openxmlformats.org/drawingml/2006/main">
            <a:noFill/>
          </a:ln>
          <a:effectLst xmlns:a="http://schemas.openxmlformats.org/drawingml/2006/main"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sz="1600" b="1">
                <a:solidFill>
                  <a:schemeClr val="lt1"/>
                </a:solidFill>
              </a:rPr>
              <a:t/>
            </a:r>
          </a:p>
        </p:txBody>
      </p:sp>
      <p:sp>
        <p:nvSpPr>
          <p:cNvPr id="2766" name="sanitized-shape-2039">
            <a:extLst xmlns:a="http://schemas.openxmlformats.org/drawingml/2006/main">
              <a:ext uri="{FF2B5EF4-FFF2-40B4-BE49-F238E27FC236}">
                <a16:creationId xmlns:a16="http://schemas.microsoft.com/office/drawing/2014/main" id="{4F940EC9-B7ED-48BF-BEE7-0E4BD01FE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8512" y="2568550"/>
            <a:ext cx="2377800" cy="8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FE7"/>
          </a:solidFill>
          <a:ln xmlns:a="http://schemas.openxmlformats.org/drawingml/2006/main">
            <a:noFill/>
          </a:ln>
          <a:effectLst xmlns:a="http://schemas.openxmlformats.org/drawingml/2006/main"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EE4D2D"/>
                </a:solidFill>
              </a:rPr>
              <a:t/>
            </a:r>
          </a:p>
        </p:txBody>
      </p:sp>
      <p:sp>
        <p:nvSpPr>
          <p:cNvPr id="2767" name="sanitized-shape-2040">
            <a:extLst xmlns:a="http://schemas.openxmlformats.org/drawingml/2006/main">
              <a:ext uri="{FF2B5EF4-FFF2-40B4-BE49-F238E27FC236}">
                <a16:creationId xmlns:a16="http://schemas.microsoft.com/office/drawing/2014/main" id="{4B3F78EC-68F0-470A-BCD4-4B79CEF92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8486" y="3611825"/>
            <a:ext cx="2377800" cy="8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FE7"/>
          </a:solidFill>
          <a:ln xmlns:a="http://schemas.openxmlformats.org/drawingml/2006/main">
            <a:noFill/>
          </a:ln>
          <a:effectLst xmlns:a="http://schemas.openxmlformats.org/drawingml/2006/main"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EE4D2D"/>
                </a:solidFill>
              </a:rPr>
              <a:t/>
            </a:r>
          </a:p>
        </p:txBody>
      </p:sp>
      <p:sp>
        <p:nvSpPr>
          <p:cNvPr id="2768" name="sanitized-shape-2041">
            <a:extLst xmlns:a="http://schemas.openxmlformats.org/drawingml/2006/main">
              <a:ext uri="{FF2B5EF4-FFF2-40B4-BE49-F238E27FC236}">
                <a16:creationId xmlns:a16="http://schemas.microsoft.com/office/drawing/2014/main" id="{E929DBD7-23AC-4EDF-870D-0FFB79536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3570" y="4860900"/>
            <a:ext cx="1220700" cy="179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5638"/>
          </a:solidFill>
          <a:ln xmlns:a="http://schemas.openxmlformats.org/drawingml/2006/main">
            <a:noFill/>
          </a:ln>
          <a:effectLst xmlns:a="http://schemas.openxmlformats.org/drawingml/2006/main"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sz="1600" b="1">
                <a:solidFill>
                  <a:schemeClr val="lt1"/>
                </a:solidFill>
              </a:rPr>
              <a:t/>
            </a:r>
          </a:p>
        </p:txBody>
      </p:sp>
      <p:sp>
        <p:nvSpPr>
          <p:cNvPr id="2769" name="sanitized-shape-2042">
            <a:extLst xmlns:a="http://schemas.openxmlformats.org/drawingml/2006/main">
              <a:ext uri="{FF2B5EF4-FFF2-40B4-BE49-F238E27FC236}">
                <a16:creationId xmlns:a16="http://schemas.microsoft.com/office/drawing/2014/main" id="{9AF9E0BC-D2DC-4EE6-8742-39616BF96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8497" y="5857675"/>
            <a:ext cx="2377800" cy="66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FE7"/>
          </a:solidFill>
          <a:ln xmlns:a="http://schemas.openxmlformats.org/drawingml/2006/main">
            <a:noFill/>
          </a:ln>
          <a:effectLst xmlns:a="http://schemas.openxmlformats.org/drawingml/2006/main"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EE4D2D"/>
                </a:solidFill>
              </a:rPr>
              <a:t/>
            </a:r>
          </a:p>
        </p:txBody>
      </p:sp>
      <p:sp>
        <p:nvSpPr>
          <p:cNvPr id="2770" name="sanitized-shape-2043">
            <a:extLst xmlns:a="http://schemas.openxmlformats.org/drawingml/2006/main">
              <a:ext uri="{FF2B5EF4-FFF2-40B4-BE49-F238E27FC236}">
                <a16:creationId xmlns:a16="http://schemas.microsoft.com/office/drawing/2014/main" id="{9C967A43-866E-4549-9C2A-3FFBD2BC8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8493" y="4976325"/>
            <a:ext cx="2377800" cy="66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FE7"/>
          </a:solidFill>
          <a:ln xmlns:a="http://schemas.openxmlformats.org/drawingml/2006/main">
            <a:noFill/>
          </a:ln>
          <a:effectLst xmlns:a="http://schemas.openxmlformats.org/drawingml/2006/main"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chemeClr val="dk1"/>
                </a:solidFill>
              </a:rPr>
              <a:t/>
            </a:r>
          </a:p>
        </p:txBody>
      </p:sp>
      <p:sp>
        <p:nvSpPr>
          <p:cNvPr id="2771" name="sanitized-shape-2044">
            <a:extLst xmlns:a="http://schemas.openxmlformats.org/drawingml/2006/main">
              <a:ext uri="{FF2B5EF4-FFF2-40B4-BE49-F238E27FC236}">
                <a16:creationId xmlns:a16="http://schemas.microsoft.com/office/drawing/2014/main" id="{828ACEE2-8BA1-4FF6-BE5A-3205ABE4B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9093" y="1499775"/>
            <a:ext cx="2377800" cy="8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FE7"/>
          </a:solidFill>
          <a:ln xmlns:a="http://schemas.openxmlformats.org/drawingml/2006/main">
            <a:noFill/>
          </a:ln>
          <a:effectLst xmlns:a="http://schemas.openxmlformats.org/drawingml/2006/main"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EE4D2D"/>
                </a:solidFill>
              </a:rPr>
              <a:t/>
            </a:r>
          </a:p>
        </p:txBody>
      </p:sp>
      <p:sp>
        <p:nvSpPr>
          <p:cNvPr id="2772" name="sanitized-shape-2045">
            <a:extLst xmlns:a="http://schemas.openxmlformats.org/drawingml/2006/main">
              <a:ext uri="{FF2B5EF4-FFF2-40B4-BE49-F238E27FC236}">
                <a16:creationId xmlns:a16="http://schemas.microsoft.com/office/drawing/2014/main" id="{34081254-9875-41B0-AB17-387BEC008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9991" y="635634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rPr sz="1200">
                <a:solidFill>
                  <a:srgbClr val="000000"/>
                </a:solidFill>
              </a:rPr>
              <a:t/>
            </a:fld>
          </a:p>
        </p:txBody>
      </p:sp>
    </p:spTree>
    <p:extLst>
      <p:ext uri="{BB962C8B-B14F-4D97-AF65-F5344CB8AC3E}">
        <p14:creationId xmlns:p14="http://schemas.microsoft.com/office/powerpoint/2010/main" val="159575635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77" name="sanitized-shape-2046">
            <a:extLst xmlns:a="http://schemas.openxmlformats.org/drawingml/2006/main">
              <a:ext uri="{FF2B5EF4-FFF2-40B4-BE49-F238E27FC236}">
                <a16:creationId xmlns:a16="http://schemas.microsoft.com/office/drawing/2014/main" id="{9A16D0F3-9910-4E12-BC7B-DA03C5D5C3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54636" y="119100"/>
            <a:ext cx="11534400" cy="563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38550" tIns="38550" rIns="38550" bIns="3855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600">
                <a:solidFill>
                  <a:srgbClr val="EE4D2D"/>
                </a:solidFill>
              </a:rPr>
              <a:t/>
            </a:r>
          </a:p>
        </p:txBody>
      </p:sp>
      <p:sp>
        <p:nvSpPr>
          <p:cNvPr id="2778" name="sanitized-shape-2047">
            <a:extLst xmlns:a="http://schemas.openxmlformats.org/drawingml/2006/main">
              <a:ext uri="{FF2B5EF4-FFF2-40B4-BE49-F238E27FC236}">
                <a16:creationId xmlns:a16="http://schemas.microsoft.com/office/drawing/2014/main" id="{A5A3E9D0-CBFF-4189-BDF2-DD9F44B4E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9991" y="635634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rPr sz="1200">
                <a:solidFill>
                  <a:srgbClr val="000000"/>
                </a:solidFill>
              </a:rPr>
              <a:t/>
            </a:fld>
          </a:p>
        </p:txBody>
      </p:sp>
      <p:graphicFrame>
        <p:nvGraphicFramePr>
          <p:cNvPr id="2784" name="sanitized-table-25"/>
          <p:cNvGraphicFramePr/>
          <p:nvPr/>
        </p:nvGraphicFramePr>
        <p:xfrm>
          <a:off xmlns:a="http://schemas.openxmlformats.org/drawingml/2006/main" x="694289" y="951942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{3546CAA0-FA0E-4CCD-B290-D40629149F50}</a:tableStyleId>
              </a:tblPr>
              <a:tblGrid>
                <a:gridCol w="501325"/>
                <a:gridCol w="1175000"/>
                <a:gridCol w="2759800"/>
                <a:gridCol w="1228375"/>
                <a:gridCol w="1118350"/>
                <a:gridCol w="1118350"/>
                <a:gridCol w="2899150"/>
              </a:tblGrid>
              <a:tr h="894575">
                <a:tc gridSpan="7">
                  <a:txBody>
                    <a:bodyPr/>
                    <a:lstStyle/>
                    <a:p>
                      <a:pPr marL="228600" lvl="0" indent="-17399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Char char="●"/>
                      </a:pPr>
                      <a:r>
                        <a:rPr sz="1300" b="1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12700" marR="12700" marT="12700" marB="127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ED5638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</a:tr>
              <a:tr h="475100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sz="1300" u="none" cap="none">
                          <a:solidFill>
                            <a:schemeClr val="lt1"/>
                          </a:solidFill>
                        </a:rPr>
                        <a:t/>
                      </a:r>
                    </a:p>
                  </a:txBody>
                  <a:tcPr marL="12700" marR="12700" marT="12700" marB="127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ED5638"/>
                      </a:solidFill>
                      <a:prstDash val="solid"/>
                    </a:lnT>
                    <a:lnB w="9525" cmpd="sng">
                      <a:solidFill>
                        <a:srgbClr val="E74B2B"/>
                      </a:solidFill>
                      <a:prstDash val="dash"/>
                    </a:lnB>
                    <a:solidFill>
                      <a:srgbClr val="ED563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sz="1300" b="1">
                          <a:solidFill>
                            <a:schemeClr val="lt1"/>
                          </a:solidFill>
                        </a:rPr>
                        <a:t/>
                      </a:r>
                    </a:p>
                  </a:txBody>
                  <a:tcPr marL="12700" marR="12700" marT="12700" marB="127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ED5638"/>
                      </a:solidFill>
                      <a:prstDash val="solid"/>
                    </a:lnT>
                    <a:lnB w="9525" cmpd="sng">
                      <a:solidFill>
                        <a:srgbClr val="E74B2B"/>
                      </a:solidFill>
                      <a:prstDash val="dash"/>
                    </a:lnB>
                    <a:solidFill>
                      <a:srgbClr val="ED563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sz="1300" b="1">
                          <a:solidFill>
                            <a:schemeClr val="lt1"/>
                          </a:solidFill>
                        </a:rPr>
                        <a:t/>
                      </a:r>
                    </a:p>
                  </a:txBody>
                  <a:tcPr marL="12700" marR="12700" marT="12700" marB="127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ED5638"/>
                      </a:solidFill>
                      <a:prstDash val="solid"/>
                    </a:lnT>
                    <a:lnB w="9525" cmpd="sng">
                      <a:solidFill>
                        <a:srgbClr val="E74B2B"/>
                      </a:solidFill>
                      <a:prstDash val="dash"/>
                    </a:lnB>
                    <a:solidFill>
                      <a:srgbClr val="ED563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chemeClr val="lt1"/>
                          </a:solidFill>
                        </a:rPr>
                        <a:t/>
                      </a:r>
                    </a:p>
                  </a:txBody>
                  <a:tcPr marL="12700" marR="12700" marT="12700" marB="127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ED5638"/>
                      </a:solidFill>
                      <a:prstDash val="solid"/>
                    </a:lnT>
                    <a:lnB w="9525" cmpd="sng">
                      <a:solidFill>
                        <a:srgbClr val="E74B2B"/>
                      </a:solidFill>
                      <a:prstDash val="dash"/>
                    </a:lnB>
                    <a:solidFill>
                      <a:srgbClr val="ED563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sz="1300" b="1">
                          <a:solidFill>
                            <a:schemeClr val="lt1"/>
                          </a:solidFill>
                        </a:rPr>
                        <a:t/>
                      </a:r>
                    </a:p>
                  </a:txBody>
                  <a:tcPr marL="12700" marR="12700" marT="12700" marB="127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ED5638"/>
                      </a:solidFill>
                      <a:prstDash val="solid"/>
                    </a:lnT>
                    <a:lnB w="9525" cmpd="sng">
                      <a:solidFill>
                        <a:srgbClr val="E74B2B"/>
                      </a:solidFill>
                      <a:prstDash val="dash"/>
                    </a:lnB>
                    <a:solidFill>
                      <a:srgbClr val="ED563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sz="1300" b="1">
                          <a:solidFill>
                            <a:schemeClr val="lt1"/>
                          </a:solidFill>
                        </a:rPr>
                        <a:t/>
                      </a:r>
                    </a:p>
                  </a:txBody>
                  <a:tcPr marL="12700" marR="12700" marT="12700" marB="127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ED5638"/>
                      </a:solidFill>
                      <a:prstDash val="solid"/>
                    </a:lnT>
                    <a:lnB w="9525" cmpd="sng">
                      <a:solidFill>
                        <a:srgbClr val="E74B2B"/>
                      </a:solidFill>
                      <a:prstDash val="dash"/>
                    </a:lnB>
                    <a:solidFill>
                      <a:srgbClr val="ED563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chemeClr val="lt1"/>
                          </a:solidFill>
                        </a:rPr>
                        <a:t/>
                      </a:r>
                    </a:p>
                  </a:txBody>
                  <a:tcPr marL="12700" marR="12700" marT="12700" marB="127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ED5638"/>
                      </a:solidFill>
                      <a:prstDash val="solid"/>
                    </a:lnT>
                    <a:lnB w="9525" cmpd="sng">
                      <a:solidFill>
                        <a:srgbClr val="E74B2B"/>
                      </a:solidFill>
                      <a:prstDash val="dash"/>
                    </a:lnB>
                    <a:solidFill>
                      <a:srgbClr val="ED5638"/>
                    </a:solidFill>
                  </a:tcPr>
                </a:tc>
              </a:tr>
              <a:tr h="654275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sz="1200" b="0" i="0" u="non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12700" marR="12700" marT="12700" marB="127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E74B2B"/>
                      </a:solidFill>
                      <a:prstDash val="dash"/>
                    </a:lnT>
                    <a:lnB w="9525" cmpd="sng">
                      <a:solidFill>
                        <a:srgbClr val="A7A7A7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sz="1200" b="1">
                          <a:solidFill>
                            <a:srgbClr val="ED5638"/>
                          </a:solidFill>
                        </a:rPr>
                        <a:t/>
                      </a:r>
                    </a:p>
                  </a:txBody>
                  <a:tcPr marL="12700" marR="12700" marT="12700" marB="127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E74B2B"/>
                      </a:solidFill>
                      <a:prstDash val="dash"/>
                    </a:lnT>
                    <a:lnB w="9525" cmpd="sng">
                      <a:solidFill>
                        <a:srgbClr val="A7A7A7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841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Char char="•"/>
                      </a:pPr>
                      <a:r>
                        <a:rPr sz="1200"/>
                        <a:t/>
                      </a:r>
                    </a:p>
                  </a:txBody>
                  <a:tcPr marL="12700" marR="12700" marT="12700" marB="127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E74B2B"/>
                      </a:solidFill>
                      <a:prstDash val="dash"/>
                    </a:lnT>
                    <a:lnB w="9525" cmpd="sng">
                      <a:solidFill>
                        <a:srgbClr val="A7A7A7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sz="1200">
                          <a:solidFill>
                            <a:srgbClr val="ED5638"/>
                          </a:solidFill>
                        </a:rPr>
                        <a:t/>
                      </a:r>
                    </a:p>
                  </a:txBody>
                  <a:tcPr marL="12700" marR="12700" marT="12700" marB="127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E74B2B"/>
                      </a:solidFill>
                      <a:prstDash val="dash"/>
                    </a:lnT>
                    <a:lnB w="9525" cmpd="sng">
                      <a:solidFill>
                        <a:srgbClr val="A7A7A7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12700" marR="12700" marT="12700" marB="127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E74B2B"/>
                      </a:solidFill>
                      <a:prstDash val="dash"/>
                    </a:lnT>
                    <a:lnB w="9525" cmpd="sng">
                      <a:solidFill>
                        <a:srgbClr val="A7A7A7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12700" marR="12700" marT="12700" marB="127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E74B2B"/>
                      </a:solidFill>
                      <a:prstDash val="dash"/>
                    </a:lnT>
                    <a:lnB w="9525" cmpd="sng">
                      <a:solidFill>
                        <a:srgbClr val="A7A7A7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marL="21590" lvl="0" indent="0" algn="l"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200" b="1">
                          <a:solidFill>
                            <a:srgbClr val="0000FF"/>
                          </a:solidFill>
                        </a:rPr>
                        <a:t/>
                      </a:r>
                    </a:p>
                  </a:txBody>
                  <a:tcPr marL="12700" marR="12700" marT="12700" marB="127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E74B2B"/>
                      </a:solidFill>
                      <a:prstDash val="dash"/>
                    </a:lnT>
                    <a:lnB w="9525" cmpd="sng">
                      <a:solidFill>
                        <a:srgbClr val="A7A7A7"/>
                      </a:solidFill>
                      <a:prstDash val="dash"/>
                    </a:lnB>
                  </a:tcPr>
                </a:tc>
              </a:tr>
              <a:tr h="654275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sz="1200" b="0" i="0" u="non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12700" marR="12700" marT="12700" marB="127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A7A7A7"/>
                      </a:solidFill>
                      <a:prstDash val="dash"/>
                    </a:lnT>
                    <a:lnB w="9525" cmpd="sng">
                      <a:solidFill>
                        <a:srgbClr val="A7A7A7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sz="1200" b="1">
                          <a:solidFill>
                            <a:srgbClr val="ED5638"/>
                          </a:solidFill>
                        </a:rPr>
                        <a:t/>
                      </a:r>
                    </a:p>
                  </a:txBody>
                  <a:tcPr marL="12700" marR="12700" marT="12700" marB="127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A7A7A7"/>
                      </a:solidFill>
                      <a:prstDash val="dash"/>
                    </a:lnT>
                    <a:lnB w="9525" cmpd="sng">
                      <a:solidFill>
                        <a:srgbClr val="A7A7A7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841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Char char="•"/>
                      </a:pPr>
                      <a:r>
                        <a:rPr sz="1200"/>
                        <a:t/>
                      </a:r>
                    </a:p>
                  </a:txBody>
                  <a:tcPr marL="12700" marR="12700" marT="12700" marB="127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A7A7A7"/>
                      </a:solidFill>
                      <a:prstDash val="dash"/>
                    </a:lnT>
                    <a:lnB w="9525" cmpd="sng">
                      <a:solidFill>
                        <a:srgbClr val="A7A7A7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ED5638"/>
                          </a:solidFill>
                        </a:rPr>
                        <a:t/>
                      </a:r>
                    </a:p>
                  </a:txBody>
                  <a:tcPr marL="12700" marR="12700" marT="12700" marB="127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A7A7A7"/>
                      </a:solidFill>
                      <a:prstDash val="dash"/>
                    </a:lnT>
                    <a:lnB w="9525" cmpd="sng">
                      <a:solidFill>
                        <a:srgbClr val="A7A7A7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/>
                        <a:t/>
                      </a:r>
                    </a:p>
                  </a:txBody>
                  <a:tcPr marL="12700" marR="12700" marT="12700" marB="127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A7A7A7"/>
                      </a:solidFill>
                      <a:prstDash val="dash"/>
                    </a:lnT>
                    <a:lnB w="9525" cmpd="sng">
                      <a:solidFill>
                        <a:srgbClr val="A7A7A7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/>
                        <a:t/>
                      </a:r>
                    </a:p>
                  </a:txBody>
                  <a:tcPr marL="12700" marR="12700" marT="12700" marB="127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A7A7A7"/>
                      </a:solidFill>
                      <a:prstDash val="dash"/>
                    </a:lnT>
                    <a:lnB w="9525" cmpd="sng">
                      <a:solidFill>
                        <a:srgbClr val="A7A7A7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marL="21590" lvl="0" indent="0" algn="l">
                        <a:spcBef>
                          <a:spcPts val="100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sz="1200" b="1">
                          <a:solidFill>
                            <a:srgbClr val="0000FF"/>
                          </a:solidFill>
                        </a:rPr>
                        <a:t/>
                      </a:r>
                    </a:p>
                  </a:txBody>
                  <a:tcPr marL="12700" marR="12700" marT="12700" marB="127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A7A7A7"/>
                      </a:solidFill>
                      <a:prstDash val="dash"/>
                    </a:lnT>
                    <a:lnB w="9525" cmpd="sng">
                      <a:solidFill>
                        <a:srgbClr val="A7A7A7"/>
                      </a:solidFill>
                      <a:prstDash val="dash"/>
                    </a:lnB>
                  </a:tcPr>
                </a:tc>
              </a:tr>
              <a:tr h="654275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sz="1200" b="0" i="0" u="non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12700" marR="12700" marT="12700" marB="127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A7A7A7"/>
                      </a:solidFill>
                      <a:prstDash val="dash"/>
                    </a:lnT>
                    <a:lnB w="9525" cmpd="sng">
                      <a:solidFill>
                        <a:srgbClr val="A7A7A7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sz="1200" b="1" i="0" u="none" cap="none">
                          <a:solidFill>
                            <a:srgbClr val="ED5638"/>
                          </a:solidFill>
                        </a:rPr>
                        <a:t/>
                      </a:r>
                    </a:p>
                  </a:txBody>
                  <a:tcPr marL="12700" marR="12700" marT="12700" marB="127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A7A7A7"/>
                      </a:solidFill>
                      <a:prstDash val="dash"/>
                    </a:lnT>
                    <a:lnB w="9525" cmpd="sng">
                      <a:solidFill>
                        <a:srgbClr val="A7A7A7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841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Char char="•"/>
                      </a:pPr>
                      <a:r>
                        <a:rPr sz="1200"/>
                        <a:t/>
                      </a:r>
                    </a:p>
                  </a:txBody>
                  <a:tcPr marL="12700" marR="12700" marT="12700" marB="127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A7A7A7"/>
                      </a:solidFill>
                      <a:prstDash val="dash"/>
                    </a:lnT>
                    <a:lnB w="9525" cmpd="sng">
                      <a:solidFill>
                        <a:srgbClr val="A7A7A7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sz="1200">
                          <a:solidFill>
                            <a:srgbClr val="ED5638"/>
                          </a:solidFill>
                        </a:rPr>
                        <a:t/>
                      </a:r>
                    </a:p>
                  </a:txBody>
                  <a:tcPr marL="12700" marR="12700" marT="12700" marB="127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A7A7A7"/>
                      </a:solidFill>
                      <a:prstDash val="dash"/>
                    </a:lnT>
                    <a:lnB w="9525" cmpd="sng">
                      <a:solidFill>
                        <a:srgbClr val="A7A7A7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12700" marR="12700" marT="12700" marB="127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A7A7A7"/>
                      </a:solidFill>
                      <a:prstDash val="dash"/>
                    </a:lnT>
                    <a:lnB w="9525" cmpd="sng">
                      <a:solidFill>
                        <a:srgbClr val="A7A7A7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12700" marR="12700" marT="12700" marB="127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A7A7A7"/>
                      </a:solidFill>
                      <a:prstDash val="dash"/>
                    </a:lnT>
                    <a:lnB w="9525" cmpd="sng">
                      <a:solidFill>
                        <a:srgbClr val="A7A7A7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marL="21590" lvl="0" indent="0" algn="l">
                        <a:spcBef>
                          <a:spcPts val="100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sz="1200" b="1">
                          <a:solidFill>
                            <a:srgbClr val="0000FF"/>
                          </a:solidFill>
                        </a:rPr>
                        <a:t/>
                      </a:r>
                    </a:p>
                  </a:txBody>
                  <a:tcPr marL="12700" marR="12700" marT="12700" marB="127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A7A7A7"/>
                      </a:solidFill>
                      <a:prstDash val="dash"/>
                    </a:lnT>
                    <a:lnB w="9525" cmpd="sng">
                      <a:solidFill>
                        <a:srgbClr val="A7A7A7"/>
                      </a:solidFill>
                      <a:prstDash val="dash"/>
                    </a:lnB>
                  </a:tcPr>
                </a:tc>
              </a:tr>
              <a:tr h="654275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sz="1200" b="0" i="0" u="non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12700" marR="12700" marT="12700" marB="127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A7A7A7"/>
                      </a:solidFill>
                      <a:prstDash val="dash"/>
                    </a:lnT>
                    <a:lnB w="9525" cmpd="sng">
                      <a:solidFill>
                        <a:srgbClr val="A7A7A7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sz="1200" b="1">
                          <a:solidFill>
                            <a:srgbClr val="ED5638"/>
                          </a:solidFill>
                        </a:rPr>
                        <a:t/>
                      </a:r>
                    </a:p>
                  </a:txBody>
                  <a:tcPr marL="12700" marR="12700" marT="12700" marB="127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A7A7A7"/>
                      </a:solidFill>
                      <a:prstDash val="dash"/>
                    </a:lnT>
                    <a:lnB w="9525" cmpd="sng">
                      <a:solidFill>
                        <a:srgbClr val="A7A7A7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841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Char char="•"/>
                      </a:pPr>
                      <a:r>
                        <a:rPr sz="1200"/>
                        <a:t/>
                      </a:r>
                    </a:p>
                  </a:txBody>
                  <a:tcPr marL="12700" marR="12700" marT="12700" marB="127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A7A7A7"/>
                      </a:solidFill>
                      <a:prstDash val="dash"/>
                    </a:lnT>
                    <a:lnB w="9525" cmpd="sng">
                      <a:solidFill>
                        <a:srgbClr val="A7A7A7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sz="1200">
                          <a:solidFill>
                            <a:srgbClr val="ED5638"/>
                          </a:solidFill>
                        </a:rPr>
                        <a:t/>
                      </a:r>
                    </a:p>
                  </a:txBody>
                  <a:tcPr marL="12700" marR="12700" marT="12700" marB="127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A7A7A7"/>
                      </a:solidFill>
                      <a:prstDash val="dash"/>
                    </a:lnT>
                    <a:lnB w="9525" cmpd="sng">
                      <a:solidFill>
                        <a:srgbClr val="A7A7A7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/>
                        <a:t/>
                      </a:r>
                    </a:p>
                  </a:txBody>
                  <a:tcPr marL="12700" marR="12700" marT="12700" marB="127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A7A7A7"/>
                      </a:solidFill>
                      <a:prstDash val="dash"/>
                    </a:lnT>
                    <a:lnB w="9525" cmpd="sng">
                      <a:solidFill>
                        <a:srgbClr val="A7A7A7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/>
                        <a:t/>
                      </a:r>
                    </a:p>
                  </a:txBody>
                  <a:tcPr marL="12700" marR="12700" marT="12700" marB="127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A7A7A7"/>
                      </a:solidFill>
                      <a:prstDash val="dash"/>
                    </a:lnT>
                    <a:lnB w="9525" cmpd="sng">
                      <a:solidFill>
                        <a:srgbClr val="A7A7A7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/>
                        <a:t/>
                      </a:r>
                    </a:p>
                  </a:txBody>
                  <a:tcPr marL="12700" marR="12700" marT="12700" marB="127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A7A7A7"/>
                      </a:solidFill>
                      <a:prstDash val="dash"/>
                    </a:lnT>
                    <a:lnB w="9525" cmpd="sng">
                      <a:solidFill>
                        <a:srgbClr val="A7A7A7"/>
                      </a:solidFill>
                      <a:prstDash val="dash"/>
                    </a:lnB>
                  </a:tcPr>
                </a:tc>
              </a:tr>
              <a:tr h="808450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sz="1200" b="0" i="0" u="non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12700" marR="12700" marT="12700" marB="127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A7A7A7"/>
                      </a:solidFill>
                      <a:prstDash val="dash"/>
                    </a:lnT>
                    <a:lnB w="9525" cmpd="sng">
                      <a:solidFill>
                        <a:srgbClr val="EE4D2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sz="1200" b="1">
                          <a:solidFill>
                            <a:srgbClr val="ED5638"/>
                          </a:solidFill>
                        </a:rPr>
                        <a:t/>
                      </a:r>
                    </a:p>
                  </a:txBody>
                  <a:tcPr marL="12700" marR="12700" marT="12700" marB="127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A7A7A7"/>
                      </a:solidFill>
                      <a:prstDash val="dash"/>
                    </a:lnT>
                    <a:lnB w="9525" cmpd="sng">
                      <a:solidFill>
                        <a:srgbClr val="EE4D2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841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Char char="•"/>
                      </a:pPr>
                      <a:r>
                        <a:rPr sz="1200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12700" marR="12700" marT="12700" marB="127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A7A7A7"/>
                      </a:solidFill>
                      <a:prstDash val="dash"/>
                    </a:lnT>
                    <a:lnB w="9525" cmpd="sng">
                      <a:solidFill>
                        <a:srgbClr val="EE4D2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sz="1200">
                          <a:solidFill>
                            <a:srgbClr val="ED5638"/>
                          </a:solidFill>
                        </a:rPr>
                        <a:t/>
                      </a:r>
                    </a:p>
                  </a:txBody>
                  <a:tcPr marL="12700" marR="12700" marT="12700" marB="127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A7A7A7"/>
                      </a:solidFill>
                      <a:prstDash val="dash"/>
                    </a:lnT>
                    <a:lnB w="9525" cmpd="sng">
                      <a:solidFill>
                        <a:srgbClr val="EE4D2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12700" marR="12700" marT="12700" marB="127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A7A7A7"/>
                      </a:solidFill>
                      <a:prstDash val="dash"/>
                    </a:lnT>
                    <a:lnB w="9525" cmpd="sng">
                      <a:solidFill>
                        <a:srgbClr val="EE4D2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12700" marR="12700" marT="12700" marB="127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A7A7A7"/>
                      </a:solidFill>
                      <a:prstDash val="dash"/>
                    </a:lnT>
                    <a:lnB w="9525" cmpd="sng">
                      <a:solidFill>
                        <a:srgbClr val="EE4D2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sz="1200" b="1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12700" marR="12700" marT="12700" marB="127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A7A7A7"/>
                      </a:solidFill>
                      <a:prstDash val="dash"/>
                    </a:lnT>
                    <a:lnB w="9525" cmpd="sng">
                      <a:solidFill>
                        <a:srgbClr val="EE4D2D"/>
                      </a:solidFill>
                      <a:prstDash val="solid"/>
                    </a:lnB>
                  </a:tcPr>
                </a:tc>
              </a:tr>
              <a:tr h="467350">
                <a:tc gridSpan="7"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sz="1200" b="1"/>
                        <a:t/>
                      </a:r>
                    </a:p>
                  </a:txBody>
                  <a:tcPr marL="12700" marR="12700" marT="12700" marB="127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EE4D2D"/>
                      </a:solidFill>
                      <a:prstDash val="solid"/>
                    </a:lnT>
                    <a:lnB w="19050" cmpd="sng">
                      <a:solidFill>
                        <a:srgbClr val="ED5638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2780" name="sanitized-shape-2048">
            <a:extLst xmlns:a="http://schemas.openxmlformats.org/drawingml/2006/main">
              <a:ext uri="{FF2B5EF4-FFF2-40B4-BE49-F238E27FC236}">
                <a16:creationId xmlns:a16="http://schemas.microsoft.com/office/drawing/2014/main" id="{453D17D2-8871-4903-BA14-E1AF97985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883" y="6285925"/>
            <a:ext cx="11166900" cy="48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000000"/>
                </a:solidFill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528781753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85" name="sanitized-shape-2049">
            <a:extLst xmlns:a="http://schemas.openxmlformats.org/drawingml/2006/main">
              <a:ext uri="{FF2B5EF4-FFF2-40B4-BE49-F238E27FC236}">
                <a16:creationId xmlns:a16="http://schemas.microsoft.com/office/drawing/2014/main" id="{43C1998F-1B76-4038-BBE2-297723166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1119" y="5362213"/>
            <a:ext cx="5777100" cy="788100"/>
          </a:xfrm>
          <a:prstGeom xmlns:a="http://schemas.openxmlformats.org/drawingml/2006/main" prst="homePlate">
            <a:avLst>
              <a:gd name="adj" fmla="val 27238"/>
            </a:avLst>
          </a:prstGeom>
          <a:solidFill xmlns:a="http://schemas.openxmlformats.org/drawingml/2006/main">
            <a:srgbClr val="FDEFE7"/>
          </a:solidFill>
          <a:ln xmlns:a="http://schemas.openxmlformats.org/drawingml/2006/main" w="9525" cmpd="sng">
            <a:solidFill>
              <a:srgbClr val="FDEFE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</a:p>
        </p:txBody>
      </p:sp>
      <p:sp>
        <p:nvSpPr>
          <p:cNvPr id="2786" name="sanitized-shape-2050">
            <a:extLst xmlns:a="http://schemas.openxmlformats.org/drawingml/2006/main">
              <a:ext uri="{FF2B5EF4-FFF2-40B4-BE49-F238E27FC236}">
                <a16:creationId xmlns:a16="http://schemas.microsoft.com/office/drawing/2014/main" id="{210C5462-015B-45F0-80AD-A80717845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1119" y="4302475"/>
            <a:ext cx="5777100" cy="788100"/>
          </a:xfrm>
          <a:prstGeom xmlns:a="http://schemas.openxmlformats.org/drawingml/2006/main" prst="homePlate">
            <a:avLst>
              <a:gd name="adj" fmla="val 27238"/>
            </a:avLst>
          </a:prstGeom>
          <a:solidFill xmlns:a="http://schemas.openxmlformats.org/drawingml/2006/main">
            <a:srgbClr val="FDEFE7"/>
          </a:solidFill>
          <a:ln xmlns:a="http://schemas.openxmlformats.org/drawingml/2006/main" w="9525" cmpd="sng">
            <a:solidFill>
              <a:srgbClr val="FDEFE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</a:p>
        </p:txBody>
      </p:sp>
      <p:sp>
        <p:nvSpPr>
          <p:cNvPr id="2787" name="sanitized-shape-2051">
            <a:extLst xmlns:a="http://schemas.openxmlformats.org/drawingml/2006/main">
              <a:ext uri="{FF2B5EF4-FFF2-40B4-BE49-F238E27FC236}">
                <a16:creationId xmlns:a16="http://schemas.microsoft.com/office/drawing/2014/main" id="{0DD6390F-C11D-4FC4-A4EF-7CF558DBB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1119" y="3172144"/>
            <a:ext cx="5777100" cy="826200"/>
          </a:xfrm>
          <a:prstGeom xmlns:a="http://schemas.openxmlformats.org/drawingml/2006/main" prst="homePlate">
            <a:avLst>
              <a:gd name="adj" fmla="val 27238"/>
            </a:avLst>
          </a:prstGeom>
          <a:solidFill xmlns:a="http://schemas.openxmlformats.org/drawingml/2006/main">
            <a:srgbClr val="FDEFE7"/>
          </a:solidFill>
          <a:ln xmlns:a="http://schemas.openxmlformats.org/drawingml/2006/main" w="9525" cmpd="sng">
            <a:solidFill>
              <a:srgbClr val="FDEFE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</a:p>
        </p:txBody>
      </p:sp>
      <p:sp>
        <p:nvSpPr>
          <p:cNvPr id="2788" name="sanitized-shape-2052">
            <a:extLst xmlns:a="http://schemas.openxmlformats.org/drawingml/2006/main">
              <a:ext uri="{FF2B5EF4-FFF2-40B4-BE49-F238E27FC236}">
                <a16:creationId xmlns:a16="http://schemas.microsoft.com/office/drawing/2014/main" id="{3E331D3A-140E-462A-B1E0-43B32254D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1119" y="2163475"/>
            <a:ext cx="5777100" cy="766500"/>
          </a:xfrm>
          <a:prstGeom xmlns:a="http://schemas.openxmlformats.org/drawingml/2006/main" prst="homePlate">
            <a:avLst>
              <a:gd name="adj" fmla="val 27238"/>
            </a:avLst>
          </a:prstGeom>
          <a:solidFill xmlns:a="http://schemas.openxmlformats.org/drawingml/2006/main">
            <a:srgbClr val="FDEFE7"/>
          </a:solidFill>
          <a:ln xmlns:a="http://schemas.openxmlformats.org/drawingml/2006/main" w="9525" cmpd="sng">
            <a:solidFill>
              <a:srgbClr val="FDEFE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</a:p>
        </p:txBody>
      </p:sp>
      <p:sp>
        <p:nvSpPr>
          <p:cNvPr id="2789" name="sanitized-shape-2053">
            <a:extLst xmlns:a="http://schemas.openxmlformats.org/drawingml/2006/main">
              <a:ext uri="{FF2B5EF4-FFF2-40B4-BE49-F238E27FC236}">
                <a16:creationId xmlns:a16="http://schemas.microsoft.com/office/drawing/2014/main" id="{B8B3D990-596F-4F93-8EF5-1FCBE45DC5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54636" y="119100"/>
            <a:ext cx="11534400" cy="563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38550" tIns="38550" rIns="38550" bIns="3855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600">
                <a:solidFill>
                  <a:srgbClr val="EE4D2D"/>
                </a:solidFill>
              </a:rPr>
              <a:t/>
            </a:r>
          </a:p>
        </p:txBody>
      </p:sp>
      <p:sp>
        <p:nvSpPr>
          <p:cNvPr id="2790" name="sanitized-shape-2054">
            <a:extLst xmlns:a="http://schemas.openxmlformats.org/drawingml/2006/main">
              <a:ext uri="{FF2B5EF4-FFF2-40B4-BE49-F238E27FC236}">
                <a16:creationId xmlns:a16="http://schemas.microsoft.com/office/drawing/2014/main" id="{528E03B4-E28A-4894-BDFD-BC6D86E9A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4640" y="635634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rPr sz="1200">
                <a:solidFill>
                  <a:srgbClr val="000000"/>
                </a:solidFill>
              </a:rPr>
              <a:t/>
            </a:fld>
          </a:p>
        </p:txBody>
      </p:sp>
      <p:sp>
        <p:nvSpPr>
          <p:cNvPr id="2791" name="sanitized-shape-2055">
            <a:extLst xmlns:a="http://schemas.openxmlformats.org/drawingml/2006/main">
              <a:ext uri="{FF2B5EF4-FFF2-40B4-BE49-F238E27FC236}">
                <a16:creationId xmlns:a16="http://schemas.microsoft.com/office/drawing/2014/main" id="{3DCAE676-E19E-4817-87F1-87C240E91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2834" y="1614363"/>
            <a:ext cx="1500600" cy="3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1" cap="none">
                <a:solidFill>
                  <a:srgbClr val="EE4D2D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792" name="sanitized-shape-2056">
            <a:extLst xmlns:a="http://schemas.openxmlformats.org/drawingml/2006/main">
              <a:ext uri="{FF2B5EF4-FFF2-40B4-BE49-F238E27FC236}">
                <a16:creationId xmlns:a16="http://schemas.microsoft.com/office/drawing/2014/main" id="{1E223CB8-CA5A-470C-9174-045952582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5445" y="1523000"/>
            <a:ext cx="1427700" cy="48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sz="1200" b="1" i="0" u="none" cap="none">
                <a:solidFill>
                  <a:srgbClr val="EE4D2D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793" name="sanitized-shape-2057">
            <a:extLst xmlns:a="http://schemas.openxmlformats.org/drawingml/2006/main">
              <a:ext uri="{FF2B5EF4-FFF2-40B4-BE49-F238E27FC236}">
                <a16:creationId xmlns:a16="http://schemas.microsoft.com/office/drawing/2014/main" id="{CE39EABF-D901-41A3-9911-C72721C3A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877" y="1599900"/>
            <a:ext cx="912000" cy="36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1" cap="none">
                <a:solidFill>
                  <a:srgbClr val="EE4D2D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794" name="sanitized-shape-2058">
            <a:extLst xmlns:a="http://schemas.openxmlformats.org/drawingml/2006/main">
              <a:ext uri="{FF2B5EF4-FFF2-40B4-BE49-F238E27FC236}">
                <a16:creationId xmlns:a16="http://schemas.microsoft.com/office/drawing/2014/main" id="{F5CB24AA-CC36-4AF3-9C3A-85DF0BC3A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301" y="1626030"/>
            <a:ext cx="239100" cy="360600"/>
          </a:xfrm>
          <a:prstGeom xmlns:a="http://schemas.openxmlformats.org/drawingml/2006/main" prst="rightArrow">
            <a:avLst>
              <a:gd name="adj1" fmla="val 50000"/>
              <a:gd name="adj2" fmla="val 50000"/>
            </a:avLst>
          </a:prstGeom>
          <a:solidFill xmlns:a="http://schemas.openxmlformats.org/drawingml/2006/main">
            <a:srgbClr val="7F7F7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2795" name="sanitized-shape-2059">
            <a:extLst xmlns:a="http://schemas.openxmlformats.org/drawingml/2006/main">
              <a:ext uri="{FF2B5EF4-FFF2-40B4-BE49-F238E27FC236}">
                <a16:creationId xmlns:a16="http://schemas.microsoft.com/office/drawing/2014/main" id="{A1C6A430-0B43-4FB4-8D76-74B57FE69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1526" y="1637977"/>
            <a:ext cx="239100" cy="360600"/>
          </a:xfrm>
          <a:prstGeom xmlns:a="http://schemas.openxmlformats.org/drawingml/2006/main" prst="rightArrow">
            <a:avLst>
              <a:gd name="adj1" fmla="val 50000"/>
              <a:gd name="adj2" fmla="val 50000"/>
            </a:avLst>
          </a:prstGeom>
          <a:solidFill xmlns:a="http://schemas.openxmlformats.org/drawingml/2006/main">
            <a:srgbClr val="7F7F7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2796" name="sanitized-shape-2060">
            <a:extLst xmlns:a="http://schemas.openxmlformats.org/drawingml/2006/main">
              <a:ext uri="{FF2B5EF4-FFF2-40B4-BE49-F238E27FC236}">
                <a16:creationId xmlns:a16="http://schemas.microsoft.com/office/drawing/2014/main" id="{0643A9E7-3320-41BE-B594-4AC2C4478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030" y="1023900"/>
            <a:ext cx="1791300" cy="3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38100" algn="l" rotWithShape="0">
              <a:srgbClr val="000000">
                <a:alpha val="40000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1400" b="1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797" name="sanitized-shape-2061">
            <a:extLst xmlns:a="http://schemas.openxmlformats.org/drawingml/2006/main">
              <a:ext uri="{FF2B5EF4-FFF2-40B4-BE49-F238E27FC236}">
                <a16:creationId xmlns:a16="http://schemas.microsoft.com/office/drawing/2014/main" id="{47EE5320-7FFC-479D-BBFE-AE0DDE1F8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9840" y="1023900"/>
            <a:ext cx="6167700" cy="343200"/>
          </a:xfrm>
          <a:prstGeom xmlns:a="http://schemas.openxmlformats.org/drawingml/2006/main" prst="homePlate">
            <a:avLst>
              <a:gd name="adj" fmla="val 50000"/>
            </a:avLst>
          </a:prstGeom>
          <a:solidFill xmlns:a="http://schemas.openxmlformats.org/drawingml/2006/main">
            <a:srgbClr val="FF6600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38100" algn="l" rotWithShape="0">
              <a:srgbClr val="000000">
                <a:alpha val="40000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1400" b="1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798" name="sanitized-shape-2062">
            <a:extLst xmlns:a="http://schemas.openxmlformats.org/drawingml/2006/main">
              <a:ext uri="{FF2B5EF4-FFF2-40B4-BE49-F238E27FC236}">
                <a16:creationId xmlns:a16="http://schemas.microsoft.com/office/drawing/2014/main" id="{72C6AED5-3F37-4A6C-981F-28DD95AA4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9025" y="990008"/>
            <a:ext cx="315900" cy="360600"/>
          </a:xfrm>
          <a:prstGeom xmlns:a="http://schemas.openxmlformats.org/drawingml/2006/main" prst="rightArrow">
            <a:avLst>
              <a:gd name="adj1" fmla="val 50000"/>
              <a:gd name="adj2" fmla="val 60085"/>
            </a:avLst>
          </a:pr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  <a:effectLst xmlns:a="http://schemas.openxmlformats.org/drawingml/2006/main"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2799" name="sanitized-shape-2063">
            <a:extLst xmlns:a="http://schemas.openxmlformats.org/drawingml/2006/main">
              <a:ext uri="{FF2B5EF4-FFF2-40B4-BE49-F238E27FC236}">
                <a16:creationId xmlns:a16="http://schemas.microsoft.com/office/drawing/2014/main" id="{A8BFCBA0-4B04-490F-A2FF-5AEDFAD99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0121" y="1523984"/>
            <a:ext cx="1727400" cy="48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sz="1200" b="1" i="0" u="none" cap="none">
                <a:solidFill>
                  <a:srgbClr val="EE4D2D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800" name="sanitized-shape-2064">
            <a:extLst xmlns:a="http://schemas.openxmlformats.org/drawingml/2006/main">
              <a:ext uri="{FF2B5EF4-FFF2-40B4-BE49-F238E27FC236}">
                <a16:creationId xmlns:a16="http://schemas.microsoft.com/office/drawing/2014/main" id="{E07FE529-235E-487F-841D-982BEA315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6217" y="1523975"/>
            <a:ext cx="1231500" cy="48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sz="1200" b="1" i="0" u="none" cap="none">
                <a:solidFill>
                  <a:srgbClr val="EE4D2D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801" name="sanitized-shape-2065">
            <a:extLst xmlns:a="http://schemas.openxmlformats.org/drawingml/2006/main">
              <a:ext uri="{FF2B5EF4-FFF2-40B4-BE49-F238E27FC236}">
                <a16:creationId xmlns:a16="http://schemas.microsoft.com/office/drawing/2014/main" id="{D85F96C7-3844-42FB-96C6-78808BAA4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0192" y="4292300"/>
            <a:ext cx="1157400" cy="78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4D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chemeClr val="lt1"/>
                </a:solidFill>
              </a:rPr>
              <a:t/>
            </a:r>
          </a:p>
        </p:txBody>
      </p:sp>
      <p:sp>
        <p:nvSpPr>
          <p:cNvPr id="2802" name="sanitized-shape-2066">
            <a:extLst xmlns:a="http://schemas.openxmlformats.org/drawingml/2006/main">
              <a:ext uri="{FF2B5EF4-FFF2-40B4-BE49-F238E27FC236}">
                <a16:creationId xmlns:a16="http://schemas.microsoft.com/office/drawing/2014/main" id="{1C88DF2E-CC32-4A5D-9D86-6522E1508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95" y="3327838"/>
            <a:ext cx="932400" cy="166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cap="none">
                <a:solidFill>
                  <a:srgbClr val="EE4D2D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803" name="sanitized-shape-2067">
            <a:extLst xmlns:a="http://schemas.openxmlformats.org/drawingml/2006/main">
              <a:ext uri="{FF2B5EF4-FFF2-40B4-BE49-F238E27FC236}">
                <a16:creationId xmlns:a16="http://schemas.microsoft.com/office/drawing/2014/main" id="{CE743F7A-953C-4EA5-A318-B1D10805C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201" y="3956725"/>
            <a:ext cx="762000" cy="66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1">
                <a:solidFill>
                  <a:srgbClr val="EE4D2D"/>
                </a:solidFill>
              </a:rPr>
              <a:t/>
            </a:r>
          </a:p>
        </p:txBody>
      </p:sp>
      <p:sp>
        <p:nvSpPr>
          <p:cNvPr id="2804" name="sanitized-shape-2068">
            <a:extLst xmlns:a="http://schemas.openxmlformats.org/drawingml/2006/main">
              <a:ext uri="{FF2B5EF4-FFF2-40B4-BE49-F238E27FC236}">
                <a16:creationId xmlns:a16="http://schemas.microsoft.com/office/drawing/2014/main" id="{75580D3A-D37E-4B70-A4FE-628682531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0192" y="2168997"/>
            <a:ext cx="1157400" cy="76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4D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1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805" name="sanitized-shape-2069">
            <a:extLst xmlns:a="http://schemas.openxmlformats.org/drawingml/2006/main">
              <a:ext uri="{FF2B5EF4-FFF2-40B4-BE49-F238E27FC236}">
                <a16:creationId xmlns:a16="http://schemas.microsoft.com/office/drawing/2014/main" id="{46D7AD64-B2F8-4A60-8A01-CC014797F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0622" y="3186413"/>
            <a:ext cx="1317300" cy="78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228592" marR="0" lvl="0" indent="-20528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sz="11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806" name="sanitized-shape-2070">
            <a:extLst xmlns:a="http://schemas.openxmlformats.org/drawingml/2006/main">
              <a:ext uri="{FF2B5EF4-FFF2-40B4-BE49-F238E27FC236}">
                <a16:creationId xmlns:a16="http://schemas.microsoft.com/office/drawing/2014/main" id="{87FBF35C-7A1F-44B6-A41F-DBDAE6892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0677" y="4292295"/>
            <a:ext cx="1260300" cy="71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228592" marR="0" lvl="0" indent="-20528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sz="11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807" name="sanitized-shape-2071">
            <a:extLst xmlns:a="http://schemas.openxmlformats.org/drawingml/2006/main">
              <a:ext uri="{FF2B5EF4-FFF2-40B4-BE49-F238E27FC236}">
                <a16:creationId xmlns:a16="http://schemas.microsoft.com/office/drawing/2014/main" id="{93F60663-12BB-47D4-8951-BD8F17400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0621" y="2197350"/>
            <a:ext cx="1317300" cy="66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228592" marR="0" lvl="0" indent="-20528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•"/>
            </a:pPr>
            <a:r>
              <a:rPr sz="1100" b="1"/>
              <a:t/>
            </a:r>
          </a:p>
        </p:txBody>
      </p:sp>
      <p:sp>
        <p:nvSpPr>
          <p:cNvPr id="2808" name="sanitized-shape-2072">
            <a:extLst xmlns:a="http://schemas.openxmlformats.org/drawingml/2006/main">
              <a:ext uri="{FF2B5EF4-FFF2-40B4-BE49-F238E27FC236}">
                <a16:creationId xmlns:a16="http://schemas.microsoft.com/office/drawing/2014/main" id="{D92A9946-5323-4305-9E45-3D6D4AB1D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4470" y="2173650"/>
            <a:ext cx="1670100" cy="71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228592" marR="0" lvl="0" indent="-20528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</a:pPr>
            <a:r>
              <a:rPr sz="1100"/>
              <a:t/>
            </a:r>
          </a:p>
        </p:txBody>
      </p:sp>
      <p:sp>
        <p:nvSpPr>
          <p:cNvPr id="2809" name="sanitized-shape-2073">
            <a:extLst xmlns:a="http://schemas.openxmlformats.org/drawingml/2006/main">
              <a:ext uri="{FF2B5EF4-FFF2-40B4-BE49-F238E27FC236}">
                <a16:creationId xmlns:a16="http://schemas.microsoft.com/office/drawing/2014/main" id="{C883DF06-A2B4-4F26-A74A-544369578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5827" y="3186413"/>
            <a:ext cx="1727400" cy="78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228592" marR="0" lvl="0" indent="-20528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sz="11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810" name="sanitized-shape-2074">
            <a:extLst xmlns:a="http://schemas.openxmlformats.org/drawingml/2006/main">
              <a:ext uri="{FF2B5EF4-FFF2-40B4-BE49-F238E27FC236}">
                <a16:creationId xmlns:a16="http://schemas.microsoft.com/office/drawing/2014/main" id="{15D27A51-D1C9-4A29-AD6F-31FCD18B5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5827" y="4332195"/>
            <a:ext cx="1821300" cy="63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228592" marR="0" lvl="0" indent="-20528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sz="11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811" name="sanitized-shape-2075">
            <a:extLst xmlns:a="http://schemas.openxmlformats.org/drawingml/2006/main">
              <a:ext uri="{FF2B5EF4-FFF2-40B4-BE49-F238E27FC236}">
                <a16:creationId xmlns:a16="http://schemas.microsoft.com/office/drawing/2014/main" id="{F33BB879-788C-40C1-A6A8-9FA360277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0639" y="3154824"/>
            <a:ext cx="1157400" cy="82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4D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chemeClr val="lt1"/>
                </a:solidFill>
              </a:rPr>
              <a:t/>
            </a:r>
          </a:p>
        </p:txBody>
      </p:sp>
      <p:sp>
        <p:nvSpPr>
          <p:cNvPr id="2812" name="sanitized-shape-2076">
            <a:extLst xmlns:a="http://schemas.openxmlformats.org/drawingml/2006/main">
              <a:ext uri="{FF2B5EF4-FFF2-40B4-BE49-F238E27FC236}">
                <a16:creationId xmlns:a16="http://schemas.microsoft.com/office/drawing/2014/main" id="{F4670759-6608-4D3A-8F34-70065A6CA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0806" y="2137200"/>
            <a:ext cx="1571700" cy="78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228592" marR="0" lvl="0" indent="-20528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sz="1100"/>
              <a:t/>
            </a:r>
          </a:p>
        </p:txBody>
      </p:sp>
      <p:sp>
        <p:nvSpPr>
          <p:cNvPr id="2813" name="sanitized-shape-2077">
            <a:extLst xmlns:a="http://schemas.openxmlformats.org/drawingml/2006/main">
              <a:ext uri="{FF2B5EF4-FFF2-40B4-BE49-F238E27FC236}">
                <a16:creationId xmlns:a16="http://schemas.microsoft.com/office/drawing/2014/main" id="{7EA666BC-A973-45E8-8958-D81B8B3E1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9432" y="3222863"/>
            <a:ext cx="1571700" cy="71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228592" marR="0" lvl="0" indent="-20528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sz="1100" b="1">
                <a:solidFill>
                  <a:schemeClr val="dk1"/>
                </a:solidFill>
              </a:rPr>
              <a:t/>
            </a:r>
          </a:p>
        </p:txBody>
      </p:sp>
      <p:sp>
        <p:nvSpPr>
          <p:cNvPr id="2814" name="sanitized-shape-2078">
            <a:extLst xmlns:a="http://schemas.openxmlformats.org/drawingml/2006/main">
              <a:ext uri="{FF2B5EF4-FFF2-40B4-BE49-F238E27FC236}">
                <a16:creationId xmlns:a16="http://schemas.microsoft.com/office/drawing/2014/main" id="{61AE9D08-2004-439C-9DCF-777DE3162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8099" y="4292295"/>
            <a:ext cx="1382700" cy="71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228592" marR="0" lvl="0" indent="-20528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sz="1100"/>
              <a:t/>
            </a:r>
          </a:p>
        </p:txBody>
      </p:sp>
      <p:cxnSp>
        <p:nvCxnSpPr>
          <p:cNvPr id="2966" name="sanitized-shape-2079"/>
          <p:cNvCxnSpPr/>
          <p:nvPr/>
        </p:nvCxnSpPr>
        <p:spPr>
          <a:xfrm xmlns:a="http://schemas.openxmlformats.org/drawingml/2006/main">
            <a:off x="3991665" y="3049814"/>
            <a:ext cx="4414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A5A5A5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2816" name="sanitized-shape-2080">
            <a:extLst xmlns:a="http://schemas.openxmlformats.org/drawingml/2006/main">
              <a:ext uri="{FF2B5EF4-FFF2-40B4-BE49-F238E27FC236}">
                <a16:creationId xmlns:a16="http://schemas.microsoft.com/office/drawing/2014/main" id="{C84FB106-7024-409B-B35A-E5A7A7A30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297" y="6305225"/>
            <a:ext cx="11223300" cy="46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91425" rIns="45700" bIns="9142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817" name="sanitized-shape-2081">
            <a:extLst xmlns:a="http://schemas.openxmlformats.org/drawingml/2006/main">
              <a:ext uri="{FF2B5EF4-FFF2-40B4-BE49-F238E27FC236}">
                <a16:creationId xmlns:a16="http://schemas.microsoft.com/office/drawing/2014/main" id="{A462C6EF-4C8D-4A4C-A7D2-D96DCF90A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9101" y="1023900"/>
            <a:ext cx="3240600" cy="53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6E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8275" tIns="91425" rIns="9125" bIns="91425" anchor="t">
            <a:noAutofit/>
          </a:bodyPr>
          <a:lstStyle xmlns:a="http://schemas.openxmlformats.org/drawingml/2006/main"/>
          <a:p xmlns:a="http://schemas.openxmlformats.org/drawingml/2006/main">
            <a:pPr marL="182880" marR="18288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EE4D2D"/>
                </a:solidFill>
              </a:rPr>
              <a:t/>
            </a:r>
          </a:p>
        </p:txBody>
      </p:sp>
      <p:sp>
        <p:nvSpPr>
          <p:cNvPr id="2818" name="sanitized-shape-2082">
            <a:extLst xmlns:a="http://schemas.openxmlformats.org/drawingml/2006/main">
              <a:ext uri="{FF2B5EF4-FFF2-40B4-BE49-F238E27FC236}">
                <a16:creationId xmlns:a16="http://schemas.microsoft.com/office/drawing/2014/main" id="{34A11386-337A-4B30-AAC3-67FD8F052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849" y="1295100"/>
            <a:ext cx="1956300" cy="30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i="1">
                <a:solidFill>
                  <a:srgbClr val="7F7F7F"/>
                </a:solidFill>
              </a:rPr>
              <a:t/>
            </a:r>
          </a:p>
        </p:txBody>
      </p:sp>
      <p:cxnSp>
        <p:nvCxnSpPr>
          <p:cNvPr id="2970" name="sanitized-shape-2083"/>
          <p:cNvCxnSpPr/>
          <p:nvPr/>
        </p:nvCxnSpPr>
        <p:spPr>
          <a:xfrm xmlns:a="http://schemas.openxmlformats.org/drawingml/2006/main">
            <a:off x="3906218" y="2074145"/>
            <a:ext cx="4475700" cy="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D5638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20" name="sanitized-shape-2084">
            <a:extLst xmlns:a="http://schemas.openxmlformats.org/drawingml/2006/main">
              <a:ext uri="{FF2B5EF4-FFF2-40B4-BE49-F238E27FC236}">
                <a16:creationId xmlns:a16="http://schemas.microsoft.com/office/drawing/2014/main" id="{DD2371CE-F90A-46F4-A1D9-118BCD67B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97" y="1834188"/>
            <a:ext cx="912000" cy="64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 i="1">
                <a:solidFill>
                  <a:srgbClr val="7F7F7F"/>
                </a:solidFill>
              </a:rPr>
              <a:t/>
            </a:r>
          </a:p>
        </p:txBody>
      </p:sp>
      <p:sp>
        <p:nvSpPr>
          <p:cNvPr id="2821" name="sanitized-shape-2085">
            <a:extLst xmlns:a="http://schemas.openxmlformats.org/drawingml/2006/main">
              <a:ext uri="{FF2B5EF4-FFF2-40B4-BE49-F238E27FC236}">
                <a16:creationId xmlns:a16="http://schemas.microsoft.com/office/drawing/2014/main" id="{74F752AF-A48E-4567-9836-F989BB866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422" y="4495025"/>
            <a:ext cx="852900" cy="49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EE4D2D"/>
                </a:solidFill>
              </a:rPr>
              <a:t/>
            </a:r>
          </a:p>
        </p:txBody>
      </p:sp>
      <p:sp>
        <p:nvSpPr>
          <p:cNvPr id="2822" name="sanitized-shape-2086">
            <a:extLst xmlns:a="http://schemas.openxmlformats.org/drawingml/2006/main">
              <a:ext uri="{FF2B5EF4-FFF2-40B4-BE49-F238E27FC236}">
                <a16:creationId xmlns:a16="http://schemas.microsoft.com/office/drawing/2014/main" id="{381CA782-D501-42BE-ABC8-8FB730A09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854" y="4495025"/>
            <a:ext cx="852900" cy="49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sz="1000" b="1">
                <a:solidFill>
                  <a:srgbClr val="EE4D2D"/>
                </a:solidFill>
              </a:rPr>
              <a:t/>
            </a:r>
          </a:p>
        </p:txBody>
      </p:sp>
      <p:sp>
        <p:nvSpPr>
          <p:cNvPr id="2824" name="sanitized-shape-2087">
            <a:extLst xmlns:a="http://schemas.openxmlformats.org/drawingml/2006/main">
              <a:ext uri="{FF2B5EF4-FFF2-40B4-BE49-F238E27FC236}">
                <a16:creationId xmlns:a16="http://schemas.microsoft.com/office/drawing/2014/main" id="{CC301F16-9E74-41BC-B9A8-92E93C5DB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289" y="3083469"/>
            <a:ext cx="1382700" cy="314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EE4D2D"/>
                </a:solidFill>
              </a:rPr>
              <a:t/>
            </a:r>
          </a:p>
        </p:txBody>
      </p:sp>
      <p:cxnSp>
        <p:nvCxnSpPr>
          <p:cNvPr id="2975" name="sanitized-shape-2088"/>
          <p:cNvCxnSpPr>
            <a:endCxn xmlns:a="http://schemas.openxmlformats.org/drawingml/2006/main" id="2826" idx="1"/>
          </p:cNvCxnSpPr>
          <p:nvPr/>
        </p:nvCxnSpPr>
        <p:spPr>
          <a:xfrm xmlns:a="http://schemas.openxmlformats.org/drawingml/2006/main" rot="-5400000" flipH="1">
            <a:off x="827742" y="3853926"/>
            <a:ext cx="3220800" cy="584100"/>
          </a:xfrm>
          <a:prstGeom xmlns:a="http://schemas.openxmlformats.org/drawingml/2006/main" prst="bentConnector2">
            <a:avLst/>
          </a:prstGeom>
          <a:ln xmlns:a="http://schemas.openxmlformats.org/drawingml/2006/main" w="28575" cap="flat">
            <a:solidFill>
              <a:srgbClr val="EE4D2D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826" name="sanitized-shape-2089">
            <a:extLst xmlns:a="http://schemas.openxmlformats.org/drawingml/2006/main">
              <a:ext uri="{FF2B5EF4-FFF2-40B4-BE49-F238E27FC236}">
                <a16:creationId xmlns:a16="http://schemas.microsoft.com/office/drawing/2014/main" id="{F1DE643E-822A-4472-9524-9CF726DF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0192" y="5362326"/>
            <a:ext cx="1157400" cy="78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4D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chemeClr val="lt1"/>
                </a:solidFill>
              </a:rPr>
              <a:t/>
            </a:r>
          </a:p>
        </p:txBody>
      </p:sp>
      <p:sp>
        <p:nvSpPr>
          <p:cNvPr id="2827" name="sanitized-shape-2090">
            <a:extLst xmlns:a="http://schemas.openxmlformats.org/drawingml/2006/main">
              <a:ext uri="{FF2B5EF4-FFF2-40B4-BE49-F238E27FC236}">
                <a16:creationId xmlns:a16="http://schemas.microsoft.com/office/drawing/2014/main" id="{134BDB48-BCE0-4C97-97DD-7EB2B587B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0676" y="5362313"/>
            <a:ext cx="1260300" cy="72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228592" marR="0" lvl="0" indent="-20528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sz="11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828" name="sanitized-shape-2091">
            <a:extLst xmlns:a="http://schemas.openxmlformats.org/drawingml/2006/main">
              <a:ext uri="{FF2B5EF4-FFF2-40B4-BE49-F238E27FC236}">
                <a16:creationId xmlns:a16="http://schemas.microsoft.com/office/drawing/2014/main" id="{9DB66A61-8DAC-4741-871B-DDD053450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5827" y="5362313"/>
            <a:ext cx="1791300" cy="72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228592" marR="0" lvl="0" indent="-20528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sz="11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829" name="sanitized-shape-2092">
            <a:extLst xmlns:a="http://schemas.openxmlformats.org/drawingml/2006/main">
              <a:ext uri="{FF2B5EF4-FFF2-40B4-BE49-F238E27FC236}">
                <a16:creationId xmlns:a16="http://schemas.microsoft.com/office/drawing/2014/main" id="{129DC2DB-45AA-4B98-96B1-920668686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194" y="5362313"/>
            <a:ext cx="1571700" cy="72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228592" marR="0" lvl="0" indent="-20528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sz="1100"/>
              <a:t/>
            </a:r>
          </a:p>
        </p:txBody>
      </p:sp>
      <p:sp>
        <p:nvSpPr>
          <p:cNvPr id="2830" name="sanitized-shape-2093">
            <a:extLst xmlns:a="http://schemas.openxmlformats.org/drawingml/2006/main">
              <a:ext uri="{FF2B5EF4-FFF2-40B4-BE49-F238E27FC236}">
                <a16:creationId xmlns:a16="http://schemas.microsoft.com/office/drawing/2014/main" id="{0BBC8D19-19B9-460F-B64B-49F6619ED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4503" y="5163425"/>
            <a:ext cx="473100" cy="262200"/>
          </a:xfrm>
          <a:prstGeom xmlns:a="http://schemas.openxmlformats.org/drawingml/2006/main" prst="wedgeRoundRectCallout">
            <a:avLst>
              <a:gd name="adj1" fmla="val -38747"/>
              <a:gd name="adj2" fmla="val 88806"/>
              <a:gd name="adj3" fmla="val 0"/>
            </a:avLst>
          </a:prstGeom>
          <a:solidFill xmlns:a="http://schemas.openxmlformats.org/drawingml/2006/main">
            <a:srgbClr val="0000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chemeClr val="lt1"/>
                </a:solidFill>
              </a:rPr>
              <a:t/>
            </a:r>
          </a:p>
        </p:txBody>
      </p:sp>
      <p:cxnSp>
        <p:nvCxnSpPr>
          <p:cNvPr id="2981" name="sanitized-shape-2094"/>
          <p:cNvCxnSpPr/>
          <p:nvPr/>
        </p:nvCxnSpPr>
        <p:spPr>
          <a:xfrm xmlns:a="http://schemas.openxmlformats.org/drawingml/2006/main" rot="10800000" flipH="1">
            <a:off x="3995164" y="4126189"/>
            <a:ext cx="4471500" cy="390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A5A5A5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982" name="sanitized-shape-2095"/>
          <p:cNvCxnSpPr/>
          <p:nvPr/>
        </p:nvCxnSpPr>
        <p:spPr>
          <a:xfrm xmlns:a="http://schemas.openxmlformats.org/drawingml/2006/main">
            <a:off x="4023507" y="5207289"/>
            <a:ext cx="4414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A5A5A5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983" name="sanitized-shape-2096"/>
          <p:cNvCxnSpPr/>
          <p:nvPr/>
        </p:nvCxnSpPr>
        <p:spPr>
          <a:xfrm xmlns:a="http://schemas.openxmlformats.org/drawingml/2006/main">
            <a:off x="2167333" y="2524950"/>
            <a:ext cx="563100" cy="630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rgbClr val="EA4335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984" name="sanitized-shape-2097"/>
          <p:cNvCxnSpPr/>
          <p:nvPr/>
        </p:nvCxnSpPr>
        <p:spPr>
          <a:xfrm xmlns:a="http://schemas.openxmlformats.org/drawingml/2006/main">
            <a:off x="2167333" y="3589900"/>
            <a:ext cx="563100" cy="630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rgbClr val="EA4335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985" name="sanitized-shape-2098"/>
          <p:cNvCxnSpPr/>
          <p:nvPr/>
        </p:nvCxnSpPr>
        <p:spPr>
          <a:xfrm xmlns:a="http://schemas.openxmlformats.org/drawingml/2006/main">
            <a:off x="2167333" y="4645700"/>
            <a:ext cx="563100" cy="630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rgbClr val="EA4335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299100479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40" name="sanitized-shape-2099">
            <a:extLst xmlns:a="http://schemas.openxmlformats.org/drawingml/2006/main">
              <a:ext uri="{FF2B5EF4-FFF2-40B4-BE49-F238E27FC236}">
                <a16:creationId xmlns:a16="http://schemas.microsoft.com/office/drawing/2014/main" id="{95D8BEBD-696A-4A87-933D-AE44AB4EC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8125" y="4447875"/>
            <a:ext cx="4271400" cy="31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 cmpd="sng">
            <a:solidFill>
              <a:srgbClr val="F04E1C"/>
            </a:solidFill>
            <a:prstDash val="dash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graphicFrame>
        <p:nvGraphicFramePr>
          <p:cNvPr id="2871" name="sanitized-table-26"/>
          <p:cNvGraphicFramePr/>
          <p:nvPr/>
        </p:nvGraphicFramePr>
        <p:xfrm>
          <a:off xmlns:a="http://schemas.openxmlformats.org/drawingml/2006/main" x="654636" y="1248125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{CDD7BB8A-1EDB-4F6B-BC6B-4E1E84436C22}</a:tableStyleId>
              </a:tblPr>
              <a:tblGrid>
                <a:gridCol w="1499775"/>
                <a:gridCol w="777250"/>
                <a:gridCol w="1861050"/>
                <a:gridCol w="1138525"/>
                <a:gridCol w="1138525"/>
              </a:tblGrid>
              <a:tr h="51777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28575" marR="28575" marT="19050" marB="1905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</a:p>
                  </a:txBody>
                  <a:tcPr marL="28575" marR="28575" marT="19050" marB="1905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28575" marR="28575" marT="19050" marB="1905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28575" marR="28575" marT="19050" marB="19050" anchor="ctr">
                    <a:solidFill>
                      <a:srgbClr val="EA433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28575" marR="28575" marT="19050" marB="19050" anchor="ctr">
                    <a:solidFill>
                      <a:srgbClr val="999999"/>
                    </a:solidFill>
                  </a:tcPr>
                </a:tc>
              </a:tr>
              <a:tr h="341700">
                <a:tc rowSpan="3"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/>
                        <a:t/>
                      </a:r>
                    </a:p>
                  </a:txBody>
                  <a:tcPr marL="28575" marR="28575" marT="19050" marB="19050" anchor="ctr">
                    <a:lnB w="8475" cmpd="sng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i="1">
                          <a:solidFill>
                            <a:srgbClr val="666666"/>
                          </a:solidFill>
                        </a:rPr>
                        <a:t/>
                      </a:r>
                    </a:p>
                  </a:txBody>
                  <a:tcPr marL="28575" marR="28575" marT="19050" marB="19050" anchor="ctr"/>
                </a:tc>
              </a:tr>
              <a:tr h="341700"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i="1">
                          <a:solidFill>
                            <a:srgbClr val="666666"/>
                          </a:solidFill>
                        </a:rPr>
                        <a:t/>
                      </a:r>
                    </a:p>
                  </a:txBody>
                  <a:tcPr marL="28575" marR="28575" marT="19050" marB="19050" anchor="ctr"/>
                </a:tc>
              </a:tr>
              <a:tr h="341700"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</a:p>
                  </a:txBody>
                  <a:tcPr marL="28575" marR="28575" marT="19050" marB="19050" anchor="ctr">
                    <a:lnB w="8475" cmpd="sng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28575" marR="28575" marT="19050" marB="19050" anchor="ctr">
                    <a:lnB w="8475" cmpd="sng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28575" marR="28575" marT="19050" marB="19050" anchor="ctr">
                    <a:lnB w="8475" cmpd="sng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i="1">
                          <a:solidFill>
                            <a:srgbClr val="666666"/>
                          </a:solidFill>
                        </a:rPr>
                        <a:t/>
                      </a:r>
                    </a:p>
                  </a:txBody>
                  <a:tcPr marL="28575" marR="28575" marT="19050" marB="19050" anchor="ctr">
                    <a:lnB w="8475" cmpd="sng">
                      <a:solidFill>
                        <a:srgbClr val="999999"/>
                      </a:solidFill>
                      <a:prstDash val="solid"/>
                    </a:lnB>
                  </a:tcPr>
                </a:tc>
              </a:tr>
              <a:tr h="284775">
                <a:tc rowSpan="3"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/>
                        <a:t/>
                      </a:r>
                    </a:p>
                  </a:txBody>
                  <a:tcPr marL="28575" marR="28575" marT="19050" marB="19050" anchor="ctr">
                    <a:lnT w="8475" cmpd="sng">
                      <a:solidFill>
                        <a:srgbClr val="999999"/>
                      </a:solidFill>
                      <a:prstDash val="solid"/>
                    </a:lnT>
                    <a:lnB w="8475" cmpd="sng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i="1">
                          <a:solidFill>
                            <a:srgbClr val="0000FF"/>
                          </a:solidFill>
                        </a:rPr>
                        <a:t/>
                      </a:r>
                    </a:p>
                  </a:txBody>
                  <a:tcPr marL="28575" marR="28575" marT="19050" marB="19050" anchor="ctr">
                    <a:lnT w="8475" cmpd="sng">
                      <a:solidFill>
                        <a:srgbClr val="99999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solidFill>
                            <a:srgbClr val="0000FF"/>
                          </a:solidFill>
                        </a:rPr>
                        <a:t/>
                      </a:r>
                    </a:p>
                  </a:txBody>
                  <a:tcPr marL="28575" marR="28575" marT="19050" marB="19050" anchor="ctr">
                    <a:lnT w="8475" cmpd="sng">
                      <a:solidFill>
                        <a:srgbClr val="99999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28575" marR="28575" marT="19050" marB="19050" anchor="ctr">
                    <a:lnT w="8475" cmpd="sng">
                      <a:solidFill>
                        <a:srgbClr val="99999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i="1">
                          <a:solidFill>
                            <a:srgbClr val="666666"/>
                          </a:solidFill>
                        </a:rPr>
                        <a:t/>
                      </a:r>
                    </a:p>
                  </a:txBody>
                  <a:tcPr marL="28575" marR="28575" marT="19050" marB="19050" anchor="ctr">
                    <a:lnT w="8475" cmpd="sng">
                      <a:solidFill>
                        <a:srgbClr val="999999"/>
                      </a:solidFill>
                      <a:prstDash val="solid"/>
                    </a:lnT>
                  </a:tcPr>
                </a:tc>
              </a:tr>
              <a:tr h="517775"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i="1">
                          <a:solidFill>
                            <a:srgbClr val="0000FF"/>
                          </a:solidFill>
                        </a:rPr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solidFill>
                            <a:srgbClr val="0000FF"/>
                          </a:solidFill>
                        </a:rPr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i="1">
                          <a:solidFill>
                            <a:srgbClr val="666666"/>
                          </a:solidFill>
                        </a:rPr>
                        <a:t/>
                      </a:r>
                    </a:p>
                  </a:txBody>
                  <a:tcPr marL="28575" marR="28575" marT="19050" marB="19050" anchor="ctr"/>
                </a:tc>
              </a:tr>
              <a:tr h="284775"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i="1">
                          <a:solidFill>
                            <a:srgbClr val="0000FF"/>
                          </a:solidFill>
                        </a:rPr>
                        <a:t/>
                      </a:r>
                    </a:p>
                  </a:txBody>
                  <a:tcPr marL="28575" marR="28575" marT="19050" marB="19050" anchor="ctr">
                    <a:lnB w="8475" cmpd="sng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solidFill>
                            <a:srgbClr val="0000FF"/>
                          </a:solidFill>
                        </a:rPr>
                        <a:t/>
                      </a:r>
                    </a:p>
                  </a:txBody>
                  <a:tcPr marL="28575" marR="28575" marT="19050" marB="19050" anchor="ctr">
                    <a:lnB w="8475" cmpd="sng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28575" marR="28575" marT="19050" marB="19050" anchor="b">
                    <a:lnB w="59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i="1">
                          <a:solidFill>
                            <a:srgbClr val="666666"/>
                          </a:solidFill>
                        </a:rPr>
                        <a:t/>
                      </a:r>
                    </a:p>
                  </a:txBody>
                  <a:tcPr marL="28575" marR="28575" marT="19050" marB="19050" anchor="ctr">
                    <a:lnB w="8475" cmpd="sng">
                      <a:solidFill>
                        <a:srgbClr val="999999"/>
                      </a:solidFill>
                      <a:prstDash val="solid"/>
                    </a:lnB>
                  </a:tcPr>
                </a:tc>
              </a:tr>
              <a:tr h="284775">
                <a:tc rowSpan="3"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/>
                        <a:t/>
                      </a:r>
                    </a:p>
                  </a:txBody>
                  <a:tcPr marL="28575" marR="28575" marT="19050" marB="19050" anchor="ctr">
                    <a:lnT w="8475" cmpd="sng">
                      <a:solidFill>
                        <a:srgbClr val="999999"/>
                      </a:solidFill>
                      <a:prstDash val="solid"/>
                    </a:lnT>
                    <a:lnB w="8475" cmpd="sng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i="1">
                          <a:solidFill>
                            <a:srgbClr val="0000FF"/>
                          </a:solidFill>
                        </a:rPr>
                        <a:t/>
                      </a:r>
                    </a:p>
                  </a:txBody>
                  <a:tcPr marL="28575" marR="28575" marT="19050" marB="19050" anchor="ctr">
                    <a:lnT w="8475" cmpd="sng">
                      <a:solidFill>
                        <a:srgbClr val="99999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solidFill>
                            <a:srgbClr val="0000FF"/>
                          </a:solidFill>
                        </a:rPr>
                        <a:t/>
                      </a:r>
                    </a:p>
                  </a:txBody>
                  <a:tcPr marL="28575" marR="28575" marT="19050" marB="19050" anchor="ctr">
                    <a:lnT w="8475" cmpd="sng">
                      <a:solidFill>
                        <a:srgbClr val="99999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28575" marR="28575" marT="19050" marB="19050" anchor="ctr">
                    <a:lnT w="5950" cmpd="sng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i="1">
                          <a:solidFill>
                            <a:srgbClr val="666666"/>
                          </a:solidFill>
                        </a:rPr>
                        <a:t/>
                      </a:r>
                    </a:p>
                  </a:txBody>
                  <a:tcPr marL="28575" marR="28575" marT="19050" marB="19050" anchor="ctr">
                    <a:lnT w="8475" cmpd="sng">
                      <a:solidFill>
                        <a:srgbClr val="999999"/>
                      </a:solidFill>
                      <a:prstDash val="solid"/>
                    </a:lnT>
                  </a:tcPr>
                </a:tc>
              </a:tr>
              <a:tr h="284775"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i="1">
                          <a:solidFill>
                            <a:srgbClr val="0000FF"/>
                          </a:solidFill>
                        </a:rPr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solidFill>
                            <a:srgbClr val="0000FF"/>
                          </a:solidFill>
                        </a:rPr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i="1">
                          <a:solidFill>
                            <a:srgbClr val="666666"/>
                          </a:solidFill>
                        </a:rPr>
                        <a:t/>
                      </a:r>
                    </a:p>
                  </a:txBody>
                  <a:tcPr marL="28575" marR="28575" marT="19050" marB="19050" anchor="ctr"/>
                </a:tc>
              </a:tr>
              <a:tr h="284775"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i="1">
                          <a:solidFill>
                            <a:srgbClr val="0000FF"/>
                          </a:solidFill>
                        </a:rPr>
                        <a:t/>
                      </a:r>
                    </a:p>
                  </a:txBody>
                  <a:tcPr marL="28575" marR="28575" marT="19050" marB="19050" anchor="ctr">
                    <a:lnB w="8475" cmpd="sng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solidFill>
                            <a:srgbClr val="0000FF"/>
                          </a:solidFill>
                        </a:rPr>
                        <a:t/>
                      </a:r>
                    </a:p>
                  </a:txBody>
                  <a:tcPr marL="28575" marR="28575" marT="19050" marB="19050" anchor="ctr">
                    <a:lnB w="8475" cmpd="sng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28575" marR="28575" marT="19050" marB="19050" anchor="ctr">
                    <a:lnB w="8475" cmpd="sng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i="1">
                          <a:solidFill>
                            <a:srgbClr val="666666"/>
                          </a:solidFill>
                        </a:rPr>
                        <a:t/>
                      </a:r>
                    </a:p>
                  </a:txBody>
                  <a:tcPr marL="28575" marR="28575" marT="19050" marB="19050" anchor="ctr">
                    <a:lnB w="8475" cmpd="sng">
                      <a:solidFill>
                        <a:srgbClr val="999999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842" name="sanitized-shape-2100">
            <a:extLst xmlns:a="http://schemas.openxmlformats.org/drawingml/2006/main">
              <a:ext uri="{FF2B5EF4-FFF2-40B4-BE49-F238E27FC236}">
                <a16:creationId xmlns:a16="http://schemas.microsoft.com/office/drawing/2014/main" id="{7CC471F9-A589-49A1-BAF5-4C9601FCE8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54636" y="119100"/>
            <a:ext cx="11534400" cy="563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38550" tIns="38550" rIns="38550" bIns="3855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600">
                <a:solidFill>
                  <a:srgbClr val="EE4D2D"/>
                </a:solidFill>
              </a:rPr>
              <a:t/>
            </a:r>
          </a:p>
        </p:txBody>
      </p:sp>
      <p:sp>
        <p:nvSpPr>
          <p:cNvPr id="2843" name="sanitized-shape-2101">
            <a:extLst xmlns:a="http://schemas.openxmlformats.org/drawingml/2006/main">
              <a:ext uri="{FF2B5EF4-FFF2-40B4-BE49-F238E27FC236}">
                <a16:creationId xmlns:a16="http://schemas.microsoft.com/office/drawing/2014/main" id="{D1B207B3-401F-45B0-8193-25FA48D36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9286" y="6267124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rPr sz="1200">
                <a:solidFill>
                  <a:srgbClr val="000000"/>
                </a:solidFill>
              </a:rPr>
              <a:t/>
            </a:fld>
          </a:p>
        </p:txBody>
      </p:sp>
      <p:sp>
        <p:nvSpPr>
          <p:cNvPr id="2844" name="sanitized-shape-2102">
            <a:extLst xmlns:a="http://schemas.openxmlformats.org/drawingml/2006/main">
              <a:ext uri="{FF2B5EF4-FFF2-40B4-BE49-F238E27FC236}">
                <a16:creationId xmlns:a16="http://schemas.microsoft.com/office/drawing/2014/main" id="{9FD3C637-7539-45A5-AF73-691E6899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636" y="864500"/>
            <a:ext cx="5742000" cy="2013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45700" rIns="45700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u="sng"/>
              <a:t/>
            </a:r>
          </a:p>
        </p:txBody>
      </p:sp>
      <p:sp>
        <p:nvSpPr>
          <p:cNvPr id="2845" name="sanitized-shape-2103">
            <a:extLst xmlns:a="http://schemas.openxmlformats.org/drawingml/2006/main">
              <a:ext uri="{FF2B5EF4-FFF2-40B4-BE49-F238E27FC236}">
                <a16:creationId xmlns:a16="http://schemas.microsoft.com/office/drawing/2014/main" id="{8174EDF2-CB62-4C16-BA62-57C2452D5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9753" y="1248125"/>
            <a:ext cx="3842100" cy="477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45700" rIns="45700" bIns="45700" anchor="ctr">
            <a:noAutofit/>
          </a:bodyPr>
          <a:lstStyle xmlns:a="http://schemas.openxmlformats.org/drawingml/2006/main"/>
          <a:p xmlns:a="http://schemas.openxmlformats.org/drawingml/2006/main">
            <a:pPr marL="182880" marR="18288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sz="1200" b="1">
                <a:solidFill>
                  <a:srgbClr val="EE4D2D"/>
                </a:solidFill>
              </a:rPr>
              <a:t/>
            </a:r>
          </a:p>
        </p:txBody>
      </p:sp>
      <p:sp>
        <p:nvSpPr>
          <p:cNvPr id="2846" name="sanitized-shape-2104">
            <a:extLst xmlns:a="http://schemas.openxmlformats.org/drawingml/2006/main">
              <a:ext uri="{FF2B5EF4-FFF2-40B4-BE49-F238E27FC236}">
                <a16:creationId xmlns:a16="http://schemas.microsoft.com/office/drawing/2014/main" id="{057363F7-9E55-4AFE-9FE6-9A04CD094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0663" y="1870000"/>
            <a:ext cx="240600" cy="237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4D2D"/>
          </a:solidFill>
          <a:ln xmlns:a="http://schemas.openxmlformats.org/drawingml/2006/main" w="9525" cmpd="sng">
            <a:solidFill>
              <a:srgbClr val="EE4D2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33925" rIns="0" bIns="339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91"/>
              <a:buFont typeface="Arial"/>
              <a:buNone/>
            </a:pPr>
            <a:r>
              <a:rPr sz="990" b="1">
                <a:solidFill>
                  <a:srgbClr val="FFFFFF"/>
                </a:solidFill>
              </a:rPr>
              <a:t/>
            </a:r>
          </a:p>
        </p:txBody>
      </p:sp>
      <p:graphicFrame>
        <p:nvGraphicFramePr>
          <p:cNvPr id="2877" name="sanitized-table-27"/>
          <p:cNvGraphicFramePr/>
          <p:nvPr/>
        </p:nvGraphicFramePr>
        <p:xfrm>
          <a:off xmlns:a="http://schemas.openxmlformats.org/drawingml/2006/main" x="14621498" y="4705150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{CDD7BB8A-1EDB-4F6B-BC6B-4E1E84436C22}</a:tableStyleId>
              </a:tblPr>
              <a:tblGrid>
                <a:gridCol w="1679925"/>
                <a:gridCol w="2030725"/>
                <a:gridCol w="2031450"/>
              </a:tblGrid>
              <a:tr h="100000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28575" marR="28575" marT="19050" marB="19050" anchor="ctr">
                    <a:lnL w="8475" cmpd="sng">
                      <a:solidFill>
                        <a:srgbClr val="CCCCCC"/>
                      </a:solidFill>
                      <a:prstDash val="solid"/>
                    </a:lnL>
                    <a:lnR w="8475" cmpd="sng">
                      <a:solidFill>
                        <a:srgbClr val="A5A5A5"/>
                      </a:solidFill>
                      <a:prstDash val="solid"/>
                    </a:lnR>
                    <a:lnT w="8475" cmpd="sng">
                      <a:solidFill>
                        <a:srgbClr val="CCCCCC"/>
                      </a:solidFill>
                      <a:prstDash val="solid"/>
                    </a:lnT>
                    <a:lnB w="8475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28575" marR="28575" marT="19050" marB="19050" anchor="ctr">
                    <a:lnL w="8475" cmpd="sng">
                      <a:solidFill>
                        <a:srgbClr val="A5A5A5"/>
                      </a:solidFill>
                      <a:prstDash val="solid"/>
                    </a:lnL>
                    <a:lnR w="8475" cmpd="sng">
                      <a:solidFill>
                        <a:srgbClr val="CCCCCC"/>
                      </a:solidFill>
                      <a:prstDash val="solid"/>
                    </a:lnR>
                    <a:lnT w="8475" cmpd="sng">
                      <a:solidFill>
                        <a:srgbClr val="CCCCCC"/>
                      </a:solidFill>
                      <a:prstDash val="solid"/>
                    </a:lnT>
                    <a:lnB w="8475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chemeClr val="lt1"/>
                          </a:solidFill>
                        </a:rPr>
                        <a:t/>
                      </a:r>
                    </a:p>
                  </a:txBody>
                  <a:tcPr marL="28575" marR="28575" marT="19050" marB="19050" anchor="ctr">
                    <a:lnL w="8475" cmpd="sng">
                      <a:solidFill>
                        <a:srgbClr val="CCCCCC"/>
                      </a:solidFill>
                      <a:prstDash val="solid"/>
                    </a:lnL>
                    <a:lnR w="8475" cmpd="sng">
                      <a:solidFill>
                        <a:srgbClr val="CCCCCC"/>
                      </a:solidFill>
                      <a:prstDash val="solid"/>
                    </a:lnR>
                    <a:lnT w="8475" cmpd="sng">
                      <a:solidFill>
                        <a:srgbClr val="CCCCCC"/>
                      </a:solidFill>
                      <a:prstDash val="solid"/>
                    </a:lnT>
                    <a:lnB w="8475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595959"/>
                    </a:solidFill>
                  </a:tcPr>
                </a:tc>
              </a:tr>
              <a:tr h="378650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/>
                        <a:t/>
                      </a:r>
                    </a:p>
                  </a:txBody>
                  <a:tcPr marL="28575" marR="28575" marT="19050" marB="19050" anchor="ctr">
                    <a:lnL w="8475" cmpd="sng">
                      <a:solidFill>
                        <a:srgbClr val="CCCCCC"/>
                      </a:solidFill>
                      <a:prstDash val="solid"/>
                    </a:lnL>
                    <a:lnR w="8475" cmpd="sng">
                      <a:solidFill>
                        <a:srgbClr val="A5A5A5"/>
                      </a:solidFill>
                      <a:prstDash val="solid"/>
                    </a:lnR>
                    <a:lnT w="8475" cmpd="sng">
                      <a:solidFill>
                        <a:srgbClr val="CCCCCC"/>
                      </a:solidFill>
                      <a:prstDash val="solid"/>
                    </a:lnT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</a:p>
                  </a:txBody>
                  <a:tcPr marL="28575" marR="28575" marT="19050" marB="19050" anchor="ctr">
                    <a:lnL w="8475" cmpd="sng">
                      <a:solidFill>
                        <a:srgbClr val="A5A5A5"/>
                      </a:solidFill>
                      <a:prstDash val="solid"/>
                    </a:lnL>
                    <a:lnR w="8475" cmpd="sng">
                      <a:solidFill>
                        <a:srgbClr val="A5A5A5"/>
                      </a:solidFill>
                      <a:prstDash val="solid"/>
                    </a:lnR>
                    <a:lnT w="8475" cmpd="sng">
                      <a:solidFill>
                        <a:srgbClr val="CCCCCC"/>
                      </a:solidFill>
                      <a:prstDash val="solid"/>
                    </a:lnT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</a:tr>
              <a:tr h="449600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/>
                        <a:t/>
                      </a:r>
                    </a:p>
                  </a:txBody>
                  <a:tcPr marL="28575" marR="28575" marT="19050" marB="19050" anchor="ctr">
                    <a:lnR w="9525" cmpd="sng">
                      <a:solidFill>
                        <a:srgbClr val="A5A5A5"/>
                      </a:solidFill>
                      <a:prstDash val="solid"/>
                    </a:lnR>
                    <a:lnB w="9525" cmpd="sng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/>
                        <a:t/>
                      </a:r>
                    </a:p>
                  </a:txBody>
                  <a:tcPr marL="28575" marR="28575" marT="19050" marB="19050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B w="9525" cmpd="sng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/>
                        <a:t/>
                      </a:r>
                    </a:p>
                  </a:txBody>
                  <a:tcPr marL="28575" marR="28575" marT="19050" marB="19050" anchor="ctr">
                    <a:lnB w="9525" cmpd="sng">
                      <a:solidFill>
                        <a:srgbClr val="000000"/>
                      </a:solidFill>
                      <a:prstDash val="dot"/>
                    </a:lnB>
                  </a:tcPr>
                </a:tc>
              </a:tr>
              <a:tr h="63897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/>
                        <a:t/>
                      </a:r>
                    </a:p>
                  </a:txBody>
                  <a:tcPr marL="28575" marR="28575" marT="19050" marB="19050" anchor="ctr"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dot"/>
                    </a:lnT>
                    <a:lnB w="9525" cmpd="sng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/>
                        <a:t/>
                      </a:r>
                    </a:p>
                  </a:txBody>
                  <a:tcPr marL="28575" marR="28575" marT="19050" marB="19050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T w="9525" cmpd="sng">
                      <a:solidFill>
                        <a:srgbClr val="000000"/>
                      </a:solidFill>
                      <a:prstDash val="dot"/>
                    </a:lnT>
                    <a:lnB w="9525" cmpd="sng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/>
                        <a:t/>
                      </a:r>
                    </a:p>
                  </a:txBody>
                  <a:tcPr marL="28575" marR="28575" marT="19050" marB="19050" anchor="ctr">
                    <a:lnT w="9525" cmpd="sng">
                      <a:solidFill>
                        <a:srgbClr val="000000"/>
                      </a:solidFill>
                      <a:prstDash val="dot"/>
                    </a:lnT>
                    <a:lnB w="9525" cmpd="sng">
                      <a:solidFill>
                        <a:srgbClr val="000000"/>
                      </a:solidFill>
                      <a:prstDash val="dot"/>
                    </a:lnB>
                  </a:tcPr>
                </a:tc>
              </a:tr>
              <a:tr h="31452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/>
                        <a:t/>
                      </a:r>
                    </a:p>
                  </a:txBody>
                  <a:tcPr marL="28575" marR="28575" marT="19050" marB="19050" anchor="ctr"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dot"/>
                    </a:lnT>
                    <a:lnB w="9525" cmpd="sng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/>
                        <a:t/>
                      </a:r>
                    </a:p>
                  </a:txBody>
                  <a:tcPr marL="28575" marR="28575" marT="19050" marB="19050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T w="9525" cmpd="sng">
                      <a:solidFill>
                        <a:srgbClr val="000000"/>
                      </a:solidFill>
                      <a:prstDash val="dot"/>
                    </a:lnT>
                    <a:lnB w="9525" cmpd="sng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/>
                        <a:t/>
                      </a:r>
                    </a:p>
                  </a:txBody>
                  <a:tcPr marL="28575" marR="28575" marT="19050" marB="19050" anchor="ctr">
                    <a:lnT w="9525" cmpd="sng">
                      <a:solidFill>
                        <a:srgbClr val="000000"/>
                      </a:solidFill>
                      <a:prstDash val="dot"/>
                    </a:lnT>
                    <a:lnB w="9525" cmpd="sng">
                      <a:solidFill>
                        <a:srgbClr val="000000"/>
                      </a:solidFill>
                      <a:prstDash val="dot"/>
                    </a:lnB>
                  </a:tcPr>
                </a:tc>
              </a:tr>
              <a:tr h="44847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/>
                        <a:t/>
                      </a:r>
                    </a:p>
                  </a:txBody>
                  <a:tcPr marL="28575" marR="28575" marT="19050" marB="19050" anchor="ctr"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dot"/>
                    </a:lnT>
                    <a:lnB w="9525" cmpd="sng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/>
                        <a:t/>
                      </a:r>
                    </a:p>
                  </a:txBody>
                  <a:tcPr marL="28575" marR="28575" marT="19050" marB="19050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T w="9525" cmpd="sng">
                      <a:solidFill>
                        <a:srgbClr val="000000"/>
                      </a:solidFill>
                      <a:prstDash val="dot"/>
                    </a:lnT>
                    <a:lnB w="9525" cmpd="sng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/>
                        <a:t/>
                      </a:r>
                    </a:p>
                  </a:txBody>
                  <a:tcPr marL="28575" marR="28575" marT="19050" marB="19050" anchor="ctr">
                    <a:lnT w="9525" cmpd="sng">
                      <a:solidFill>
                        <a:srgbClr val="000000"/>
                      </a:solidFill>
                      <a:prstDash val="dot"/>
                    </a:lnT>
                    <a:lnB w="9525" cmpd="sng">
                      <a:solidFill>
                        <a:srgbClr val="000000"/>
                      </a:solidFill>
                      <a:prstDash val="dot"/>
                    </a:lnB>
                  </a:tcPr>
                </a:tc>
              </a:tr>
              <a:tr h="32452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/>
                        <a:t/>
                      </a:r>
                    </a:p>
                  </a:txBody>
                  <a:tcPr marL="28575" marR="28575" marT="19050" marB="19050" anchor="ctr"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dot"/>
                    </a:lnT>
                    <a:lnB w="9525" cmpd="sng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/>
                        <a:t/>
                      </a:r>
                    </a:p>
                  </a:txBody>
                  <a:tcPr marL="28575" marR="28575" marT="19050" marB="19050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T w="9525" cmpd="sng">
                      <a:solidFill>
                        <a:srgbClr val="000000"/>
                      </a:solidFill>
                      <a:prstDash val="dot"/>
                    </a:lnT>
                    <a:lnB w="9525" cmpd="sng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/>
                        <a:t/>
                      </a:r>
                    </a:p>
                  </a:txBody>
                  <a:tcPr marL="28575" marR="28575" marT="19050" marB="19050" anchor="ctr">
                    <a:lnT w="9525" cmpd="sng">
                      <a:solidFill>
                        <a:srgbClr val="000000"/>
                      </a:solidFill>
                      <a:prstDash val="dot"/>
                    </a:lnT>
                    <a:lnB w="9525" cmpd="sng">
                      <a:solidFill>
                        <a:srgbClr val="000000"/>
                      </a:solidFill>
                      <a:prstDash val="dot"/>
                    </a:lnB>
                  </a:tcPr>
                </a:tc>
              </a:tr>
              <a:tr h="32452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/>
                        <a:t/>
                      </a:r>
                    </a:p>
                  </a:txBody>
                  <a:tcPr marL="28575" marR="28575" marT="19050" marB="19050" anchor="ctr"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dot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/>
                        <a:t/>
                      </a:r>
                    </a:p>
                  </a:txBody>
                  <a:tcPr marL="28575" marR="28575" marT="19050" marB="19050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T w="9525" cmpd="sng">
                      <a:solidFill>
                        <a:srgbClr val="000000"/>
                      </a:solidFill>
                      <a:prstDash val="dot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/>
                        <a:t/>
                      </a:r>
                    </a:p>
                  </a:txBody>
                  <a:tcPr marL="28575" marR="28575" marT="19050" marB="19050" anchor="ctr">
                    <a:lnT w="9525" cmpd="sng">
                      <a:solidFill>
                        <a:srgbClr val="000000"/>
                      </a:solidFill>
                      <a:prstDash val="dot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32452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/>
                        <a:t/>
                      </a:r>
                    </a:p>
                  </a:txBody>
                  <a:tcPr marL="28575" marR="28575" marT="19050" marB="19050" anchor="ctr">
                    <a:lnL w="8475" cmpd="sng">
                      <a:solidFill>
                        <a:srgbClr val="CCCCCC"/>
                      </a:solidFill>
                      <a:prstDash val="solid"/>
                    </a:lnL>
                    <a:lnR w="847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</a:p>
                  </a:txBody>
                  <a:tcPr marL="28575" marR="28575" marT="19050" marB="19050" anchor="ctr">
                    <a:lnL w="8475" cmpd="sng">
                      <a:solidFill>
                        <a:srgbClr val="A5A5A5"/>
                      </a:solidFill>
                      <a:prstDash val="solid"/>
                    </a:lnL>
                    <a:lnR w="8475" cmpd="sng">
                      <a:solidFill>
                        <a:srgbClr val="CCCCCC"/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</a:p>
                  </a:txBody>
                  <a:tcPr marL="28575" marR="28575" marT="19050" marB="19050" anchor="ctr">
                    <a:lnL w="8475" cmpd="sng">
                      <a:solidFill>
                        <a:srgbClr val="CCCCCC"/>
                      </a:solidFill>
                      <a:prstDash val="solid"/>
                    </a:lnL>
                    <a:lnR w="8475" cmpd="sng">
                      <a:solidFill>
                        <a:srgbClr val="CCCCCC"/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solidFill>
                      <a:srgbClr val="D9D9D9"/>
                    </a:solidFill>
                  </a:tcPr>
                </a:tc>
              </a:tr>
              <a:tr h="32452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/>
                        <a:t/>
                      </a:r>
                    </a:p>
                  </a:txBody>
                  <a:tcPr marL="28575" marR="28575" marT="19050" marB="19050" anchor="ctr">
                    <a:lnR w="9525" cmpd="sng">
                      <a:solidFill>
                        <a:srgbClr val="A5A5A5"/>
                      </a:solidFill>
                      <a:prstDash val="solid"/>
                    </a:lnR>
                    <a:lnB w="9525" cmpd="sng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/>
                        <a:t/>
                      </a:r>
                    </a:p>
                  </a:txBody>
                  <a:tcPr marL="28575" marR="28575" marT="19050" marB="19050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B w="9525" cmpd="sng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/>
                        <a:t/>
                      </a:r>
                    </a:p>
                  </a:txBody>
                  <a:tcPr marL="28575" marR="28575" marT="19050" marB="19050" anchor="ctr">
                    <a:lnB w="9525" cmpd="sng">
                      <a:solidFill>
                        <a:srgbClr val="000000"/>
                      </a:solidFill>
                      <a:prstDash val="dot"/>
                    </a:lnB>
                  </a:tcPr>
                </a:tc>
              </a:tr>
              <a:tr h="32452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/>
                        <a:t/>
                      </a:r>
                    </a:p>
                  </a:txBody>
                  <a:tcPr marL="28575" marR="28575" marT="19050" marB="19050" anchor="ctr"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dot"/>
                    </a:lnT>
                    <a:lnB w="9525" cmpd="sng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/>
                        <a:t/>
                      </a:r>
                    </a:p>
                  </a:txBody>
                  <a:tcPr marL="28575" marR="28575" marT="19050" marB="19050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T w="9525" cmpd="sng">
                      <a:solidFill>
                        <a:srgbClr val="000000"/>
                      </a:solidFill>
                      <a:prstDash val="dot"/>
                    </a:lnT>
                    <a:lnB w="9525" cmpd="sng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/>
                        <a:t/>
                      </a:r>
                    </a:p>
                  </a:txBody>
                  <a:tcPr marL="28575" marR="28575" marT="19050" marB="19050" anchor="ctr">
                    <a:lnT w="9525" cmpd="sng">
                      <a:solidFill>
                        <a:srgbClr val="000000"/>
                      </a:solidFill>
                      <a:prstDash val="dot"/>
                    </a:lnT>
                    <a:lnB w="9525" cmpd="sng">
                      <a:solidFill>
                        <a:srgbClr val="000000"/>
                      </a:solidFill>
                      <a:prstDash val="dot"/>
                    </a:lnB>
                  </a:tcPr>
                </a:tc>
              </a:tr>
              <a:tr h="32452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/>
                        <a:t/>
                      </a:r>
                    </a:p>
                  </a:txBody>
                  <a:tcPr marL="28575" marR="28575" marT="19050" marB="19050" anchor="ctr"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dot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/>
                        <a:t/>
                      </a:r>
                    </a:p>
                  </a:txBody>
                  <a:tcPr marL="28575" marR="28575" marT="19050" marB="19050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T w="9525" cmpd="sng">
                      <a:solidFill>
                        <a:srgbClr val="000000"/>
                      </a:solidFill>
                      <a:prstDash val="dot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/>
                        <a:t/>
                      </a:r>
                    </a:p>
                  </a:txBody>
                  <a:tcPr marL="28575" marR="28575" marT="19050" marB="19050" anchor="ctr">
                    <a:lnT w="9525" cmpd="sng">
                      <a:solidFill>
                        <a:srgbClr val="000000"/>
                      </a:solidFill>
                      <a:prstDash val="dot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848" name="sanitized-shape-2105">
            <a:extLst xmlns:a="http://schemas.openxmlformats.org/drawingml/2006/main">
              <a:ext uri="{FF2B5EF4-FFF2-40B4-BE49-F238E27FC236}">
                <a16:creationId xmlns:a16="http://schemas.microsoft.com/office/drawing/2014/main" id="{736E1283-774F-4577-AE5E-95682EF89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0663" y="2510126"/>
            <a:ext cx="240600" cy="237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4D2D"/>
          </a:solidFill>
          <a:ln xmlns:a="http://schemas.openxmlformats.org/drawingml/2006/main" w="9525" cmpd="sng">
            <a:solidFill>
              <a:srgbClr val="EE4D2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33925" rIns="0" bIns="339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91"/>
              <a:buFont typeface="Arial"/>
              <a:buNone/>
            </a:pPr>
            <a:r>
              <a:rPr sz="99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2849" name="sanitized-shape-2106">
            <a:extLst xmlns:a="http://schemas.openxmlformats.org/drawingml/2006/main">
              <a:ext uri="{FF2B5EF4-FFF2-40B4-BE49-F238E27FC236}">
                <a16:creationId xmlns:a16="http://schemas.microsoft.com/office/drawing/2014/main" id="{D72FCA6B-FB35-4CCA-997B-CE5956F58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0653" y="3781794"/>
            <a:ext cx="240600" cy="237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4D2D"/>
          </a:solidFill>
          <a:ln xmlns:a="http://schemas.openxmlformats.org/drawingml/2006/main" w="9525" cmpd="sng">
            <a:solidFill>
              <a:srgbClr val="EE4D2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33925" rIns="0" bIns="339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91"/>
              <a:buFont typeface="Arial"/>
              <a:buNone/>
            </a:pPr>
            <a:r>
              <a:rPr sz="99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2850" name="sanitized-shape-2107">
            <a:extLst xmlns:a="http://schemas.openxmlformats.org/drawingml/2006/main">
              <a:ext uri="{FF2B5EF4-FFF2-40B4-BE49-F238E27FC236}">
                <a16:creationId xmlns:a16="http://schemas.microsoft.com/office/drawing/2014/main" id="{F7DB626B-D0FA-4165-B447-795534176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8125" y="2107600"/>
            <a:ext cx="4271400" cy="31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 cmpd="sng">
            <a:solidFill>
              <a:srgbClr val="F04E1C"/>
            </a:solidFill>
            <a:prstDash val="dash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851" name="sanitized-shape-2108">
            <a:extLst xmlns:a="http://schemas.openxmlformats.org/drawingml/2006/main">
              <a:ext uri="{FF2B5EF4-FFF2-40B4-BE49-F238E27FC236}">
                <a16:creationId xmlns:a16="http://schemas.microsoft.com/office/drawing/2014/main" id="{F9B11E30-1847-4795-A038-4FAB10863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1251" y="-1533600"/>
            <a:ext cx="2030700" cy="77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 cmpd="sng">
            <a:solidFill>
              <a:srgbClr val="F04E1C"/>
            </a:solidFill>
            <a:prstDash val="dash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852" name="sanitized-shape-2109">
            <a:extLst xmlns:a="http://schemas.openxmlformats.org/drawingml/2006/main">
              <a:ext uri="{FF2B5EF4-FFF2-40B4-BE49-F238E27FC236}">
                <a16:creationId xmlns:a16="http://schemas.microsoft.com/office/drawing/2014/main" id="{50DC8B11-2A01-4AF7-B3C0-7ED82F813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1251" y="-2959712"/>
            <a:ext cx="2030700" cy="4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 cmpd="sng">
            <a:solidFill>
              <a:srgbClr val="F04E1C"/>
            </a:solidFill>
            <a:prstDash val="dash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853" name="sanitized-shape-2110">
            <a:extLst xmlns:a="http://schemas.openxmlformats.org/drawingml/2006/main">
              <a:ext uri="{FF2B5EF4-FFF2-40B4-BE49-F238E27FC236}">
                <a16:creationId xmlns:a16="http://schemas.microsoft.com/office/drawing/2014/main" id="{6B81D333-3929-4D68-A497-66BBF68E6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89160" y="-2847992"/>
            <a:ext cx="201300" cy="201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4D2D"/>
          </a:solidFill>
          <a:ln xmlns:a="http://schemas.openxmlformats.org/drawingml/2006/main" w="9525" cmpd="sng">
            <a:solidFill>
              <a:srgbClr val="EE4D2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34275" rIns="0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sz="10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2854" name="sanitized-shape-2111">
            <a:extLst xmlns:a="http://schemas.openxmlformats.org/drawingml/2006/main">
              <a:ext uri="{FF2B5EF4-FFF2-40B4-BE49-F238E27FC236}">
                <a16:creationId xmlns:a16="http://schemas.microsoft.com/office/drawing/2014/main" id="{DC5450E9-7B50-4670-81CA-8ABED9192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1251" y="-2487100"/>
            <a:ext cx="4062300" cy="63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 cmpd="sng">
            <a:solidFill>
              <a:srgbClr val="F04E1C"/>
            </a:solidFill>
            <a:prstDash val="dash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855" name="sanitized-shape-2112">
            <a:extLst xmlns:a="http://schemas.openxmlformats.org/drawingml/2006/main">
              <a:ext uri="{FF2B5EF4-FFF2-40B4-BE49-F238E27FC236}">
                <a16:creationId xmlns:a16="http://schemas.microsoft.com/office/drawing/2014/main" id="{20E87C99-04EC-4F09-BC70-D18CF145A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89147" y="-2277326"/>
            <a:ext cx="201300" cy="201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4D2D"/>
          </a:solidFill>
          <a:ln xmlns:a="http://schemas.openxmlformats.org/drawingml/2006/main" w="9525" cmpd="sng">
            <a:solidFill>
              <a:srgbClr val="EE4D2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34275" rIns="0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sz="10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2856" name="sanitized-shape-2113">
            <a:extLst xmlns:a="http://schemas.openxmlformats.org/drawingml/2006/main">
              <a:ext uri="{FF2B5EF4-FFF2-40B4-BE49-F238E27FC236}">
                <a16:creationId xmlns:a16="http://schemas.microsoft.com/office/drawing/2014/main" id="{1427B5D1-F369-483B-A1ED-73AADB7F2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89160" y="-1346642"/>
            <a:ext cx="201300" cy="201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4D2D"/>
          </a:solidFill>
          <a:ln xmlns:a="http://schemas.openxmlformats.org/drawingml/2006/main" w="9525" cmpd="sng">
            <a:solidFill>
              <a:srgbClr val="EE4D2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34275" rIns="0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sz="10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2857" name="sanitized-shape-2114">
            <a:extLst xmlns:a="http://schemas.openxmlformats.org/drawingml/2006/main">
              <a:ext uri="{FF2B5EF4-FFF2-40B4-BE49-F238E27FC236}">
                <a16:creationId xmlns:a16="http://schemas.microsoft.com/office/drawing/2014/main" id="{6FE2608E-D942-499A-B56D-CAB6023D0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1251" y="-1868826"/>
            <a:ext cx="4062300" cy="31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 cmpd="sng">
            <a:solidFill>
              <a:srgbClr val="F04E1C"/>
            </a:solidFill>
            <a:prstDash val="dash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858" name="sanitized-shape-2115">
            <a:extLst xmlns:a="http://schemas.openxmlformats.org/drawingml/2006/main">
              <a:ext uri="{FF2B5EF4-FFF2-40B4-BE49-F238E27FC236}">
                <a16:creationId xmlns:a16="http://schemas.microsoft.com/office/drawing/2014/main" id="{25D058FD-4247-40CC-B71A-145E5354A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82061" y="-1805949"/>
            <a:ext cx="201300" cy="201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4D2D"/>
          </a:solidFill>
          <a:ln xmlns:a="http://schemas.openxmlformats.org/drawingml/2006/main" w="9525" cmpd="sng">
            <a:solidFill>
              <a:srgbClr val="EE4D2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34275" rIns="0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sz="10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2859" name="sanitized-shape-2116">
            <a:extLst xmlns:a="http://schemas.openxmlformats.org/drawingml/2006/main">
              <a:ext uri="{FF2B5EF4-FFF2-40B4-BE49-F238E27FC236}">
                <a16:creationId xmlns:a16="http://schemas.microsoft.com/office/drawing/2014/main" id="{08DC95C7-9917-4D81-A027-725E0282C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0675" y="4830494"/>
            <a:ext cx="240600" cy="237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4D2D"/>
          </a:solidFill>
          <a:ln xmlns:a="http://schemas.openxmlformats.org/drawingml/2006/main" w="9525" cmpd="sng">
            <a:solidFill>
              <a:srgbClr val="EE4D2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33925" rIns="0" bIns="339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91"/>
              <a:buFont typeface="Arial"/>
              <a:buNone/>
            </a:pPr>
            <a:r>
              <a:rPr sz="99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2860" name="sanitized-shape-2117">
            <a:extLst xmlns:a="http://schemas.openxmlformats.org/drawingml/2006/main">
              <a:ext uri="{FF2B5EF4-FFF2-40B4-BE49-F238E27FC236}">
                <a16:creationId xmlns:a16="http://schemas.microsoft.com/office/drawing/2014/main" id="{4907B319-7670-49DA-8C1B-D49FF0F6B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626" y="5068100"/>
            <a:ext cx="6633000" cy="156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1">
                <a:solidFill>
                  <a:schemeClr val="dk1"/>
                </a:solidFill>
              </a:rPr>
              <a:t/>
            </a:r>
          </a:p>
        </p:txBody>
      </p:sp>
      <p:sp>
        <p:nvSpPr>
          <p:cNvPr id="2861" name="sanitized-shape-2118">
            <a:extLst xmlns:a="http://schemas.openxmlformats.org/drawingml/2006/main">
              <a:ext uri="{FF2B5EF4-FFF2-40B4-BE49-F238E27FC236}">
                <a16:creationId xmlns:a16="http://schemas.microsoft.com/office/drawing/2014/main" id="{8D5A1490-BD5F-4882-83E3-1CEAE66F6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7585" y="1804600"/>
            <a:ext cx="240600" cy="237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4D2D"/>
          </a:solidFill>
          <a:ln xmlns:a="http://schemas.openxmlformats.org/drawingml/2006/main" w="9525" cmpd="sng">
            <a:solidFill>
              <a:srgbClr val="EE4D2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33925" rIns="0" bIns="339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91"/>
              <a:buFont typeface="Arial"/>
              <a:buNone/>
            </a:pPr>
            <a:r>
              <a:rPr sz="99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2862" name="sanitized-shape-2119">
            <a:extLst xmlns:a="http://schemas.openxmlformats.org/drawingml/2006/main">
              <a:ext uri="{FF2B5EF4-FFF2-40B4-BE49-F238E27FC236}">
                <a16:creationId xmlns:a16="http://schemas.microsoft.com/office/drawing/2014/main" id="{CC203F03-EC86-4AE6-9B98-9C8D65E17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8125" y="1765900"/>
            <a:ext cx="4271400" cy="31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 cmpd="sng">
            <a:solidFill>
              <a:srgbClr val="F04E1C"/>
            </a:solidFill>
            <a:prstDash val="dash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863" name="sanitized-shape-2120">
            <a:extLst xmlns:a="http://schemas.openxmlformats.org/drawingml/2006/main">
              <a:ext uri="{FF2B5EF4-FFF2-40B4-BE49-F238E27FC236}">
                <a16:creationId xmlns:a16="http://schemas.microsoft.com/office/drawing/2014/main" id="{6D60A80F-C991-4701-96A2-C56F433E4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8125" y="3543850"/>
            <a:ext cx="4271400" cy="31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 cmpd="sng">
            <a:solidFill>
              <a:srgbClr val="F04E1C"/>
            </a:solidFill>
            <a:prstDash val="dash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864" name="sanitized-shape-2121">
            <a:extLst xmlns:a="http://schemas.openxmlformats.org/drawingml/2006/main">
              <a:ext uri="{FF2B5EF4-FFF2-40B4-BE49-F238E27FC236}">
                <a16:creationId xmlns:a16="http://schemas.microsoft.com/office/drawing/2014/main" id="{78DDAB2B-3CC6-43B5-B7A8-49FE983A0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7585" y="2146300"/>
            <a:ext cx="240600" cy="237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4D2D"/>
          </a:solidFill>
          <a:ln xmlns:a="http://schemas.openxmlformats.org/drawingml/2006/main" w="9525" cmpd="sng">
            <a:solidFill>
              <a:srgbClr val="EE4D2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33925" rIns="0" bIns="339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91"/>
              <a:buFont typeface="Arial"/>
              <a:buNone/>
            </a:pPr>
            <a:r>
              <a:rPr sz="99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2865" name="sanitized-shape-2122">
            <a:extLst xmlns:a="http://schemas.openxmlformats.org/drawingml/2006/main">
              <a:ext uri="{FF2B5EF4-FFF2-40B4-BE49-F238E27FC236}">
                <a16:creationId xmlns:a16="http://schemas.microsoft.com/office/drawing/2014/main" id="{704B5211-A09C-4F43-AE1B-460448F61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1127" y="3582550"/>
            <a:ext cx="240600" cy="237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4D2D"/>
          </a:solidFill>
          <a:ln xmlns:a="http://schemas.openxmlformats.org/drawingml/2006/main" w="9525" cmpd="sng">
            <a:solidFill>
              <a:srgbClr val="EE4D2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33925" rIns="0" bIns="339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91"/>
              <a:buFont typeface="Arial"/>
              <a:buNone/>
            </a:pPr>
            <a:r>
              <a:rPr sz="99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2866" name="sanitized-shape-2123">
            <a:extLst xmlns:a="http://schemas.openxmlformats.org/drawingml/2006/main">
              <a:ext uri="{FF2B5EF4-FFF2-40B4-BE49-F238E27FC236}">
                <a16:creationId xmlns:a16="http://schemas.microsoft.com/office/drawing/2014/main" id="{192CB6EF-BE13-4410-BDD1-1846D52AA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1127" y="4486575"/>
            <a:ext cx="240600" cy="237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4D2D"/>
          </a:solidFill>
          <a:ln xmlns:a="http://schemas.openxmlformats.org/drawingml/2006/main" w="9525" cmpd="sng">
            <a:solidFill>
              <a:srgbClr val="EE4D2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33925" rIns="0" bIns="339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91"/>
              <a:buFont typeface="Arial"/>
              <a:buNone/>
            </a:pPr>
            <a:r>
              <a:rPr sz="99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2867" name="sanitized-shape-2124">
            <a:extLst xmlns:a="http://schemas.openxmlformats.org/drawingml/2006/main">
              <a:ext uri="{FF2B5EF4-FFF2-40B4-BE49-F238E27FC236}">
                <a16:creationId xmlns:a16="http://schemas.microsoft.com/office/drawing/2014/main" id="{263B02DA-326C-42DA-BB53-162B4FDB1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637" y="4831688"/>
            <a:ext cx="1144500" cy="23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rgbClr val="0000F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0000FF"/>
                </a:solidFill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851000905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72" name="sanitized-shape-2125">
            <a:extLst xmlns:a="http://schemas.openxmlformats.org/drawingml/2006/main">
              <a:ext uri="{FF2B5EF4-FFF2-40B4-BE49-F238E27FC236}">
                <a16:creationId xmlns:a16="http://schemas.microsoft.com/office/drawing/2014/main" id="{944AD28A-DE0F-4BD5-9DB1-72B47BD00C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54636" y="119100"/>
            <a:ext cx="11534400" cy="563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38550" tIns="38550" rIns="38550" bIns="3855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sz="1600">
                <a:solidFill>
                  <a:srgbClr val="EE4D2D"/>
                </a:solidFill>
              </a:rPr>
              <a:t/>
            </a:r>
          </a:p>
        </p:txBody>
      </p:sp>
      <p:sp>
        <p:nvSpPr>
          <p:cNvPr id="2873" name="sanitized-shape-2126">
            <a:extLst xmlns:a="http://schemas.openxmlformats.org/drawingml/2006/main">
              <a:ext uri="{FF2B5EF4-FFF2-40B4-BE49-F238E27FC236}">
                <a16:creationId xmlns:a16="http://schemas.microsoft.com/office/drawing/2014/main" id="{2345E9D5-EF29-45C1-AB19-CEA1BD7FB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794" y="5985075"/>
            <a:ext cx="11427000" cy="65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rgbClr val="0000FF"/>
                </a:solidFill>
                <a:highlight>
                  <a:srgbClr val="FFFF00"/>
                </a:highlight>
              </a:rPr>
              <a:t/>
            </a:r>
          </a:p>
        </p:txBody>
      </p:sp>
      <p:sp>
        <p:nvSpPr>
          <p:cNvPr id="2874" name="sanitized-shape-2127">
            <a:extLst xmlns:a="http://schemas.openxmlformats.org/drawingml/2006/main">
              <a:ext uri="{FF2B5EF4-FFF2-40B4-BE49-F238E27FC236}">
                <a16:creationId xmlns:a16="http://schemas.microsoft.com/office/drawing/2014/main" id="{2932E957-D968-491A-B6D3-F7EAF72E9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1946" y="2632063"/>
            <a:ext cx="1612200" cy="314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 cmpd="sng">
            <a:solidFill>
              <a:srgbClr val="EE4D2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200" b="1"/>
              <a:t/>
            </a:r>
          </a:p>
        </p:txBody>
      </p:sp>
      <p:sp>
        <p:nvSpPr>
          <p:cNvPr id="2875" name="sanitized-shape-2128">
            <a:extLst xmlns:a="http://schemas.openxmlformats.org/drawingml/2006/main">
              <a:ext uri="{FF2B5EF4-FFF2-40B4-BE49-F238E27FC236}">
                <a16:creationId xmlns:a16="http://schemas.microsoft.com/office/drawing/2014/main" id="{B02AE172-F9F9-433F-9F10-AA3CD2855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8169" y="2632063"/>
            <a:ext cx="1612200" cy="314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 cmpd="sng">
            <a:solidFill>
              <a:srgbClr val="0B539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200" b="1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876" name="sanitized-shape-2129">
            <a:extLst xmlns:a="http://schemas.openxmlformats.org/drawingml/2006/main">
              <a:ext uri="{FF2B5EF4-FFF2-40B4-BE49-F238E27FC236}">
                <a16:creationId xmlns:a16="http://schemas.microsoft.com/office/drawing/2014/main" id="{DCD5C18C-F11A-4F74-A994-A4774197D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0615" y="2632063"/>
            <a:ext cx="1612200" cy="314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 cmpd="sng">
            <a:solidFill>
              <a:srgbClr val="EE4D2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200" b="1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877" name="sanitized-shape-2130">
            <a:extLst xmlns:a="http://schemas.openxmlformats.org/drawingml/2006/main">
              <a:ext uri="{FF2B5EF4-FFF2-40B4-BE49-F238E27FC236}">
                <a16:creationId xmlns:a16="http://schemas.microsoft.com/office/drawing/2014/main" id="{18205C12-417A-4C56-B8C8-068A1B0A0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156" y="825475"/>
            <a:ext cx="5269800" cy="40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45700" rIns="45700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0000FF"/>
                </a:solidFill>
              </a:rPr>
              <a:t/>
            </a:r>
          </a:p>
        </p:txBody>
      </p:sp>
      <p:sp>
        <p:nvSpPr>
          <p:cNvPr id="2878" name="sanitized-shape-2131">
            <a:extLst xmlns:a="http://schemas.openxmlformats.org/drawingml/2006/main">
              <a:ext uri="{FF2B5EF4-FFF2-40B4-BE49-F238E27FC236}">
                <a16:creationId xmlns:a16="http://schemas.microsoft.com/office/drawing/2014/main" id="{82D6FD57-F744-4505-BBFF-EAF71D40F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392" y="2632063"/>
            <a:ext cx="1612200" cy="314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 cmpd="sng">
            <a:solidFill>
              <a:srgbClr val="43434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879" name="sanitized-shape-2132">
            <a:extLst xmlns:a="http://schemas.openxmlformats.org/drawingml/2006/main">
              <a:ext uri="{FF2B5EF4-FFF2-40B4-BE49-F238E27FC236}">
                <a16:creationId xmlns:a16="http://schemas.microsoft.com/office/drawing/2014/main" id="{6071CDFE-AC0E-475D-A06C-2F8EFA7EB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9374" y="2036825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38100" cmpd="sng">
            <a:solidFill>
              <a:srgbClr val="EE4D2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880" name="sanitized-shape-2133">
            <a:extLst xmlns:a="http://schemas.openxmlformats.org/drawingml/2006/main">
              <a:ext uri="{FF2B5EF4-FFF2-40B4-BE49-F238E27FC236}">
                <a16:creationId xmlns:a16="http://schemas.microsoft.com/office/drawing/2014/main" id="{9639D500-9924-435A-A1C2-41DAF1C15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2381" y="2036825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38100" cmpd="sng">
            <a:solidFill>
              <a:srgbClr val="0B539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881" name="sanitized-shape-2134">
            <a:extLst xmlns:a="http://schemas.openxmlformats.org/drawingml/2006/main">
              <a:ext uri="{FF2B5EF4-FFF2-40B4-BE49-F238E27FC236}">
                <a16:creationId xmlns:a16="http://schemas.microsoft.com/office/drawing/2014/main" id="{4AE2A720-E1B0-4127-90AC-A9F9098BE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5387" y="2036825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38100" cmpd="sng">
            <a:solidFill>
              <a:srgbClr val="43434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882" name="sanitized-shape-2135">
            <a:extLst xmlns:a="http://schemas.openxmlformats.org/drawingml/2006/main">
              <a:ext uri="{FF2B5EF4-FFF2-40B4-BE49-F238E27FC236}">
                <a16:creationId xmlns:a16="http://schemas.microsoft.com/office/drawing/2014/main" id="{08DCD987-32A2-4BF7-A121-9B65D4472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393" y="2036825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38100" cmpd="sng">
            <a:solidFill>
              <a:srgbClr val="EE4D2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883" name="sanitized-shape-2136">
            <a:extLst xmlns:a="http://schemas.openxmlformats.org/drawingml/2006/main">
              <a:ext uri="{FF2B5EF4-FFF2-40B4-BE49-F238E27FC236}">
                <a16:creationId xmlns:a16="http://schemas.microsoft.com/office/drawing/2014/main" id="{7C768C7E-F10F-4FAA-A2E9-834631B9C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1399" y="2036825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38100" cmpd="sng">
            <a:solidFill>
              <a:srgbClr val="0B539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884" name="sanitized-shape-2137">
            <a:extLst xmlns:a="http://schemas.openxmlformats.org/drawingml/2006/main">
              <a:ext uri="{FF2B5EF4-FFF2-40B4-BE49-F238E27FC236}">
                <a16:creationId xmlns:a16="http://schemas.microsoft.com/office/drawing/2014/main" id="{C955EFC8-FF50-45E1-9A16-B8B5C747E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0509" y="2308438"/>
            <a:ext cx="1432500" cy="21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rgbClr val="EE4D2D"/>
                </a:solidFill>
              </a:rPr>
              <a:t/>
            </a:r>
          </a:p>
        </p:txBody>
      </p:sp>
      <p:sp>
        <p:nvSpPr>
          <p:cNvPr id="2885" name="sanitized-shape-2138">
            <a:extLst xmlns:a="http://schemas.openxmlformats.org/drawingml/2006/main">
              <a:ext uri="{FF2B5EF4-FFF2-40B4-BE49-F238E27FC236}">
                <a16:creationId xmlns:a16="http://schemas.microsoft.com/office/drawing/2014/main" id="{0C7E60A3-CECA-4C6D-B386-6C62FDB10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9325" y="2308438"/>
            <a:ext cx="2069700" cy="21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rgbClr val="0B5394"/>
                </a:solidFill>
              </a:rPr>
              <a:t/>
            </a:r>
          </a:p>
        </p:txBody>
      </p:sp>
      <p:sp>
        <p:nvSpPr>
          <p:cNvPr id="2886" name="sanitized-shape-2139">
            <a:extLst xmlns:a="http://schemas.openxmlformats.org/drawingml/2006/main">
              <a:ext uri="{FF2B5EF4-FFF2-40B4-BE49-F238E27FC236}">
                <a16:creationId xmlns:a16="http://schemas.microsoft.com/office/drawing/2014/main" id="{CD38BC05-C034-4851-B185-2BB704D71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547" y="2308438"/>
            <a:ext cx="2069700" cy="21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>
                <a:solidFill>
                  <a:srgbClr val="18181B"/>
                </a:solidFill>
              </a:rPr>
              <a:t/>
            </a:r>
          </a:p>
        </p:txBody>
      </p:sp>
      <p:sp>
        <p:nvSpPr>
          <p:cNvPr id="2887" name="sanitized-shape-2140">
            <a:extLst xmlns:a="http://schemas.openxmlformats.org/drawingml/2006/main">
              <a:ext uri="{FF2B5EF4-FFF2-40B4-BE49-F238E27FC236}">
                <a16:creationId xmlns:a16="http://schemas.microsoft.com/office/drawing/2014/main" id="{3E3DF479-7EB9-4DC5-8E53-966BC39DF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1769" y="2308438"/>
            <a:ext cx="2069700" cy="43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>
                <a:solidFill>
                  <a:srgbClr val="EE4D2D"/>
                </a:solidFill>
              </a:rPr>
              <a:t/>
            </a:r>
          </a:p>
        </p:txBody>
      </p:sp>
      <p:sp>
        <p:nvSpPr>
          <p:cNvPr id="2888" name="sanitized-shape-2141">
            <a:extLst xmlns:a="http://schemas.openxmlformats.org/drawingml/2006/main">
              <a:ext uri="{FF2B5EF4-FFF2-40B4-BE49-F238E27FC236}">
                <a16:creationId xmlns:a16="http://schemas.microsoft.com/office/drawing/2014/main" id="{92AB5A5C-5225-45D0-A95F-94D435AC4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2710" y="2308438"/>
            <a:ext cx="2069700" cy="21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rgbClr val="0B5394"/>
                </a:solidFill>
              </a:rPr>
              <a:t/>
            </a:r>
          </a:p>
        </p:txBody>
      </p:sp>
      <p:sp>
        <p:nvSpPr>
          <p:cNvPr id="2889" name="sanitized-shape-2142">
            <a:extLst xmlns:a="http://schemas.openxmlformats.org/drawingml/2006/main">
              <a:ext uri="{FF2B5EF4-FFF2-40B4-BE49-F238E27FC236}">
                <a16:creationId xmlns:a16="http://schemas.microsoft.com/office/drawing/2014/main" id="{AB789289-2AC2-42E2-951D-FCD18B49F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2626" y="1431138"/>
            <a:ext cx="1013400" cy="406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E4D2D"/>
          </a:solidFill>
          <a:ln xmlns:a="http://schemas.openxmlformats.org/drawingml/2006/main" w="9525" cmpd="sng">
            <a:solidFill>
              <a:srgbClr val="EE4D2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chemeClr val="lt1"/>
                </a:solidFill>
              </a:rPr>
              <a:t/>
            </a:r>
          </a:p>
        </p:txBody>
      </p:sp>
      <p:sp>
        <p:nvSpPr>
          <p:cNvPr id="2890" name="sanitized-shape-2143">
            <a:extLst xmlns:a="http://schemas.openxmlformats.org/drawingml/2006/main">
              <a:ext uri="{FF2B5EF4-FFF2-40B4-BE49-F238E27FC236}">
                <a16:creationId xmlns:a16="http://schemas.microsoft.com/office/drawing/2014/main" id="{AB8E50F2-95A6-4A6C-97A3-3388460D4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2181" y="1431138"/>
            <a:ext cx="1013400" cy="406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B5394"/>
          </a:solidFill>
          <a:ln xmlns:a="http://schemas.openxmlformats.org/drawingml/2006/main" w="9525" cmpd="sng">
            <a:solidFill>
              <a:srgbClr val="0B539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chemeClr val="lt1"/>
                </a:solidFill>
              </a:rPr>
              <a:t/>
            </a:r>
          </a:p>
        </p:txBody>
      </p:sp>
      <p:sp>
        <p:nvSpPr>
          <p:cNvPr id="2891" name="sanitized-shape-2144">
            <a:extLst xmlns:a="http://schemas.openxmlformats.org/drawingml/2006/main">
              <a:ext uri="{FF2B5EF4-FFF2-40B4-BE49-F238E27FC236}">
                <a16:creationId xmlns:a16="http://schemas.microsoft.com/office/drawing/2014/main" id="{8E94142D-342C-4BF0-805D-4714B07B3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1736" y="1431138"/>
            <a:ext cx="1013400" cy="406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434343"/>
          </a:solidFill>
          <a:ln xmlns:a="http://schemas.openxmlformats.org/drawingml/2006/main" w="9525" cmpd="sng">
            <a:solidFill>
              <a:srgbClr val="43434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chemeClr val="lt1"/>
                </a:solidFill>
              </a:rPr>
              <a:t/>
            </a:r>
          </a:p>
        </p:txBody>
      </p:sp>
      <p:sp>
        <p:nvSpPr>
          <p:cNvPr id="2892" name="sanitized-shape-2145">
            <a:extLst xmlns:a="http://schemas.openxmlformats.org/drawingml/2006/main">
              <a:ext uri="{FF2B5EF4-FFF2-40B4-BE49-F238E27FC236}">
                <a16:creationId xmlns:a16="http://schemas.microsoft.com/office/drawing/2014/main" id="{45C1D49E-5DD6-4D8C-8B3F-FA7524D60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1290" y="1431138"/>
            <a:ext cx="1013400" cy="406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E4D2D"/>
          </a:solidFill>
          <a:ln xmlns:a="http://schemas.openxmlformats.org/drawingml/2006/main" w="9525" cmpd="sng">
            <a:solidFill>
              <a:srgbClr val="EE4D2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chemeClr val="lt1"/>
                </a:solidFill>
              </a:rPr>
              <a:t/>
            </a:r>
          </a:p>
        </p:txBody>
      </p:sp>
      <p:sp>
        <p:nvSpPr>
          <p:cNvPr id="2893" name="sanitized-shape-2146">
            <a:extLst xmlns:a="http://schemas.openxmlformats.org/drawingml/2006/main">
              <a:ext uri="{FF2B5EF4-FFF2-40B4-BE49-F238E27FC236}">
                <a16:creationId xmlns:a16="http://schemas.microsoft.com/office/drawing/2014/main" id="{F05CAB6F-5F32-4C86-9DA7-E45755B40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0845" y="1431138"/>
            <a:ext cx="1013400" cy="406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B5394"/>
          </a:solidFill>
          <a:ln xmlns:a="http://schemas.openxmlformats.org/drawingml/2006/main" w="9525" cmpd="sng">
            <a:solidFill>
              <a:srgbClr val="0B539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chemeClr val="lt1"/>
                </a:solidFill>
              </a:rPr>
              <a:t/>
            </a:r>
          </a:p>
        </p:txBody>
      </p:sp>
      <p:sp>
        <p:nvSpPr>
          <p:cNvPr id="2894" name="sanitized-shape-2147">
            <a:extLst xmlns:a="http://schemas.openxmlformats.org/drawingml/2006/main">
              <a:ext uri="{FF2B5EF4-FFF2-40B4-BE49-F238E27FC236}">
                <a16:creationId xmlns:a16="http://schemas.microsoft.com/office/drawing/2014/main" id="{42CD04E1-4F48-4EA0-A6DA-B837BDF5D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6838" y="2632063"/>
            <a:ext cx="1612200" cy="314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 cmpd="sng">
            <a:solidFill>
              <a:srgbClr val="0B539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200" b="1"/>
              <a:t/>
            </a:r>
          </a:p>
        </p:txBody>
      </p:sp>
      <p:cxnSp>
        <p:nvCxnSpPr>
          <p:cNvPr id="2972" name="sanitized-shape-2148"/>
          <p:cNvCxnSpPr/>
          <p:nvPr/>
        </p:nvCxnSpPr>
        <p:spPr>
          <a:xfrm xmlns:a="http://schemas.openxmlformats.org/drawingml/2006/main" rot="10800000" flipH="1">
            <a:off x="442664" y="1995200"/>
            <a:ext cx="11445000" cy="90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rgbClr val="D9D9D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896" name="sanitized-shape-2149">
            <a:extLst xmlns:a="http://schemas.openxmlformats.org/drawingml/2006/main">
              <a:ext uri="{FF2B5EF4-FFF2-40B4-BE49-F238E27FC236}">
                <a16:creationId xmlns:a16="http://schemas.microsoft.com/office/drawing/2014/main" id="{5EEE7F28-46A0-4E25-BA30-F42AB08A0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794" y="2632063"/>
            <a:ext cx="1496100" cy="314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 cmpd="sng">
            <a:solidFill>
              <a:srgbClr val="43434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chemeClr val="dk1"/>
                </a:solidFill>
              </a:rPr>
              <a:t/>
            </a:r>
          </a:p>
        </p:txBody>
      </p:sp>
      <p:sp>
        <p:nvSpPr>
          <p:cNvPr id="2897" name="sanitized-shape-2150">
            <a:extLst xmlns:a="http://schemas.openxmlformats.org/drawingml/2006/main">
              <a:ext uri="{FF2B5EF4-FFF2-40B4-BE49-F238E27FC236}">
                <a16:creationId xmlns:a16="http://schemas.microsoft.com/office/drawing/2014/main" id="{FB283370-9AD9-4FF2-A701-415D2A64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68" y="2036825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38100" cmpd="sng">
            <a:solidFill>
              <a:srgbClr val="43434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898" name="sanitized-shape-2151">
            <a:extLst xmlns:a="http://schemas.openxmlformats.org/drawingml/2006/main">
              <a:ext uri="{FF2B5EF4-FFF2-40B4-BE49-F238E27FC236}">
                <a16:creationId xmlns:a16="http://schemas.microsoft.com/office/drawing/2014/main" id="{E8A89A33-4388-489E-9070-5B08A66B6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85" y="2302938"/>
            <a:ext cx="1398300" cy="21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>
                <a:solidFill>
                  <a:srgbClr val="18181B"/>
                </a:solidFill>
              </a:rPr>
              <a:t/>
            </a:r>
          </a:p>
        </p:txBody>
      </p:sp>
      <p:sp>
        <p:nvSpPr>
          <p:cNvPr id="2899" name="sanitized-shape-2152">
            <a:extLst xmlns:a="http://schemas.openxmlformats.org/drawingml/2006/main">
              <a:ext uri="{FF2B5EF4-FFF2-40B4-BE49-F238E27FC236}">
                <a16:creationId xmlns:a16="http://schemas.microsoft.com/office/drawing/2014/main" id="{ABCD4632-71D0-4646-968B-2DA352203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072" y="1431138"/>
            <a:ext cx="1013400" cy="406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434343"/>
          </a:solidFill>
          <a:ln xmlns:a="http://schemas.openxmlformats.org/drawingml/2006/main" w="9525" cmpd="sng">
            <a:solidFill>
              <a:srgbClr val="43434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chemeClr val="lt1"/>
                </a:solidFill>
              </a:rPr>
              <a:t/>
            </a:r>
          </a:p>
        </p:txBody>
      </p:sp>
      <p:sp>
        <p:nvSpPr>
          <p:cNvPr id="2900" name="sanitized-shape-2153">
            <a:extLst xmlns:a="http://schemas.openxmlformats.org/drawingml/2006/main">
              <a:ext uri="{FF2B5EF4-FFF2-40B4-BE49-F238E27FC236}">
                <a16:creationId xmlns:a16="http://schemas.microsoft.com/office/drawing/2014/main" id="{393F0C07-6CD1-480C-BB5B-1B17404A1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066" y="6415049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rPr sz="1200">
                <a:solidFill>
                  <a:srgbClr val="000000"/>
                </a:solidFill>
              </a:rPr>
              <a:t/>
            </a:fld>
          </a:p>
        </p:txBody>
      </p:sp>
    </p:spTree>
    <p:extLst>
      <p:ext uri="{BB962C8B-B14F-4D97-AF65-F5344CB8AC3E}">
        <p14:creationId xmlns:p14="http://schemas.microsoft.com/office/powerpoint/2010/main" val="1198261104"/>
      </p:ext>
    </p:extLst>
  </p:cSld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05" name="sanitized-shape-2154">
            <a:extLst xmlns:a="http://schemas.openxmlformats.org/drawingml/2006/main">
              <a:ext uri="{FF2B5EF4-FFF2-40B4-BE49-F238E27FC236}">
                <a16:creationId xmlns:a16="http://schemas.microsoft.com/office/drawing/2014/main" id="{999D217F-AB7A-48C1-8EF9-7219C41E31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3625" y="133800"/>
            <a:ext cx="11082600" cy="486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68550" tIns="68550" rIns="68550" bIns="6855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906" name="sanitized-shape-2155">
            <a:extLst xmlns:a="http://schemas.openxmlformats.org/drawingml/2006/main">
              <a:ext uri="{FF2B5EF4-FFF2-40B4-BE49-F238E27FC236}">
                <a16:creationId xmlns:a16="http://schemas.microsoft.com/office/drawing/2014/main" id="{DEFED72F-6E55-4B76-AC21-B8C507422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9991" y="6372775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rPr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/>
            </a:fld>
          </a:p>
        </p:txBody>
      </p:sp>
      <p:graphicFrame>
        <p:nvGraphicFramePr>
          <p:cNvPr id="2910" name="sanitized-table-28"/>
          <p:cNvGraphicFramePr/>
          <p:nvPr/>
        </p:nvGraphicFramePr>
        <p:xfrm>
          <a:off xmlns:a="http://schemas.openxmlformats.org/drawingml/2006/main" x="344147" y="909348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{80D8D8A9-949E-4B8C-BB15-63F78EA36203}</a:tableStyleId>
              </a:tblPr>
              <a:tblGrid>
                <a:gridCol w="739925"/>
                <a:gridCol w="1701800"/>
                <a:gridCol w="8934400"/>
              </a:tblGrid>
              <a:tr h="526225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/>
                        <a:t/>
                      </a:r>
                    </a:p>
                  </a:txBody>
                  <a:tcPr marL="121875" marR="121875" marT="121900" marB="121900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/>
                        <a:t/>
                      </a:r>
                    </a:p>
                  </a:txBody>
                  <a:tcPr marL="121875" marR="121875" marT="121900" marB="121900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/>
                        <a:t/>
                      </a:r>
                    </a:p>
                  </a:txBody>
                  <a:tcPr marL="121875" marR="121875" marT="121900" marB="121900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33325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/>
                        <a:t/>
                      </a:r>
                    </a:p>
                  </a:txBody>
                  <a:tcPr marL="121875" marR="121875" marT="121900" marB="121900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sz="1500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121875" marR="121875" marT="121900" marB="121900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32385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AutoNum type="arabicPeriod"/>
                      </a:pPr>
                      <a:r>
                        <a:rPr sz="1500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121875" marR="121875" marT="121900" marB="121900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49775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/>
                        <a:t/>
                      </a:r>
                    </a:p>
                  </a:txBody>
                  <a:tcPr marL="121875" marR="121875" marT="121900" marB="121900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sz="1500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121875" marR="121875" marT="121900" marB="121900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sz="1500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121875" marR="121875" marT="121900" marB="121900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943250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/>
                        <a:t/>
                      </a:r>
                    </a:p>
                  </a:txBody>
                  <a:tcPr marL="121875" marR="121875" marT="121900" marB="121900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121875" marR="121875" marT="121900" marB="121900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32385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AutoNum type="arabicPeriod"/>
                      </a:pPr>
                      <a:r>
                        <a:rPr sz="1500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121875" marR="121875" marT="121900" marB="121900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3098181"/>
      </p:ext>
    </p:extLst>
  </p:cSld>
</p:sld>
</file>

<file path=ppt/slides/slide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12" name="sanitized-shape-2156">
            <a:extLst xmlns:a="http://schemas.openxmlformats.org/drawingml/2006/main">
              <a:ext uri="{FF2B5EF4-FFF2-40B4-BE49-F238E27FC236}">
                <a16:creationId xmlns:a16="http://schemas.microsoft.com/office/drawing/2014/main" id="{F31C7EEA-A215-415F-9EF8-79F569711A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4275" y="-118300"/>
            <a:ext cx="11053200" cy="86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68550" tIns="68550" rIns="68550" bIns="6855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500">
                <a:solidFill>
                  <a:srgbClr val="ED4D2D"/>
                </a:solidFill>
              </a:rPr>
              <a:t/>
            </a:r>
          </a:p>
        </p:txBody>
      </p:sp>
      <p:graphicFrame>
        <p:nvGraphicFramePr>
          <p:cNvPr id="2922" name="sanitized-table-29"/>
          <p:cNvGraphicFramePr/>
          <p:nvPr/>
        </p:nvGraphicFramePr>
        <p:xfrm>
          <a:off xmlns:a="http://schemas.openxmlformats.org/drawingml/2006/main" x="638562" y="852629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{CDD7BB8A-1EDB-4F6B-BC6B-4E1E84436C22}</a:tableStyleId>
              </a:tblPr>
              <a:tblGrid>
                <a:gridCol w="1027075"/>
                <a:gridCol w="869950"/>
                <a:gridCol w="1339600"/>
                <a:gridCol w="3072675"/>
                <a:gridCol w="3848575"/>
                <a:gridCol w="709150"/>
              </a:tblGrid>
              <a:tr h="865200">
                <a:tc gridSpan="3"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solidFill>
                            <a:srgbClr val="ED4D2D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b"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solidFill>
                            <a:srgbClr val="ED4D2D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b"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solidFill>
                            <a:srgbClr val="ED4D2D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b"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solidFill>
                            <a:srgbClr val="ED4D2D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b"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3152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60925" marR="60925" marT="36575" marB="36575" anchor="ctr">
                    <a:lnL w="38100" cmpd="sng">
                      <a:solidFill>
                        <a:srgbClr val="FFFFFF"/>
                      </a:solidFill>
                      <a:prstDash val="solid"/>
                    </a:lnL>
                    <a:lnR w="381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ED4D2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60925" marR="60925" marT="36575" marB="36575" anchor="ctr">
                    <a:lnL w="38100" cmpd="sng">
                      <a:solidFill>
                        <a:srgbClr val="FFFFFF"/>
                      </a:solidFill>
                      <a:prstDash val="solid"/>
                    </a:lnL>
                    <a:lnR w="381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DECE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243775" marR="60925" marT="36575" marB="36575" anchor="ctr">
                    <a:lnL w="38100" cmpd="sng">
                      <a:solidFill>
                        <a:srgbClr val="FFFFFF"/>
                      </a:solidFill>
                      <a:prstDash val="solid"/>
                    </a:lnL>
                    <a:lnR w="381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60925" marR="60925" marT="36575" marB="36575" anchor="ctr">
                    <a:lnL w="38100" cmpd="sng">
                      <a:solidFill>
                        <a:srgbClr val="FFFFFF"/>
                      </a:solidFill>
                      <a:prstDash val="solid"/>
                    </a:lnL>
                    <a:lnR w="381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60925" marR="60925" marT="36575" marB="36575" anchor="ctr">
                    <a:lnL w="38100" cmpd="sng">
                      <a:solidFill>
                        <a:srgbClr val="FFFFFF"/>
                      </a:solidFill>
                      <a:prstDash val="solid"/>
                    </a:lnL>
                    <a:lnR w="381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3F3F3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60925" marR="60925" marT="36575" marB="36575" anchor="ctr">
                    <a:lnL w="38100" cmpd="sng">
                      <a:solidFill>
                        <a:srgbClr val="FFFFFF"/>
                      </a:solidFill>
                      <a:prstDash val="solid"/>
                    </a:lnL>
                    <a:lnR w="381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3F3F3"/>
                    </a:solidFill>
                  </a:tcPr>
                </a:tc>
              </a:tr>
              <a:tr h="865200">
                <a:tc rowSpan="2"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60925" marR="60925" marT="36575" marB="36575" anchor="ctr">
                    <a:lnL w="38100" cmpd="sng">
                      <a:solidFill>
                        <a:srgbClr val="FFFFFF"/>
                      </a:solidFill>
                      <a:prstDash val="solid"/>
                    </a:lnL>
                    <a:lnR w="38100" cmpd="sng">
                      <a:solidFill>
                        <a:srgbClr val="FFFFFF"/>
                      </a:solidFill>
                      <a:prstDash val="solid"/>
                    </a:lnR>
                    <a:lnT w="38100" cmpd="sng">
                      <a:solidFill>
                        <a:srgbClr val="FFFFFF"/>
                      </a:solidFill>
                      <a:prstDash val="solid"/>
                    </a:lnT>
                    <a:lnB w="381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ED4D2D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60925" marR="60925" marT="36575" marB="36575" anchor="ctr">
                    <a:lnL w="38100" cmpd="sng">
                      <a:solidFill>
                        <a:srgbClr val="FFFFFF"/>
                      </a:solidFill>
                      <a:prstDash val="solid"/>
                    </a:lnL>
                    <a:lnR w="38100" cmpd="sng">
                      <a:solidFill>
                        <a:srgbClr val="FFFFFF"/>
                      </a:solidFill>
                      <a:prstDash val="solid"/>
                    </a:lnR>
                    <a:lnT w="38100" cmpd="sng">
                      <a:solidFill>
                        <a:srgbClr val="FFFFFF"/>
                      </a:solidFill>
                      <a:prstDash val="solid"/>
                    </a:lnT>
                    <a:lnB w="381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DECE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243775" marR="60925" marT="36575" marB="36575" anchor="ctr">
                    <a:lnL w="38100" cmpd="sng">
                      <a:solidFill>
                        <a:srgbClr val="FFFFFF"/>
                      </a:solidFill>
                      <a:prstDash val="solid"/>
                    </a:lnL>
                    <a:lnR w="38100" cmpd="sng">
                      <a:solidFill>
                        <a:srgbClr val="FFFFFF"/>
                      </a:solidFill>
                      <a:prstDash val="solid"/>
                    </a:lnR>
                    <a:lnT w="38100" cmpd="sng">
                      <a:solidFill>
                        <a:srgbClr val="FFFFFF"/>
                      </a:solidFill>
                      <a:prstDash val="solid"/>
                    </a:lnT>
                    <a:lnB w="381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60925" marR="60925" marT="36575" marB="36575" anchor="ctr">
                    <a:lnL w="38100" cmpd="sng">
                      <a:solidFill>
                        <a:srgbClr val="FFFFFF"/>
                      </a:solidFill>
                      <a:prstDash val="solid"/>
                    </a:lnL>
                    <a:lnR w="38100" cmpd="sng">
                      <a:solidFill>
                        <a:srgbClr val="FFFFFF"/>
                      </a:solidFill>
                      <a:prstDash val="solid"/>
                    </a:lnR>
                    <a:lnT w="38100" cmpd="sng">
                      <a:solidFill>
                        <a:srgbClr val="FFFFFF"/>
                      </a:solidFill>
                      <a:prstDash val="solid"/>
                    </a:lnT>
                    <a:lnB w="381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60925" marR="60925" marT="36575" marB="36575" anchor="ctr">
                    <a:lnL w="38100" cmpd="sng">
                      <a:solidFill>
                        <a:srgbClr val="FFFFFF"/>
                      </a:solidFill>
                      <a:prstDash val="solid"/>
                    </a:lnL>
                    <a:lnR w="38100" cmpd="sng">
                      <a:solidFill>
                        <a:srgbClr val="FFFFFF"/>
                      </a:solidFill>
                      <a:prstDash val="solid"/>
                    </a:lnR>
                    <a:lnT w="38100" cmpd="sng">
                      <a:solidFill>
                        <a:srgbClr val="FFFFFF"/>
                      </a:solidFill>
                      <a:prstDash val="solid"/>
                    </a:lnT>
                    <a:lnB w="381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3F3F3"/>
                    </a:solidFill>
                  </a:tcPr>
                </a:tc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</a:tr>
              <a:tr h="865200"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243775" marR="60925" marT="36575" marB="36575" anchor="ctr">
                    <a:lnL w="38100" cmpd="sng">
                      <a:solidFill>
                        <a:srgbClr val="FFFFFF"/>
                      </a:solidFill>
                      <a:prstDash val="solid"/>
                    </a:lnL>
                    <a:lnR w="38100" cmpd="sng">
                      <a:solidFill>
                        <a:srgbClr val="FFFFFF"/>
                      </a:solidFill>
                      <a:prstDash val="solid"/>
                    </a:lnR>
                    <a:lnT w="38100" cmpd="sng">
                      <a:solidFill>
                        <a:srgbClr val="FFFFFF"/>
                      </a:solidFill>
                      <a:prstDash val="solid"/>
                    </a:lnT>
                    <a:lnB w="381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60925" marR="60925" marT="36575" marB="36575" anchor="ctr">
                    <a:lnL w="38100" cmpd="sng">
                      <a:solidFill>
                        <a:srgbClr val="FFFFFF"/>
                      </a:solidFill>
                      <a:prstDash val="solid"/>
                    </a:lnL>
                    <a:lnR w="38100" cmpd="sng">
                      <a:solidFill>
                        <a:srgbClr val="FFFFFF"/>
                      </a:solidFill>
                      <a:prstDash val="solid"/>
                    </a:lnR>
                    <a:lnT w="38100" cmpd="sng">
                      <a:solidFill>
                        <a:srgbClr val="FFFFFF"/>
                      </a:solidFill>
                      <a:prstDash val="solid"/>
                    </a:lnT>
                    <a:lnB w="381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/>
                        <a:t/>
                      </a:r>
                    </a:p>
                  </a:txBody>
                  <a:tcPr marL="60925" marR="60925" marT="36575" marB="36575" anchor="ctr">
                    <a:lnL w="38100" cmpd="sng">
                      <a:solidFill>
                        <a:srgbClr val="FFFFFF"/>
                      </a:solidFill>
                      <a:prstDash val="solid"/>
                    </a:lnL>
                    <a:lnR w="38100" cmpd="sng">
                      <a:solidFill>
                        <a:srgbClr val="FFFFFF"/>
                      </a:solidFill>
                      <a:prstDash val="solid"/>
                    </a:lnR>
                    <a:lnT w="38100" cmpd="sng">
                      <a:solidFill>
                        <a:srgbClr val="FFFFFF"/>
                      </a:solidFill>
                      <a:prstDash val="solid"/>
                    </a:lnT>
                    <a:lnB w="381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3F3F3"/>
                    </a:solidFill>
                  </a:tcPr>
                </a:tc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2914" name="sanitized-shape-2157">
            <a:extLst xmlns:a="http://schemas.openxmlformats.org/drawingml/2006/main">
              <a:ext uri="{FF2B5EF4-FFF2-40B4-BE49-F238E27FC236}">
                <a16:creationId xmlns:a16="http://schemas.microsoft.com/office/drawing/2014/main" id="{369BDFDE-5B01-4609-8DED-CAC1C239A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0258" y="5650109"/>
            <a:ext cx="1781100" cy="245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9525" cmpd="sng">
            <a:solidFill>
              <a:srgbClr val="ED4D2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121875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ED4D2D"/>
                </a:solidFill>
              </a:rPr>
              <a:t/>
            </a:r>
          </a:p>
        </p:txBody>
      </p:sp>
      <p:sp>
        <p:nvSpPr>
          <p:cNvPr id="2915" name="sanitized-shape-2158">
            <a:extLst xmlns:a="http://schemas.openxmlformats.org/drawingml/2006/main">
              <a:ext uri="{FF2B5EF4-FFF2-40B4-BE49-F238E27FC236}">
                <a16:creationId xmlns:a16="http://schemas.microsoft.com/office/drawing/2014/main" id="{4B3DC983-8288-4998-8908-C07D0BD41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5599" y="1717833"/>
            <a:ext cx="8230800" cy="201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8175" cmpd="sng">
            <a:solidFill>
              <a:srgbClr val="ED4D2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116250" tIns="116250" rIns="116250" bIns="11625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916" name="sanitized-shape-2159">
            <a:extLst xmlns:a="http://schemas.openxmlformats.org/drawingml/2006/main">
              <a:ext uri="{FF2B5EF4-FFF2-40B4-BE49-F238E27FC236}">
                <a16:creationId xmlns:a16="http://schemas.microsoft.com/office/drawing/2014/main" id="{BC831D90-0DB8-47A1-95BA-659DF523D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5219" y="1646199"/>
            <a:ext cx="180300" cy="20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4D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152175" rIns="0" bIns="1521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sz="9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2917" name="sanitized-shape-2160">
            <a:extLst xmlns:a="http://schemas.openxmlformats.org/drawingml/2006/main">
              <a:ext uri="{FF2B5EF4-FFF2-40B4-BE49-F238E27FC236}">
                <a16:creationId xmlns:a16="http://schemas.microsoft.com/office/drawing/2014/main" id="{E64FBA0D-72B1-4D95-BFE2-F0D41402B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5599" y="3769333"/>
            <a:ext cx="8230800" cy="84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8175" cmpd="sng">
            <a:solidFill>
              <a:srgbClr val="ED4D2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116250" tIns="116250" rIns="116250" bIns="11625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918" name="sanitized-shape-2161">
            <a:extLst xmlns:a="http://schemas.openxmlformats.org/drawingml/2006/main">
              <a:ext uri="{FF2B5EF4-FFF2-40B4-BE49-F238E27FC236}">
                <a16:creationId xmlns:a16="http://schemas.microsoft.com/office/drawing/2014/main" id="{28C8C143-78C1-4FD3-95A1-12263390C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5219" y="3749366"/>
            <a:ext cx="180300" cy="20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4D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152175" rIns="0" bIns="1521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sz="9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2919" name="sanitized-shape-2162">
            <a:extLst xmlns:a="http://schemas.openxmlformats.org/drawingml/2006/main">
              <a:ext uri="{FF2B5EF4-FFF2-40B4-BE49-F238E27FC236}">
                <a16:creationId xmlns:a16="http://schemas.microsoft.com/office/drawing/2014/main" id="{AE2434C9-6BB7-40DF-AF9E-9C1653C8B54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403337" y="6403534"/>
            <a:ext cx="7311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51425" tIns="25700" rIns="51425" bIns="2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  <p:extLst>
      <p:ext uri="{BB962C8B-B14F-4D97-AF65-F5344CB8AC3E}">
        <p14:creationId xmlns:p14="http://schemas.microsoft.com/office/powerpoint/2010/main" val="800824703"/>
      </p:ext>
    </p:extLst>
  </p:cSld>
</p:sld>
</file>

<file path=ppt/slides/slide4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24" name="sanitized-shape-2163">
            <a:extLst xmlns:a="http://schemas.openxmlformats.org/drawingml/2006/main">
              <a:ext uri="{FF2B5EF4-FFF2-40B4-BE49-F238E27FC236}">
                <a16:creationId xmlns:a16="http://schemas.microsoft.com/office/drawing/2014/main" id="{C8910DB9-AE13-4147-88AB-93E5AA876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50" y="192950"/>
            <a:ext cx="11098800" cy="47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0" rIns="6855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500"/>
              </a:spcAft>
              <a:buNone/>
            </a:pPr>
            <a:r>
              <a:rPr sz="1500" b="1">
                <a:solidFill>
                  <a:srgbClr val="ED4D2D"/>
                </a:solidFill>
              </a:rPr>
              <a:t/>
            </a:r>
          </a:p>
        </p:txBody>
      </p:sp>
      <p:sp>
        <p:nvSpPr>
          <p:cNvPr id="2925" name="sanitized-shape-2164">
            <a:extLst xmlns:a="http://schemas.openxmlformats.org/drawingml/2006/main">
              <a:ext uri="{FF2B5EF4-FFF2-40B4-BE49-F238E27FC236}">
                <a16:creationId xmlns:a16="http://schemas.microsoft.com/office/drawing/2014/main" id="{E9D6D467-31CF-4FF7-B4C6-0E6155392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6341" y="6484461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rPr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/>
            </a:fld>
          </a:p>
        </p:txBody>
      </p:sp>
      <p:sp>
        <p:nvSpPr>
          <p:cNvPr id="2926" name="sanitized-shape-2165">
            <a:extLst xmlns:a="http://schemas.openxmlformats.org/drawingml/2006/main">
              <a:ext uri="{FF2B5EF4-FFF2-40B4-BE49-F238E27FC236}">
                <a16:creationId xmlns:a16="http://schemas.microsoft.com/office/drawing/2014/main" id="{BD1EB684-D4E3-4C14-91BA-E6D87E06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1460" y="1558411"/>
            <a:ext cx="2736900" cy="1069200"/>
          </a:xfrm>
          <a:prstGeom xmlns:a="http://schemas.openxmlformats.org/drawingml/2006/main" prst="roundRect">
            <a:avLst>
              <a:gd name="adj" fmla="val 35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F1D9D1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88920" dist="25560" dir="5400000" algn="bl" rotWithShape="0">
              <a:srgbClr val="C9622E">
                <a:alpha val="18040"/>
              </a:srgbClr>
            </a:outerShdw>
          </a:effectLst>
        </p:spPr>
        <p:txBody>
          <a:bodyPr xmlns:a="http://schemas.openxmlformats.org/drawingml/2006/main" spcFirstLastPara="1" wrap="square" lIns="89975" tIns="45000" rIns="89975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927" name="sanitized-shape-2166">
            <a:extLst xmlns:a="http://schemas.openxmlformats.org/drawingml/2006/main">
              <a:ext uri="{FF2B5EF4-FFF2-40B4-BE49-F238E27FC236}">
                <a16:creationId xmlns:a16="http://schemas.microsoft.com/office/drawing/2014/main" id="{45B4C2B5-3C49-4060-9F4E-99706F2FC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1460" y="1633719"/>
            <a:ext cx="78000" cy="91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4B2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9975" tIns="45000" rIns="89975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928" name="sanitized-shape-2167">
            <a:extLst xmlns:a="http://schemas.openxmlformats.org/drawingml/2006/main">
              <a:ext uri="{FF2B5EF4-FFF2-40B4-BE49-F238E27FC236}">
                <a16:creationId xmlns:a16="http://schemas.microsoft.com/office/drawing/2014/main" id="{CBBA61B8-A87B-466D-A58F-C1A9A050C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3488" y="1736694"/>
            <a:ext cx="2344500" cy="5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000000"/>
                </a:solidFill>
              </a:rPr>
              <a:t/>
            </a:r>
          </a:p>
        </p:txBody>
      </p:sp>
      <p:sp>
        <p:nvSpPr>
          <p:cNvPr id="2929" name="sanitized-shape-2168">
            <a:extLst xmlns:a="http://schemas.openxmlformats.org/drawingml/2006/main">
              <a:ext uri="{FF2B5EF4-FFF2-40B4-BE49-F238E27FC236}">
                <a16:creationId xmlns:a16="http://schemas.microsoft.com/office/drawing/2014/main" id="{1D3B1D90-BC6F-4261-AEF2-F5C21E164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5104" y="1558411"/>
            <a:ext cx="2736900" cy="1069200"/>
          </a:xfrm>
          <a:prstGeom xmlns:a="http://schemas.openxmlformats.org/drawingml/2006/main" prst="roundRect">
            <a:avLst>
              <a:gd name="adj" fmla="val 35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F1D9D1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88920" dist="25560" dir="5400000" algn="bl" rotWithShape="0">
              <a:srgbClr val="C9622E">
                <a:alpha val="18040"/>
              </a:srgbClr>
            </a:outerShdw>
          </a:effectLst>
        </p:spPr>
        <p:txBody>
          <a:bodyPr xmlns:a="http://schemas.openxmlformats.org/drawingml/2006/main" spcFirstLastPara="1" wrap="square" lIns="89975" tIns="45000" rIns="89975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930" name="sanitized-shape-2169">
            <a:extLst xmlns:a="http://schemas.openxmlformats.org/drawingml/2006/main">
              <a:ext uri="{FF2B5EF4-FFF2-40B4-BE49-F238E27FC236}">
                <a16:creationId xmlns:a16="http://schemas.microsoft.com/office/drawing/2014/main" id="{DC9E9FAF-0177-4831-B73F-5B9259155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5104" y="1633719"/>
            <a:ext cx="78000" cy="91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4B2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9975" tIns="45000" rIns="89975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931" name="sanitized-shape-2170">
            <a:extLst xmlns:a="http://schemas.openxmlformats.org/drawingml/2006/main">
              <a:ext uri="{FF2B5EF4-FFF2-40B4-BE49-F238E27FC236}">
                <a16:creationId xmlns:a16="http://schemas.microsoft.com/office/drawing/2014/main" id="{24A79C80-FD1A-45A1-BBCE-98D4C120A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6740" y="1736694"/>
            <a:ext cx="2344500" cy="5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000000"/>
                </a:solidFill>
              </a:rPr>
              <a:t/>
            </a:r>
          </a:p>
        </p:txBody>
      </p:sp>
      <p:sp>
        <p:nvSpPr>
          <p:cNvPr id="2932" name="sanitized-shape-2171">
            <a:extLst xmlns:a="http://schemas.openxmlformats.org/drawingml/2006/main">
              <a:ext uri="{FF2B5EF4-FFF2-40B4-BE49-F238E27FC236}">
                <a16:creationId xmlns:a16="http://schemas.microsoft.com/office/drawing/2014/main" id="{AD570ADB-98B7-4487-BC6B-D5F14DE1C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1460" y="2831929"/>
            <a:ext cx="2736900" cy="1069200"/>
          </a:xfrm>
          <a:prstGeom xmlns:a="http://schemas.openxmlformats.org/drawingml/2006/main" prst="roundRect">
            <a:avLst>
              <a:gd name="adj" fmla="val 35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F1D9D1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88920" dist="25560" dir="5400000" algn="bl" rotWithShape="0">
              <a:srgbClr val="C9622E">
                <a:alpha val="18040"/>
              </a:srgbClr>
            </a:outerShdw>
          </a:effectLst>
        </p:spPr>
        <p:txBody>
          <a:bodyPr xmlns:a="http://schemas.openxmlformats.org/drawingml/2006/main" spcFirstLastPara="1" wrap="square" lIns="89975" tIns="45000" rIns="89975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933" name="sanitized-shape-2172">
            <a:extLst xmlns:a="http://schemas.openxmlformats.org/drawingml/2006/main">
              <a:ext uri="{FF2B5EF4-FFF2-40B4-BE49-F238E27FC236}">
                <a16:creationId xmlns:a16="http://schemas.microsoft.com/office/drawing/2014/main" id="{5970F85D-CA4D-4D42-8C9F-B431726D1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1460" y="2907237"/>
            <a:ext cx="78000" cy="91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4B2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9975" tIns="45000" rIns="89975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934" name="sanitized-shape-2173">
            <a:extLst xmlns:a="http://schemas.openxmlformats.org/drawingml/2006/main">
              <a:ext uri="{FF2B5EF4-FFF2-40B4-BE49-F238E27FC236}">
                <a16:creationId xmlns:a16="http://schemas.microsoft.com/office/drawing/2014/main" id="{7468F338-1C5B-4CDD-8908-7C052290A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3488" y="3010863"/>
            <a:ext cx="2344500" cy="5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000000"/>
                </a:solidFill>
              </a:rPr>
              <a:t/>
            </a:r>
          </a:p>
        </p:txBody>
      </p:sp>
      <p:sp>
        <p:nvSpPr>
          <p:cNvPr id="2935" name="sanitized-shape-2174">
            <a:extLst xmlns:a="http://schemas.openxmlformats.org/drawingml/2006/main">
              <a:ext uri="{FF2B5EF4-FFF2-40B4-BE49-F238E27FC236}">
                <a16:creationId xmlns:a16="http://schemas.microsoft.com/office/drawing/2014/main" id="{EC302D94-9977-460C-A22A-9F2EC4729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5104" y="2831929"/>
            <a:ext cx="2736900" cy="1069200"/>
          </a:xfrm>
          <a:prstGeom xmlns:a="http://schemas.openxmlformats.org/drawingml/2006/main" prst="roundRect">
            <a:avLst>
              <a:gd name="adj" fmla="val 35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F1D9D1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88920" dist="25560" dir="5400000" algn="bl" rotWithShape="0">
              <a:srgbClr val="C9622E">
                <a:alpha val="18040"/>
              </a:srgbClr>
            </a:outerShdw>
          </a:effectLst>
        </p:spPr>
        <p:txBody>
          <a:bodyPr xmlns:a="http://schemas.openxmlformats.org/drawingml/2006/main" spcFirstLastPara="1" wrap="square" lIns="89975" tIns="45000" rIns="89975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936" name="sanitized-shape-2175">
            <a:extLst xmlns:a="http://schemas.openxmlformats.org/drawingml/2006/main">
              <a:ext uri="{FF2B5EF4-FFF2-40B4-BE49-F238E27FC236}">
                <a16:creationId xmlns:a16="http://schemas.microsoft.com/office/drawing/2014/main" id="{D4B7BBE8-6794-482D-8168-2C70AA609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5104" y="2907237"/>
            <a:ext cx="78000" cy="91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4B2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9975" tIns="45000" rIns="89975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937" name="sanitized-shape-2176">
            <a:extLst xmlns:a="http://schemas.openxmlformats.org/drawingml/2006/main">
              <a:ext uri="{FF2B5EF4-FFF2-40B4-BE49-F238E27FC236}">
                <a16:creationId xmlns:a16="http://schemas.microsoft.com/office/drawing/2014/main" id="{62741F43-84FF-473F-A0CE-647BF3129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6740" y="3010863"/>
            <a:ext cx="2344500" cy="5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000000"/>
                </a:solidFill>
              </a:rPr>
              <a:t/>
            </a:r>
          </a:p>
        </p:txBody>
      </p:sp>
      <p:sp>
        <p:nvSpPr>
          <p:cNvPr id="2938" name="sanitized-shape-2177">
            <a:extLst xmlns:a="http://schemas.openxmlformats.org/drawingml/2006/main">
              <a:ext uri="{FF2B5EF4-FFF2-40B4-BE49-F238E27FC236}">
                <a16:creationId xmlns:a16="http://schemas.microsoft.com/office/drawing/2014/main" id="{FCEDF4D4-8FAA-4896-9DB9-56DCF9DB5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1460" y="4105447"/>
            <a:ext cx="2736900" cy="1069200"/>
          </a:xfrm>
          <a:prstGeom xmlns:a="http://schemas.openxmlformats.org/drawingml/2006/main" prst="roundRect">
            <a:avLst>
              <a:gd name="adj" fmla="val 35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F1D9D1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88920" dist="25560" dir="5400000" algn="bl" rotWithShape="0">
              <a:srgbClr val="C9622E">
                <a:alpha val="18040"/>
              </a:srgbClr>
            </a:outerShdw>
          </a:effectLst>
        </p:spPr>
        <p:txBody>
          <a:bodyPr xmlns:a="http://schemas.openxmlformats.org/drawingml/2006/main" spcFirstLastPara="1" wrap="square" lIns="89975" tIns="45000" rIns="89975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939" name="sanitized-shape-2178">
            <a:extLst xmlns:a="http://schemas.openxmlformats.org/drawingml/2006/main">
              <a:ext uri="{FF2B5EF4-FFF2-40B4-BE49-F238E27FC236}">
                <a16:creationId xmlns:a16="http://schemas.microsoft.com/office/drawing/2014/main" id="{87E72590-D59A-48E8-96D2-360F39496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1460" y="4180755"/>
            <a:ext cx="78000" cy="91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4B2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9975" tIns="45000" rIns="89975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940" name="sanitized-shape-2179">
            <a:extLst xmlns:a="http://schemas.openxmlformats.org/drawingml/2006/main">
              <a:ext uri="{FF2B5EF4-FFF2-40B4-BE49-F238E27FC236}">
                <a16:creationId xmlns:a16="http://schemas.microsoft.com/office/drawing/2014/main" id="{6248865D-DBB3-48CE-96A9-D672F5312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3488" y="4273705"/>
            <a:ext cx="2344500" cy="5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000000"/>
                </a:solidFill>
              </a:rPr>
              <a:t/>
            </a:r>
          </a:p>
        </p:txBody>
      </p:sp>
      <p:sp>
        <p:nvSpPr>
          <p:cNvPr id="2941" name="sanitized-shape-2180">
            <a:extLst xmlns:a="http://schemas.openxmlformats.org/drawingml/2006/main">
              <a:ext uri="{FF2B5EF4-FFF2-40B4-BE49-F238E27FC236}">
                <a16:creationId xmlns:a16="http://schemas.microsoft.com/office/drawing/2014/main" id="{64864607-1B9D-4D55-B9C6-9E5C56D4E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5104" y="4105447"/>
            <a:ext cx="2736900" cy="1069200"/>
          </a:xfrm>
          <a:prstGeom xmlns:a="http://schemas.openxmlformats.org/drawingml/2006/main" prst="roundRect">
            <a:avLst>
              <a:gd name="adj" fmla="val 35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F1D9D1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88920" dist="25560" dir="5400000" algn="bl" rotWithShape="0">
              <a:srgbClr val="C9622E">
                <a:alpha val="18040"/>
              </a:srgbClr>
            </a:outerShdw>
          </a:effectLst>
        </p:spPr>
        <p:txBody>
          <a:bodyPr xmlns:a="http://schemas.openxmlformats.org/drawingml/2006/main" spcFirstLastPara="1" wrap="square" lIns="89975" tIns="45000" rIns="89975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942" name="sanitized-shape-2181">
            <a:extLst xmlns:a="http://schemas.openxmlformats.org/drawingml/2006/main">
              <a:ext uri="{FF2B5EF4-FFF2-40B4-BE49-F238E27FC236}">
                <a16:creationId xmlns:a16="http://schemas.microsoft.com/office/drawing/2014/main" id="{FDCCBF58-EAC4-4AF1-8884-DD73CFB34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5104" y="4180755"/>
            <a:ext cx="78000" cy="91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4B2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9975" tIns="45000" rIns="89975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943" name="sanitized-shape-2182">
            <a:extLst xmlns:a="http://schemas.openxmlformats.org/drawingml/2006/main">
              <a:ext uri="{FF2B5EF4-FFF2-40B4-BE49-F238E27FC236}">
                <a16:creationId xmlns:a16="http://schemas.microsoft.com/office/drawing/2014/main" id="{A43662BB-9657-4796-9640-1E0A713B0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6740" y="4273705"/>
            <a:ext cx="2344500" cy="5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000000"/>
                </a:solidFill>
              </a:rPr>
              <a:t/>
            </a:r>
          </a:p>
        </p:txBody>
      </p:sp>
      <p:sp>
        <p:nvSpPr>
          <p:cNvPr id="2944" name="sanitized-shape-2183">
            <a:extLst xmlns:a="http://schemas.openxmlformats.org/drawingml/2006/main">
              <a:ext uri="{FF2B5EF4-FFF2-40B4-BE49-F238E27FC236}">
                <a16:creationId xmlns:a16="http://schemas.microsoft.com/office/drawing/2014/main" id="{8239DC6F-06B1-4548-B53F-DE4856ED3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31" y="935475"/>
            <a:ext cx="5670600" cy="456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D4D2D"/>
          </a:solidFill>
          <a:ln xmlns:a="http://schemas.openxmlformats.org/drawingml/2006/main">
            <a:noFill/>
          </a:ln>
          <a:effectLst xmlns:a="http://schemas.openxmlformats.org/drawingml/2006/main"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2945" name="sanitized-shape-2184">
            <a:extLst xmlns:a="http://schemas.openxmlformats.org/drawingml/2006/main">
              <a:ext uri="{FF2B5EF4-FFF2-40B4-BE49-F238E27FC236}">
                <a16:creationId xmlns:a16="http://schemas.microsoft.com/office/drawing/2014/main" id="{7FC16AF4-2468-49EE-AD14-9551AD817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9585" y="935475"/>
            <a:ext cx="5670600" cy="456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D4D2D"/>
          </a:solidFill>
          <a:ln xmlns:a="http://schemas.openxmlformats.org/drawingml/2006/main">
            <a:noFill/>
          </a:ln>
          <a:effectLst xmlns:a="http://schemas.openxmlformats.org/drawingml/2006/main"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2946" name="sanitized-shape-2185">
            <a:extLst xmlns:a="http://schemas.openxmlformats.org/drawingml/2006/main">
              <a:ext uri="{FF2B5EF4-FFF2-40B4-BE49-F238E27FC236}">
                <a16:creationId xmlns:a16="http://schemas.microsoft.com/office/drawing/2014/main" id="{0DD8D831-1576-4075-998C-493067C63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50" y="1568125"/>
            <a:ext cx="5670600" cy="9597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F1D9D1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88920" dist="25560" dir="5400000" algn="bl" rotWithShape="0">
              <a:srgbClr val="C9622E">
                <a:alpha val="18040"/>
              </a:srgbClr>
            </a:outerShdw>
          </a:effectLst>
        </p:spPr>
        <p:txBody>
          <a:bodyPr xmlns:a="http://schemas.openxmlformats.org/drawingml/2006/main" spcFirstLastPara="1" wrap="square" lIns="89975" tIns="45000" rIns="89975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947" name="sanitized-shape-2186">
            <a:extLst xmlns:a="http://schemas.openxmlformats.org/drawingml/2006/main">
              <a:ext uri="{FF2B5EF4-FFF2-40B4-BE49-F238E27FC236}">
                <a16:creationId xmlns:a16="http://schemas.microsoft.com/office/drawing/2014/main" id="{5E507A4B-8F3D-46BC-8A7D-78E7D6215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419" y="1723636"/>
            <a:ext cx="4375200" cy="29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EA4335"/>
                </a:solidFill>
              </a:rPr>
              <a:t/>
            </a:r>
          </a:p>
        </p:txBody>
      </p:sp>
      <p:sp>
        <p:nvSpPr>
          <p:cNvPr id="2948" name="sanitized-shape-2187">
            <a:extLst xmlns:a="http://schemas.openxmlformats.org/drawingml/2006/main">
              <a:ext uri="{FF2B5EF4-FFF2-40B4-BE49-F238E27FC236}">
                <a16:creationId xmlns:a16="http://schemas.microsoft.com/office/drawing/2014/main" id="{2936E527-8660-471E-939E-63BD1FF5D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419" y="2006955"/>
            <a:ext cx="4375200" cy="51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i="1">
                <a:solidFill>
                  <a:srgbClr val="5C6068"/>
                </a:solidFill>
              </a:rPr>
              <a:t/>
            </a:r>
          </a:p>
        </p:txBody>
      </p:sp>
      <p:sp>
        <p:nvSpPr>
          <p:cNvPr id="2949" name="sanitized-shape-2188">
            <a:extLst xmlns:a="http://schemas.openxmlformats.org/drawingml/2006/main">
              <a:ext uri="{FF2B5EF4-FFF2-40B4-BE49-F238E27FC236}">
                <a16:creationId xmlns:a16="http://schemas.microsoft.com/office/drawing/2014/main" id="{F8AAEDFB-7E34-491D-983A-BB8B173E1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25" y="2670250"/>
            <a:ext cx="2303100" cy="26061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F1D9D1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88920" dist="25560" dir="5400000" algn="bl" rotWithShape="0">
              <a:srgbClr val="C9622E">
                <a:alpha val="18040"/>
              </a:srgbClr>
            </a:outerShdw>
          </a:effectLst>
        </p:spPr>
        <p:txBody>
          <a:bodyPr xmlns:a="http://schemas.openxmlformats.org/drawingml/2006/main" spcFirstLastPara="1" wrap="square" lIns="89975" tIns="45000" rIns="89975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950" name="sanitized-shape-2189">
            <a:extLst xmlns:a="http://schemas.openxmlformats.org/drawingml/2006/main">
              <a:ext uri="{FF2B5EF4-FFF2-40B4-BE49-F238E27FC236}">
                <a16:creationId xmlns:a16="http://schemas.microsoft.com/office/drawing/2014/main" id="{EB238270-E58A-4D8A-9947-D1EAC6BD2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421" y="3193750"/>
            <a:ext cx="1324200" cy="29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EA4335"/>
                </a:solidFill>
              </a:rPr>
              <a:t/>
            </a:r>
          </a:p>
        </p:txBody>
      </p:sp>
      <p:sp>
        <p:nvSpPr>
          <p:cNvPr id="2952" name="sanitized-shape-2190">
            <a:extLst xmlns:a="http://schemas.openxmlformats.org/drawingml/2006/main">
              <a:ext uri="{FF2B5EF4-FFF2-40B4-BE49-F238E27FC236}">
                <a16:creationId xmlns:a16="http://schemas.microsoft.com/office/drawing/2014/main" id="{6E074ACD-C6A4-4565-89B3-D5063C473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7101" y="1718599"/>
            <a:ext cx="658200" cy="65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4B2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954" name="sanitized-shape-2191">
            <a:extLst xmlns:a="http://schemas.openxmlformats.org/drawingml/2006/main">
              <a:ext uri="{FF2B5EF4-FFF2-40B4-BE49-F238E27FC236}">
                <a16:creationId xmlns:a16="http://schemas.microsoft.com/office/drawing/2014/main" id="{243FFBBB-13D4-4D2B-BF8F-BDD17A9A2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425" y="3614550"/>
            <a:ext cx="1237800" cy="13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i="1">
                <a:solidFill>
                  <a:srgbClr val="5C6068"/>
                </a:solidFill>
              </a:rPr>
              <a:t/>
            </a:r>
          </a:p>
        </p:txBody>
      </p:sp>
      <p:sp>
        <p:nvSpPr>
          <p:cNvPr id="2956" name="sanitized-shape-2192">
            <a:extLst xmlns:a="http://schemas.openxmlformats.org/drawingml/2006/main">
              <a:ext uri="{FF2B5EF4-FFF2-40B4-BE49-F238E27FC236}">
                <a16:creationId xmlns:a16="http://schemas.microsoft.com/office/drawing/2014/main" id="{4C698E6B-590F-4F6E-B59C-40D56979A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1841" y="3105620"/>
            <a:ext cx="658200" cy="65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4B2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958" name="sanitized-shape-2193">
            <a:extLst xmlns:a="http://schemas.openxmlformats.org/drawingml/2006/main">
              <a:ext uri="{FF2B5EF4-FFF2-40B4-BE49-F238E27FC236}">
                <a16:creationId xmlns:a16="http://schemas.microsoft.com/office/drawing/2014/main" id="{E2B69B7E-3355-47EF-945F-FCF530C90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76" y="5493050"/>
            <a:ext cx="5609400" cy="9597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F1D9D1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88920" dist="25560" dir="5400000" algn="bl" rotWithShape="0">
              <a:srgbClr val="C9622E">
                <a:alpha val="18040"/>
              </a:srgbClr>
            </a:outerShdw>
          </a:effectLst>
        </p:spPr>
        <p:txBody>
          <a:bodyPr xmlns:a="http://schemas.openxmlformats.org/drawingml/2006/main" spcFirstLastPara="1" wrap="square" lIns="89975" tIns="45000" rIns="89975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959" name="sanitized-shape-2194">
            <a:extLst xmlns:a="http://schemas.openxmlformats.org/drawingml/2006/main">
              <a:ext uri="{FF2B5EF4-FFF2-40B4-BE49-F238E27FC236}">
                <a16:creationId xmlns:a16="http://schemas.microsoft.com/office/drawing/2014/main" id="{A354EB5B-E880-4421-AAAF-EE82FB10E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571" y="5648570"/>
            <a:ext cx="4560900" cy="29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EA4335"/>
                </a:solidFill>
              </a:rPr>
              <a:t/>
            </a:r>
          </a:p>
        </p:txBody>
      </p:sp>
      <p:sp>
        <p:nvSpPr>
          <p:cNvPr id="2960" name="sanitized-shape-2195">
            <a:extLst xmlns:a="http://schemas.openxmlformats.org/drawingml/2006/main">
              <a:ext uri="{FF2B5EF4-FFF2-40B4-BE49-F238E27FC236}">
                <a16:creationId xmlns:a16="http://schemas.microsoft.com/office/drawing/2014/main" id="{71F75F81-9B6B-4515-A126-4548931BE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571" y="5931889"/>
            <a:ext cx="4560900" cy="51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i="1">
                <a:solidFill>
                  <a:srgbClr val="5C6068"/>
                </a:solidFill>
              </a:rPr>
              <a:t/>
            </a:r>
          </a:p>
        </p:txBody>
      </p:sp>
      <p:sp>
        <p:nvSpPr>
          <p:cNvPr id="2962" name="sanitized-shape-2196">
            <a:extLst xmlns:a="http://schemas.openxmlformats.org/drawingml/2006/main">
              <a:ext uri="{FF2B5EF4-FFF2-40B4-BE49-F238E27FC236}">
                <a16:creationId xmlns:a16="http://schemas.microsoft.com/office/drawing/2014/main" id="{34616DDF-A9BB-4CCD-AF82-9563E32E3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5201" y="5643650"/>
            <a:ext cx="658200" cy="65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4B2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970" name="sanitized-shape-2197">
            <a:extLst xmlns:a="http://schemas.openxmlformats.org/drawingml/2006/main">
              <a:ext uri="{FF2B5EF4-FFF2-40B4-BE49-F238E27FC236}">
                <a16:creationId xmlns:a16="http://schemas.microsoft.com/office/drawing/2014/main" id="{5985B787-DA55-4071-9A79-06B029754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77992" y="2708671"/>
            <a:ext cx="1421722" cy="2605978"/>
          </a:xfrm>
          <a:prstGeom xmlns:a="http://schemas.openxmlformats.org/drawingml/2006/main" prst="roundRect">
            <a:avLst>
              <a:gd name="adj" fmla="val 14544"/>
            </a:avLst>
          </a:prstGeom>
          <a:noFill xmlns:a="http://schemas.openxmlformats.org/drawingml/2006/main"/>
          <a:ln xmlns:a="http://schemas.openxmlformats.org/drawingml/2006/main" w="78025" cmpd="sng">
            <a:solidFill>
              <a:srgbClr val="EAEAE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3625" tIns="93625" rIns="93625" bIns="936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971" name="sanitized-shape-2198">
            <a:extLst xmlns:a="http://schemas.openxmlformats.org/drawingml/2006/main">
              <a:ext uri="{FF2B5EF4-FFF2-40B4-BE49-F238E27FC236}">
                <a16:creationId xmlns:a16="http://schemas.microsoft.com/office/drawing/2014/main" id="{5D2A8267-8CCB-403E-9856-D1930765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6861" y="4187559"/>
            <a:ext cx="1358400" cy="15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75" cmpd="sng">
            <a:solidFill>
              <a:srgbClr val="2E00FC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972" name="sanitized-shape-2199">
            <a:extLst xmlns:a="http://schemas.openxmlformats.org/drawingml/2006/main">
              <a:ext uri="{FF2B5EF4-FFF2-40B4-BE49-F238E27FC236}">
                <a16:creationId xmlns:a16="http://schemas.microsoft.com/office/drawing/2014/main" id="{1438D811-047F-4B1B-8B73-3439F7726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7691" y="3196659"/>
            <a:ext cx="1013400" cy="169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75" cmpd="sng">
            <a:solidFill>
              <a:srgbClr val="2E00FC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973" name="sanitized-shape-2200">
            <a:extLst xmlns:a="http://schemas.openxmlformats.org/drawingml/2006/main">
              <a:ext uri="{FF2B5EF4-FFF2-40B4-BE49-F238E27FC236}">
                <a16:creationId xmlns:a16="http://schemas.microsoft.com/office/drawing/2014/main" id="{842D491D-01C5-403B-AECC-222E3BCD1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1460" y="5385672"/>
            <a:ext cx="2736900" cy="1069200"/>
          </a:xfrm>
          <a:prstGeom xmlns:a="http://schemas.openxmlformats.org/drawingml/2006/main" prst="roundRect">
            <a:avLst>
              <a:gd name="adj" fmla="val 35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F1D9D1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88920" dist="25560" dir="5400000" algn="bl" rotWithShape="0">
              <a:srgbClr val="C9622E">
                <a:alpha val="18040"/>
              </a:srgbClr>
            </a:outerShdw>
          </a:effectLst>
        </p:spPr>
        <p:txBody>
          <a:bodyPr xmlns:a="http://schemas.openxmlformats.org/drawingml/2006/main" spcFirstLastPara="1" wrap="square" lIns="89975" tIns="45000" rIns="89975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974" name="sanitized-shape-2201">
            <a:extLst xmlns:a="http://schemas.openxmlformats.org/drawingml/2006/main">
              <a:ext uri="{FF2B5EF4-FFF2-40B4-BE49-F238E27FC236}">
                <a16:creationId xmlns:a16="http://schemas.microsoft.com/office/drawing/2014/main" id="{FC4E0977-CF88-4290-B232-9E02F0D71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1460" y="5460980"/>
            <a:ext cx="78000" cy="91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4B2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9975" tIns="45000" rIns="89975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975" name="sanitized-shape-2202">
            <a:extLst xmlns:a="http://schemas.openxmlformats.org/drawingml/2006/main">
              <a:ext uri="{FF2B5EF4-FFF2-40B4-BE49-F238E27FC236}">
                <a16:creationId xmlns:a16="http://schemas.microsoft.com/office/drawing/2014/main" id="{88BAEC9F-27F4-4358-AB93-8E6BA1DDF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5104" y="5385672"/>
            <a:ext cx="2736900" cy="1069200"/>
          </a:xfrm>
          <a:prstGeom xmlns:a="http://schemas.openxmlformats.org/drawingml/2006/main" prst="roundRect">
            <a:avLst>
              <a:gd name="adj" fmla="val 35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F1D9D1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88920" dist="25560" dir="5400000" algn="bl" rotWithShape="0">
              <a:srgbClr val="C9622E">
                <a:alpha val="18040"/>
              </a:srgbClr>
            </a:outerShdw>
          </a:effectLst>
        </p:spPr>
        <p:txBody>
          <a:bodyPr xmlns:a="http://schemas.openxmlformats.org/drawingml/2006/main" spcFirstLastPara="1" wrap="square" lIns="89975" tIns="45000" rIns="89975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976" name="sanitized-shape-2203">
            <a:extLst xmlns:a="http://schemas.openxmlformats.org/drawingml/2006/main">
              <a:ext uri="{FF2B5EF4-FFF2-40B4-BE49-F238E27FC236}">
                <a16:creationId xmlns:a16="http://schemas.microsoft.com/office/drawing/2014/main" id="{10FAC81A-D123-47E2-811B-1407C4A3C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5104" y="5460980"/>
            <a:ext cx="78000" cy="91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4B2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9975" tIns="45000" rIns="89975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977" name="sanitized-shape-2204">
            <a:extLst xmlns:a="http://schemas.openxmlformats.org/drawingml/2006/main">
              <a:ext uri="{FF2B5EF4-FFF2-40B4-BE49-F238E27FC236}">
                <a16:creationId xmlns:a16="http://schemas.microsoft.com/office/drawing/2014/main" id="{72F300F2-0891-4654-8B14-999CA5872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6740" y="5546195"/>
            <a:ext cx="2344500" cy="5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000000"/>
                </a:solidFill>
              </a:rPr>
              <a:t/>
            </a:r>
          </a:p>
        </p:txBody>
      </p:sp>
      <p:sp>
        <p:nvSpPr>
          <p:cNvPr id="2978" name="sanitized-shape-2205">
            <a:extLst xmlns:a="http://schemas.openxmlformats.org/drawingml/2006/main">
              <a:ext uri="{FF2B5EF4-FFF2-40B4-BE49-F238E27FC236}">
                <a16:creationId xmlns:a16="http://schemas.microsoft.com/office/drawing/2014/main" id="{D7CF1DA5-5E83-4F13-AED2-1DDBA1AA7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3490" y="5546195"/>
            <a:ext cx="2344500" cy="5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000000"/>
                </a:solidFill>
              </a:rPr>
              <a:t/>
            </a:r>
          </a:p>
        </p:txBody>
      </p:sp>
      <p:sp>
        <p:nvSpPr>
          <p:cNvPr id="2979" name="sanitized-shape-2206">
            <a:extLst xmlns:a="http://schemas.openxmlformats.org/drawingml/2006/main">
              <a:ext uri="{FF2B5EF4-FFF2-40B4-BE49-F238E27FC236}">
                <a16:creationId xmlns:a16="http://schemas.microsoft.com/office/drawing/2014/main" id="{3AF22AF6-6718-4167-BA33-C5D37D817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3485" y="2303405"/>
            <a:ext cx="1697700" cy="17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i="1">
                <a:solidFill>
                  <a:srgbClr val="5C6068"/>
                </a:solidFill>
              </a:rPr>
              <a:t/>
            </a:r>
          </a:p>
        </p:txBody>
      </p:sp>
      <p:sp>
        <p:nvSpPr>
          <p:cNvPr id="2980" name="sanitized-shape-2207">
            <a:extLst xmlns:a="http://schemas.openxmlformats.org/drawingml/2006/main">
              <a:ext uri="{FF2B5EF4-FFF2-40B4-BE49-F238E27FC236}">
                <a16:creationId xmlns:a16="http://schemas.microsoft.com/office/drawing/2014/main" id="{1E45F4F2-B87B-4197-91D8-DF97854C4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1310" y="2303405"/>
            <a:ext cx="1697700" cy="17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i="1">
                <a:solidFill>
                  <a:srgbClr val="5C6068"/>
                </a:solidFill>
              </a:rPr>
              <a:t/>
            </a:r>
          </a:p>
        </p:txBody>
      </p:sp>
      <p:sp>
        <p:nvSpPr>
          <p:cNvPr id="2981" name="sanitized-shape-2208">
            <a:extLst xmlns:a="http://schemas.openxmlformats.org/drawingml/2006/main">
              <a:ext uri="{FF2B5EF4-FFF2-40B4-BE49-F238E27FC236}">
                <a16:creationId xmlns:a16="http://schemas.microsoft.com/office/drawing/2014/main" id="{D191EF13-1303-4F38-90D1-47F3F0B51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3485" y="3564420"/>
            <a:ext cx="1697700" cy="17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i="1">
                <a:solidFill>
                  <a:srgbClr val="5C6068"/>
                </a:solidFill>
              </a:rPr>
              <a:t/>
            </a:r>
          </a:p>
        </p:txBody>
      </p:sp>
      <p:sp>
        <p:nvSpPr>
          <p:cNvPr id="2982" name="sanitized-shape-2209">
            <a:extLst xmlns:a="http://schemas.openxmlformats.org/drawingml/2006/main">
              <a:ext uri="{FF2B5EF4-FFF2-40B4-BE49-F238E27FC236}">
                <a16:creationId xmlns:a16="http://schemas.microsoft.com/office/drawing/2014/main" id="{C5790D19-BB96-46FA-9847-D2929C2BC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1310" y="3564420"/>
            <a:ext cx="1697700" cy="17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i="1">
                <a:solidFill>
                  <a:srgbClr val="5C6068"/>
                </a:solidFill>
              </a:rPr>
              <a:t/>
            </a:r>
          </a:p>
        </p:txBody>
      </p:sp>
      <p:sp>
        <p:nvSpPr>
          <p:cNvPr id="2983" name="sanitized-shape-2210">
            <a:extLst xmlns:a="http://schemas.openxmlformats.org/drawingml/2006/main">
              <a:ext uri="{FF2B5EF4-FFF2-40B4-BE49-F238E27FC236}">
                <a16:creationId xmlns:a16="http://schemas.microsoft.com/office/drawing/2014/main" id="{F363D79D-FDC6-4E47-9B30-A6212D6A0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3485" y="4909255"/>
            <a:ext cx="1697700" cy="17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i="1">
                <a:solidFill>
                  <a:srgbClr val="5C6068"/>
                </a:solidFill>
              </a:rPr>
              <a:t/>
            </a:r>
          </a:p>
        </p:txBody>
      </p:sp>
      <p:sp>
        <p:nvSpPr>
          <p:cNvPr id="2984" name="sanitized-shape-2211">
            <a:extLst xmlns:a="http://schemas.openxmlformats.org/drawingml/2006/main">
              <a:ext uri="{FF2B5EF4-FFF2-40B4-BE49-F238E27FC236}">
                <a16:creationId xmlns:a16="http://schemas.microsoft.com/office/drawing/2014/main" id="{ED6EDCC0-E461-49C0-B5D0-C33AD562B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3485" y="6022695"/>
            <a:ext cx="2501100" cy="17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i="1">
                <a:solidFill>
                  <a:srgbClr val="5C6068"/>
                </a:solidFill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953345408"/>
      </p:ext>
    </p:extLst>
  </p:cSld>
</p:sld>
</file>

<file path=ppt/slides/slide4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89" name="sanitized-shape-2212">
            <a:extLst xmlns:a="http://schemas.openxmlformats.org/drawingml/2006/main">
              <a:ext uri="{FF2B5EF4-FFF2-40B4-BE49-F238E27FC236}">
                <a16:creationId xmlns:a16="http://schemas.microsoft.com/office/drawing/2014/main" id="{824430F6-FDF9-4EFE-9ECE-700D39F31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725" y="212726"/>
            <a:ext cx="11097600" cy="45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0" rIns="6855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500"/>
              </a:spcAft>
              <a:buNone/>
            </a:pPr>
            <a:r>
              <a:rPr sz="1500" b="1">
                <a:solidFill>
                  <a:srgbClr val="ED4D2D"/>
                </a:solidFill>
              </a:rPr>
              <a:t/>
            </a:r>
          </a:p>
        </p:txBody>
      </p:sp>
      <p:sp>
        <p:nvSpPr>
          <p:cNvPr id="2990" name="sanitized-shape-2213">
            <a:extLst xmlns:a="http://schemas.openxmlformats.org/drawingml/2006/main">
              <a:ext uri="{FF2B5EF4-FFF2-40B4-BE49-F238E27FC236}">
                <a16:creationId xmlns:a16="http://schemas.microsoft.com/office/drawing/2014/main" id="{555B168A-0845-4CB6-A882-591699C5E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6341" y="6449700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rPr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/>
            </a:fld>
          </a:p>
        </p:txBody>
      </p:sp>
      <p:sp>
        <p:nvSpPr>
          <p:cNvPr id="2991" name="sanitized-shape-2214">
            <a:extLst xmlns:a="http://schemas.openxmlformats.org/drawingml/2006/main">
              <a:ext uri="{FF2B5EF4-FFF2-40B4-BE49-F238E27FC236}">
                <a16:creationId xmlns:a16="http://schemas.microsoft.com/office/drawing/2014/main" id="{3A73934A-0756-49C6-931B-930A9A6D2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837" y="1401250"/>
            <a:ext cx="4808700" cy="50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solidFill>
              <a:srgbClr val="ED4D2D"/>
            </a:solidFill>
            <a:prstDash val="dash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</a:p>
        </p:txBody>
      </p:sp>
      <p:cxnSp>
        <p:nvCxnSpPr>
          <p:cNvPr id="3106" name="sanitized-shape-2215"/>
          <p:cNvCxnSpPr/>
          <p:nvPr/>
        </p:nvCxnSpPr>
        <p:spPr>
          <a:xfrm xmlns:a="http://schemas.openxmlformats.org/drawingml/2006/main">
            <a:off x="1431421" y="2107482"/>
            <a:ext cx="7743300" cy="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808080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993" name="sanitized-shape-2216">
            <a:extLst xmlns:a="http://schemas.openxmlformats.org/drawingml/2006/main">
              <a:ext uri="{FF2B5EF4-FFF2-40B4-BE49-F238E27FC236}">
                <a16:creationId xmlns:a16="http://schemas.microsoft.com/office/drawing/2014/main" id="{6401C9DB-0BF2-48A3-920D-667D6E9E3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075" y="912300"/>
            <a:ext cx="4934100" cy="410700"/>
          </a:xfrm>
          <a:prstGeom xmlns:a="http://schemas.openxmlformats.org/drawingml/2006/main" prst="homePlate">
            <a:avLst>
              <a:gd name="adj" fmla="val 50000"/>
            </a:avLst>
          </a:prstGeom>
          <a:solidFill xmlns:a="http://schemas.openxmlformats.org/drawingml/2006/main">
            <a:srgbClr val="ED4D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11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2994" name="sanitized-shape-2217">
            <a:extLst xmlns:a="http://schemas.openxmlformats.org/drawingml/2006/main">
              <a:ext uri="{FF2B5EF4-FFF2-40B4-BE49-F238E27FC236}">
                <a16:creationId xmlns:a16="http://schemas.microsoft.com/office/drawing/2014/main" id="{CD0DDA6D-55C3-4596-8949-6B8101EA1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738" y="912300"/>
            <a:ext cx="2791800" cy="410700"/>
          </a:xfrm>
          <a:prstGeom xmlns:a="http://schemas.openxmlformats.org/drawingml/2006/main" prst="chevron">
            <a:avLst>
              <a:gd name="adj" fmla="val 50000"/>
            </a:avLst>
          </a:prstGeom>
          <a:solidFill xmlns:a="http://schemas.openxmlformats.org/drawingml/2006/main">
            <a:srgbClr val="80808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11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2995" name="sanitized-shape-2218">
            <a:extLst xmlns:a="http://schemas.openxmlformats.org/drawingml/2006/main">
              <a:ext uri="{FF2B5EF4-FFF2-40B4-BE49-F238E27FC236}">
                <a16:creationId xmlns:a16="http://schemas.microsoft.com/office/drawing/2014/main" id="{8F166CFA-2690-40AB-AEE4-E42453ACF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600533"/>
            <a:ext cx="1092900" cy="45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/>
              <a:t/>
            </a:r>
          </a:p>
        </p:txBody>
      </p:sp>
      <p:sp>
        <p:nvSpPr>
          <p:cNvPr id="2996" name="sanitized-shape-2219">
            <a:extLst xmlns:a="http://schemas.openxmlformats.org/drawingml/2006/main">
              <a:ext uri="{FF2B5EF4-FFF2-40B4-BE49-F238E27FC236}">
                <a16:creationId xmlns:a16="http://schemas.microsoft.com/office/drawing/2014/main" id="{D35BAADB-2123-4384-AC36-0D429D116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475" y="3679891"/>
            <a:ext cx="1092900" cy="45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/>
              <a:t/>
            </a:r>
          </a:p>
        </p:txBody>
      </p:sp>
      <p:sp>
        <p:nvSpPr>
          <p:cNvPr id="2997" name="sanitized-shape-2220">
            <a:extLst xmlns:a="http://schemas.openxmlformats.org/drawingml/2006/main">
              <a:ext uri="{FF2B5EF4-FFF2-40B4-BE49-F238E27FC236}">
                <a16:creationId xmlns:a16="http://schemas.microsoft.com/office/drawing/2014/main" id="{EFBB382E-437D-4845-ADCD-E7F0C0AFD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475" y="4219570"/>
            <a:ext cx="1092900" cy="34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/>
              <a:t/>
            </a:r>
          </a:p>
        </p:txBody>
      </p:sp>
      <p:sp>
        <p:nvSpPr>
          <p:cNvPr id="2998" name="sanitized-shape-2221">
            <a:extLst xmlns:a="http://schemas.openxmlformats.org/drawingml/2006/main">
              <a:ext uri="{FF2B5EF4-FFF2-40B4-BE49-F238E27FC236}">
                <a16:creationId xmlns:a16="http://schemas.microsoft.com/office/drawing/2014/main" id="{D247F630-F8A6-41C9-AA10-DC5872B9A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475" y="4645849"/>
            <a:ext cx="1092900" cy="45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/>
              <a:t/>
            </a:r>
          </a:p>
        </p:txBody>
      </p:sp>
      <p:sp>
        <p:nvSpPr>
          <p:cNvPr id="2999" name="sanitized-shape-2222">
            <a:extLst xmlns:a="http://schemas.openxmlformats.org/drawingml/2006/main">
              <a:ext uri="{FF2B5EF4-FFF2-40B4-BE49-F238E27FC236}">
                <a16:creationId xmlns:a16="http://schemas.microsoft.com/office/drawing/2014/main" id="{E2C61D46-08AC-479E-8F36-81DC7C153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475" y="5185528"/>
            <a:ext cx="1092900" cy="45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/>
              <a:t/>
            </a:r>
          </a:p>
        </p:txBody>
      </p:sp>
      <p:sp>
        <p:nvSpPr>
          <p:cNvPr id="3000" name="sanitized-shape-2223">
            <a:extLst xmlns:a="http://schemas.openxmlformats.org/drawingml/2006/main">
              <a:ext uri="{FF2B5EF4-FFF2-40B4-BE49-F238E27FC236}">
                <a16:creationId xmlns:a16="http://schemas.microsoft.com/office/drawing/2014/main" id="{7DD06BB9-E2F0-4DA5-9E51-7482F8F60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475" y="5725207"/>
            <a:ext cx="1092900" cy="72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/>
              <a:t/>
            </a:r>
          </a:p>
        </p:txBody>
      </p:sp>
      <p:sp>
        <p:nvSpPr>
          <p:cNvPr id="3001" name="sanitized-shape-2224">
            <a:extLst xmlns:a="http://schemas.openxmlformats.org/drawingml/2006/main">
              <a:ext uri="{FF2B5EF4-FFF2-40B4-BE49-F238E27FC236}">
                <a16:creationId xmlns:a16="http://schemas.microsoft.com/office/drawing/2014/main" id="{AC0D1410-5CEE-4468-B5BA-4110022A4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931" y="4250475"/>
            <a:ext cx="4767900" cy="33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000000"/>
                </a:solidFill>
              </a:rPr>
              <a:t/>
            </a:r>
          </a:p>
        </p:txBody>
      </p:sp>
      <p:sp>
        <p:nvSpPr>
          <p:cNvPr id="3002" name="sanitized-shape-2225">
            <a:extLst xmlns:a="http://schemas.openxmlformats.org/drawingml/2006/main">
              <a:ext uri="{FF2B5EF4-FFF2-40B4-BE49-F238E27FC236}">
                <a16:creationId xmlns:a16="http://schemas.microsoft.com/office/drawing/2014/main" id="{973DAD21-7B38-4392-A091-C6529B98B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464" y="4707350"/>
            <a:ext cx="4767900" cy="33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000000"/>
                </a:solidFill>
              </a:rPr>
              <a:t/>
            </a:r>
          </a:p>
        </p:txBody>
      </p:sp>
      <p:sp>
        <p:nvSpPr>
          <p:cNvPr id="3003" name="sanitized-shape-2226">
            <a:extLst xmlns:a="http://schemas.openxmlformats.org/drawingml/2006/main">
              <a:ext uri="{FF2B5EF4-FFF2-40B4-BE49-F238E27FC236}">
                <a16:creationId xmlns:a16="http://schemas.microsoft.com/office/drawing/2014/main" id="{9179DB36-6CBB-4E68-ABF8-A2ADEA0EE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475" y="1415575"/>
            <a:ext cx="1092900" cy="64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/>
              <a:t/>
            </a:r>
          </a:p>
        </p:txBody>
      </p:sp>
      <p:sp>
        <p:nvSpPr>
          <p:cNvPr id="3004" name="sanitized-shape-2227">
            <a:extLst xmlns:a="http://schemas.openxmlformats.org/drawingml/2006/main">
              <a:ext uri="{FF2B5EF4-FFF2-40B4-BE49-F238E27FC236}">
                <a16:creationId xmlns:a16="http://schemas.microsoft.com/office/drawing/2014/main" id="{1200E34C-E546-4FDA-8C10-3C845B5C7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7975" y="2685763"/>
            <a:ext cx="2791800" cy="28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000000"/>
                </a:solidFill>
              </a:rPr>
              <a:t/>
            </a:r>
          </a:p>
        </p:txBody>
      </p:sp>
      <p:sp>
        <p:nvSpPr>
          <p:cNvPr id="3005" name="sanitized-shape-2228">
            <a:extLst xmlns:a="http://schemas.openxmlformats.org/drawingml/2006/main">
              <a:ext uri="{FF2B5EF4-FFF2-40B4-BE49-F238E27FC236}">
                <a16:creationId xmlns:a16="http://schemas.microsoft.com/office/drawing/2014/main" id="{2A11361F-7D2E-4105-BC5E-816C52948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475" y="3140212"/>
            <a:ext cx="1092900" cy="45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/>
              <a:t/>
            </a:r>
          </a:p>
        </p:txBody>
      </p:sp>
      <p:sp>
        <p:nvSpPr>
          <p:cNvPr id="3006" name="sanitized-shape-2229">
            <a:extLst xmlns:a="http://schemas.openxmlformats.org/drawingml/2006/main">
              <a:ext uri="{FF2B5EF4-FFF2-40B4-BE49-F238E27FC236}">
                <a16:creationId xmlns:a16="http://schemas.microsoft.com/office/drawing/2014/main" id="{62DB2D13-AF02-40AA-B6A7-DAEF142E4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474" y="2660579"/>
            <a:ext cx="4767900" cy="33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000000"/>
                </a:solidFill>
              </a:rPr>
              <a:t/>
            </a:r>
          </a:p>
        </p:txBody>
      </p:sp>
      <p:sp>
        <p:nvSpPr>
          <p:cNvPr id="3007" name="sanitized-shape-2230">
            <a:extLst xmlns:a="http://schemas.openxmlformats.org/drawingml/2006/main">
              <a:ext uri="{FF2B5EF4-FFF2-40B4-BE49-F238E27FC236}">
                <a16:creationId xmlns:a16="http://schemas.microsoft.com/office/drawing/2014/main" id="{61956417-3B9C-4299-B07F-60355FFEF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059" y="3759600"/>
            <a:ext cx="4767900" cy="33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000000"/>
                </a:solidFill>
              </a:rPr>
              <a:t/>
            </a:r>
          </a:p>
        </p:txBody>
      </p:sp>
      <p:sp>
        <p:nvSpPr>
          <p:cNvPr id="3008" name="sanitized-shape-2231">
            <a:extLst xmlns:a="http://schemas.openxmlformats.org/drawingml/2006/main">
              <a:ext uri="{FF2B5EF4-FFF2-40B4-BE49-F238E27FC236}">
                <a16:creationId xmlns:a16="http://schemas.microsoft.com/office/drawing/2014/main" id="{CEB7566A-19AB-42A1-9368-E02CF47A4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063" y="5262900"/>
            <a:ext cx="4767900" cy="33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000000"/>
                </a:solidFill>
              </a:rPr>
              <a:t/>
            </a:r>
          </a:p>
        </p:txBody>
      </p:sp>
      <p:sp>
        <p:nvSpPr>
          <p:cNvPr id="3009" name="sanitized-shape-2232">
            <a:extLst xmlns:a="http://schemas.openxmlformats.org/drawingml/2006/main">
              <a:ext uri="{FF2B5EF4-FFF2-40B4-BE49-F238E27FC236}">
                <a16:creationId xmlns:a16="http://schemas.microsoft.com/office/drawing/2014/main" id="{63510D3D-F82C-428D-B499-6C4307BC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931" y="1547818"/>
            <a:ext cx="4842900" cy="33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63500" lvl="0" indent="-1206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sz="1100">
                <a:solidFill>
                  <a:srgbClr val="000000"/>
                </a:solidFill>
              </a:rPr>
              <a:t/>
            </a:r>
          </a:p>
        </p:txBody>
      </p:sp>
      <p:sp>
        <p:nvSpPr>
          <p:cNvPr id="3010" name="sanitized-shape-2233">
            <a:extLst xmlns:a="http://schemas.openxmlformats.org/drawingml/2006/main">
              <a:ext uri="{FF2B5EF4-FFF2-40B4-BE49-F238E27FC236}">
                <a16:creationId xmlns:a16="http://schemas.microsoft.com/office/drawing/2014/main" id="{07A3395A-34CE-4F9F-99DF-9985EF7FA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7975" y="1401250"/>
            <a:ext cx="2791800" cy="66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63500" lvl="0" indent="-12065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sz="1100">
                <a:solidFill>
                  <a:srgbClr val="000000"/>
                </a:solidFill>
              </a:rPr>
              <a:t/>
            </a:r>
          </a:p>
        </p:txBody>
      </p:sp>
      <p:sp>
        <p:nvSpPr>
          <p:cNvPr id="3012" name="sanitized-shape-2235">
            <a:extLst xmlns:a="http://schemas.openxmlformats.org/drawingml/2006/main">
              <a:ext uri="{FF2B5EF4-FFF2-40B4-BE49-F238E27FC236}">
                <a16:creationId xmlns:a16="http://schemas.microsoft.com/office/drawing/2014/main" id="{261A114D-FF05-4696-8857-48658ECDC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449" y="3148776"/>
            <a:ext cx="4767900" cy="45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000000"/>
                </a:solidFill>
              </a:rPr>
              <a:t/>
            </a:r>
          </a:p>
        </p:txBody>
      </p:sp>
      <p:sp>
        <p:nvSpPr>
          <p:cNvPr id="3013" name="sanitized-shape-2236">
            <a:extLst xmlns:a="http://schemas.openxmlformats.org/drawingml/2006/main">
              <a:ext uri="{FF2B5EF4-FFF2-40B4-BE49-F238E27FC236}">
                <a16:creationId xmlns:a16="http://schemas.microsoft.com/office/drawing/2014/main" id="{908C4A15-E5AC-420C-BD66-A462F7437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7975" y="5240925"/>
            <a:ext cx="2659800" cy="33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000000"/>
                </a:solidFill>
              </a:rPr>
              <a:t/>
            </a:r>
          </a:p>
        </p:txBody>
      </p:sp>
      <p:sp>
        <p:nvSpPr>
          <p:cNvPr id="3014" name="sanitized-shape-2237">
            <a:extLst xmlns:a="http://schemas.openxmlformats.org/drawingml/2006/main">
              <a:ext uri="{FF2B5EF4-FFF2-40B4-BE49-F238E27FC236}">
                <a16:creationId xmlns:a16="http://schemas.microsoft.com/office/drawing/2014/main" id="{C0FD99C3-7D90-42BD-81F3-643523ADE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475" y="2149951"/>
            <a:ext cx="1092900" cy="36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/>
              <a:t/>
            </a:r>
          </a:p>
        </p:txBody>
      </p:sp>
      <p:sp>
        <p:nvSpPr>
          <p:cNvPr id="3015" name="sanitized-shape-2238">
            <a:extLst xmlns:a="http://schemas.openxmlformats.org/drawingml/2006/main">
              <a:ext uri="{FF2B5EF4-FFF2-40B4-BE49-F238E27FC236}">
                <a16:creationId xmlns:a16="http://schemas.microsoft.com/office/drawing/2014/main" id="{41E78969-31D2-4E48-95DB-54AF05F2A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475" y="2166866"/>
            <a:ext cx="4767900" cy="36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000000"/>
                </a:solidFill>
              </a:rPr>
              <a:t/>
            </a:r>
          </a:p>
        </p:txBody>
      </p:sp>
      <p:sp>
        <p:nvSpPr>
          <p:cNvPr id="3016" name="sanitized-shape-2239">
            <a:extLst xmlns:a="http://schemas.openxmlformats.org/drawingml/2006/main">
              <a:ext uri="{FF2B5EF4-FFF2-40B4-BE49-F238E27FC236}">
                <a16:creationId xmlns:a16="http://schemas.microsoft.com/office/drawing/2014/main" id="{7D432E6D-F493-4F34-B540-6A07C79AF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2450" y="905925"/>
            <a:ext cx="2470200" cy="55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>
            <a:noFill/>
          </a:ln>
          <a:effectLst xmlns:a="http://schemas.openxmlformats.org/drawingml/2006/main"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xmlns:a="http://schemas.openxmlformats.org/drawingml/2006/main" spcFirstLastPara="1" wrap="square" lIns="121875" tIns="170650" rIns="121875" bIns="12190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EA4335"/>
                </a:solidFill>
              </a:rPr>
              <a:t/>
            </a:r>
          </a:p>
        </p:txBody>
      </p:sp>
      <p:sp>
        <p:nvSpPr>
          <p:cNvPr id="3017" name="sanitized-shape-2240">
            <a:extLst xmlns:a="http://schemas.openxmlformats.org/drawingml/2006/main">
              <a:ext uri="{FF2B5EF4-FFF2-40B4-BE49-F238E27FC236}">
                <a16:creationId xmlns:a16="http://schemas.microsoft.com/office/drawing/2014/main" id="{C9ABDBE2-B8CC-4308-92C9-D75E78CEC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7975" y="3178232"/>
            <a:ext cx="2791800" cy="45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000000"/>
                </a:solidFill>
              </a:rPr>
              <a:t/>
            </a:r>
          </a:p>
        </p:txBody>
      </p:sp>
      <p:sp>
        <p:nvSpPr>
          <p:cNvPr id="3018" name="sanitized-shape-2241">
            <a:extLst xmlns:a="http://schemas.openxmlformats.org/drawingml/2006/main">
              <a:ext uri="{FF2B5EF4-FFF2-40B4-BE49-F238E27FC236}">
                <a16:creationId xmlns:a16="http://schemas.microsoft.com/office/drawing/2014/main" id="{D5D6FC77-25FE-4CB6-918A-167C52160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7975" y="5772900"/>
            <a:ext cx="2659800" cy="62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000000"/>
                </a:solidFill>
              </a:rPr>
              <a:t/>
            </a:r>
          </a:p>
        </p:txBody>
      </p:sp>
      <p:cxnSp>
        <p:nvCxnSpPr>
          <p:cNvPr id="3132" name="sanitized-shape-2242"/>
          <p:cNvCxnSpPr/>
          <p:nvPr/>
        </p:nvCxnSpPr>
        <p:spPr>
          <a:xfrm xmlns:a="http://schemas.openxmlformats.org/drawingml/2006/main">
            <a:off x="1409746" y="2579156"/>
            <a:ext cx="7743300" cy="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80808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3133" name="sanitized-shape-2243"/>
          <p:cNvCxnSpPr/>
          <p:nvPr/>
        </p:nvCxnSpPr>
        <p:spPr>
          <a:xfrm xmlns:a="http://schemas.openxmlformats.org/drawingml/2006/main">
            <a:off x="1409746" y="3110307"/>
            <a:ext cx="7743300" cy="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80808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3134" name="sanitized-shape-2244"/>
          <p:cNvCxnSpPr/>
          <p:nvPr/>
        </p:nvCxnSpPr>
        <p:spPr>
          <a:xfrm xmlns:a="http://schemas.openxmlformats.org/drawingml/2006/main">
            <a:off x="1409746" y="3653816"/>
            <a:ext cx="7743300" cy="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80808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3135" name="sanitized-shape-2245"/>
          <p:cNvCxnSpPr/>
          <p:nvPr/>
        </p:nvCxnSpPr>
        <p:spPr>
          <a:xfrm xmlns:a="http://schemas.openxmlformats.org/drawingml/2006/main">
            <a:off x="1409746" y="4178007"/>
            <a:ext cx="7743300" cy="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80808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3136" name="sanitized-shape-2246"/>
          <p:cNvCxnSpPr/>
          <p:nvPr/>
        </p:nvCxnSpPr>
        <p:spPr>
          <a:xfrm xmlns:a="http://schemas.openxmlformats.org/drawingml/2006/main">
            <a:off x="1409746" y="4604026"/>
            <a:ext cx="7743300" cy="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80808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3137" name="sanitized-shape-2247"/>
          <p:cNvCxnSpPr/>
          <p:nvPr/>
        </p:nvCxnSpPr>
        <p:spPr>
          <a:xfrm xmlns:a="http://schemas.openxmlformats.org/drawingml/2006/main">
            <a:off x="1409746" y="5134402"/>
            <a:ext cx="7743300" cy="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80808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3138" name="sanitized-shape-2248"/>
          <p:cNvCxnSpPr/>
          <p:nvPr/>
        </p:nvCxnSpPr>
        <p:spPr>
          <a:xfrm xmlns:a="http://schemas.openxmlformats.org/drawingml/2006/main">
            <a:off x="1409746" y="5678683"/>
            <a:ext cx="7743300" cy="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808080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026" name="sanitized-shape-2249">
            <a:extLst xmlns:a="http://schemas.openxmlformats.org/drawingml/2006/main">
              <a:ext uri="{FF2B5EF4-FFF2-40B4-BE49-F238E27FC236}">
                <a16:creationId xmlns:a16="http://schemas.microsoft.com/office/drawing/2014/main" id="{F4B9E2A1-D4CB-4E70-9E21-C7712D2F7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7975" y="4245512"/>
            <a:ext cx="2748900" cy="33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000000"/>
                </a:solidFill>
              </a:rPr>
              <a:t/>
            </a:r>
          </a:p>
        </p:txBody>
      </p:sp>
      <p:sp>
        <p:nvSpPr>
          <p:cNvPr id="3027" name="sanitized-shape-2250">
            <a:extLst xmlns:a="http://schemas.openxmlformats.org/drawingml/2006/main">
              <a:ext uri="{FF2B5EF4-FFF2-40B4-BE49-F238E27FC236}">
                <a16:creationId xmlns:a16="http://schemas.microsoft.com/office/drawing/2014/main" id="{F94ADC2F-DBCC-4EE6-B16E-D849E86BD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7975" y="4702387"/>
            <a:ext cx="2748900" cy="33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000000"/>
                </a:solidFill>
              </a:rPr>
              <a:t/>
            </a:r>
          </a:p>
        </p:txBody>
      </p:sp>
      <p:sp>
        <p:nvSpPr>
          <p:cNvPr id="3028" name="sanitized-shape-2251">
            <a:extLst xmlns:a="http://schemas.openxmlformats.org/drawingml/2006/main">
              <a:ext uri="{FF2B5EF4-FFF2-40B4-BE49-F238E27FC236}">
                <a16:creationId xmlns:a16="http://schemas.microsoft.com/office/drawing/2014/main" id="{848B9778-DD48-4EA7-B227-C7D3AC59E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7975" y="3754637"/>
            <a:ext cx="2748900" cy="33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000000"/>
                </a:solidFill>
              </a:rPr>
              <a:t/>
            </a:r>
          </a:p>
        </p:txBody>
      </p:sp>
      <p:sp>
        <p:nvSpPr>
          <p:cNvPr id="3029" name="sanitized-shape-2252">
            <a:extLst xmlns:a="http://schemas.openxmlformats.org/drawingml/2006/main">
              <a:ext uri="{FF2B5EF4-FFF2-40B4-BE49-F238E27FC236}">
                <a16:creationId xmlns:a16="http://schemas.microsoft.com/office/drawing/2014/main" id="{182E976A-2DE2-4D43-A830-DAF5B1BE4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7978" y="2161951"/>
            <a:ext cx="2748900" cy="36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000000"/>
                </a:solidFill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94767629"/>
      </p:ext>
    </p:extLst>
  </p:cSld>
</p:sld>
</file>

<file path=ppt/slides/slide4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34" name="sanitized-shape-2253">
            <a:extLst xmlns:a="http://schemas.openxmlformats.org/drawingml/2006/main">
              <a:ext uri="{FF2B5EF4-FFF2-40B4-BE49-F238E27FC236}">
                <a16:creationId xmlns:a16="http://schemas.microsoft.com/office/drawing/2014/main" id="{CF4A7B1D-B142-4291-9108-AE55D8D31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8694" y="2000361"/>
            <a:ext cx="6703800" cy="444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solidFill>
              <a:srgbClr val="ED4D2D"/>
            </a:solidFill>
            <a:prstDash val="dash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</a:p>
        </p:txBody>
      </p:sp>
      <p:sp>
        <p:nvSpPr>
          <p:cNvPr id="3035" name="sanitized-shape-2254">
            <a:extLst xmlns:a="http://schemas.openxmlformats.org/drawingml/2006/main">
              <a:ext uri="{FF2B5EF4-FFF2-40B4-BE49-F238E27FC236}">
                <a16:creationId xmlns:a16="http://schemas.microsoft.com/office/drawing/2014/main" id="{6DB0822E-637B-4BC3-B8CE-54FFE1602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162" y="2262884"/>
            <a:ext cx="3226800" cy="182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ED4D2D"/>
                </a:solidFill>
              </a:rPr>
              <a:t/>
            </a:r>
          </a:p>
        </p:txBody>
      </p:sp>
      <p:sp>
        <p:nvSpPr>
          <p:cNvPr id="3036" name="sanitized-shape-2255">
            <a:extLst xmlns:a="http://schemas.openxmlformats.org/drawingml/2006/main">
              <a:ext uri="{FF2B5EF4-FFF2-40B4-BE49-F238E27FC236}">
                <a16:creationId xmlns:a16="http://schemas.microsoft.com/office/drawing/2014/main" id="{A72C459D-2B6C-43EC-88DE-74A8BA304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810" y="1994767"/>
            <a:ext cx="2271000" cy="444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solidFill>
              <a:srgbClr val="ED4D2D"/>
            </a:solidFill>
            <a:prstDash val="dash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</a:p>
        </p:txBody>
      </p:sp>
      <p:sp>
        <p:nvSpPr>
          <p:cNvPr id="3037" name="sanitized-shape-2256">
            <a:extLst xmlns:a="http://schemas.openxmlformats.org/drawingml/2006/main">
              <a:ext uri="{FF2B5EF4-FFF2-40B4-BE49-F238E27FC236}">
                <a16:creationId xmlns:a16="http://schemas.microsoft.com/office/drawing/2014/main" id="{4F661EAC-7A3E-46B5-8AFE-0D957768F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42" y="1994767"/>
            <a:ext cx="2008200" cy="444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5400" cmpd="sng">
            <a:solidFill>
              <a:srgbClr val="ED4D2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</a:p>
        </p:txBody>
      </p:sp>
      <p:sp>
        <p:nvSpPr>
          <p:cNvPr id="3038" name="sanitized-shape-2257">
            <a:extLst xmlns:a="http://schemas.openxmlformats.org/drawingml/2006/main">
              <a:ext uri="{FF2B5EF4-FFF2-40B4-BE49-F238E27FC236}">
                <a16:creationId xmlns:a16="http://schemas.microsoft.com/office/drawing/2014/main" id="{BECE6957-C9D5-47E8-A8BD-B29323823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284653" y="4135042"/>
            <a:ext cx="350700" cy="173700"/>
          </a:xfrm>
          <a:prstGeom xmlns:a="http://schemas.openxmlformats.org/drawingml/2006/main" prst="triangle">
            <a:avLst>
              <a:gd name="adj" fmla="val 50000"/>
            </a:avLst>
          </a:prstGeom>
          <a:solidFill xmlns:a="http://schemas.openxmlformats.org/drawingml/2006/main">
            <a:srgbClr val="ED4D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6050" tIns="43025" rIns="86050" bIns="430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</a:p>
        </p:txBody>
      </p:sp>
      <p:sp>
        <p:nvSpPr>
          <p:cNvPr id="3039" name="sanitized-shape-2258">
            <a:extLst xmlns:a="http://schemas.openxmlformats.org/drawingml/2006/main">
              <a:ext uri="{FF2B5EF4-FFF2-40B4-BE49-F238E27FC236}">
                <a16:creationId xmlns:a16="http://schemas.microsoft.com/office/drawing/2014/main" id="{C3EA7539-7303-47D3-9000-D58090643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2454" y="1888547"/>
            <a:ext cx="2037000" cy="19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4D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11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3040" name="sanitized-shape-2259">
            <a:extLst xmlns:a="http://schemas.openxmlformats.org/drawingml/2006/main">
              <a:ext uri="{FF2B5EF4-FFF2-40B4-BE49-F238E27FC236}">
                <a16:creationId xmlns:a16="http://schemas.microsoft.com/office/drawing/2014/main" id="{40C8B8CA-156C-4C3E-8063-67AD26EDE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327" y="1888547"/>
            <a:ext cx="1869900" cy="19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4D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11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3041" name="sanitized-shape-2260">
            <a:extLst xmlns:a="http://schemas.openxmlformats.org/drawingml/2006/main">
              <a:ext uri="{FF2B5EF4-FFF2-40B4-BE49-F238E27FC236}">
                <a16:creationId xmlns:a16="http://schemas.microsoft.com/office/drawing/2014/main" id="{765FAF62-C6D0-4201-9457-B83C95C60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6497" y="2116616"/>
            <a:ext cx="2037000" cy="2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000000"/>
                </a:solidFill>
              </a:rPr>
              <a:t/>
            </a:r>
          </a:p>
        </p:txBody>
      </p:sp>
      <p:sp>
        <p:nvSpPr>
          <p:cNvPr id="3042" name="sanitized-shape-2261">
            <a:extLst xmlns:a="http://schemas.openxmlformats.org/drawingml/2006/main">
              <a:ext uri="{FF2B5EF4-FFF2-40B4-BE49-F238E27FC236}">
                <a16:creationId xmlns:a16="http://schemas.microsoft.com/office/drawing/2014/main" id="{22800B49-E2A1-41CE-8925-EA4FAD840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6499" y="2773040"/>
            <a:ext cx="203700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000000"/>
                </a:solidFill>
              </a:rPr>
              <a:t/>
            </a:r>
          </a:p>
        </p:txBody>
      </p:sp>
      <p:sp>
        <p:nvSpPr>
          <p:cNvPr id="3043" name="sanitized-shape-2262">
            <a:extLst xmlns:a="http://schemas.openxmlformats.org/drawingml/2006/main">
              <a:ext uri="{FF2B5EF4-FFF2-40B4-BE49-F238E27FC236}">
                <a16:creationId xmlns:a16="http://schemas.microsoft.com/office/drawing/2014/main" id="{73CBC12B-E3D9-41AD-8002-277A12D07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333" y="4434193"/>
            <a:ext cx="203700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/>
              <a:t/>
            </a:r>
          </a:p>
        </p:txBody>
      </p:sp>
      <p:sp>
        <p:nvSpPr>
          <p:cNvPr id="3044" name="sanitized-shape-2263">
            <a:extLst xmlns:a="http://schemas.openxmlformats.org/drawingml/2006/main">
              <a:ext uri="{FF2B5EF4-FFF2-40B4-BE49-F238E27FC236}">
                <a16:creationId xmlns:a16="http://schemas.microsoft.com/office/drawing/2014/main" id="{A63E5EE7-78D7-4BEC-9369-FE0647714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4625" y="1888547"/>
            <a:ext cx="6087000" cy="19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4D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11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3046" name="sanitized-shape-2264">
            <a:extLst xmlns:a="http://schemas.openxmlformats.org/drawingml/2006/main">
              <a:ext uri="{FF2B5EF4-FFF2-40B4-BE49-F238E27FC236}">
                <a16:creationId xmlns:a16="http://schemas.microsoft.com/office/drawing/2014/main" id="{F418AEDA-225F-4F13-801A-2C9927B88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64132" y="2120648"/>
            <a:ext cx="3131125" cy="2200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000000"/>
                </a:solidFill>
              </a:rPr>
              <a:t/>
            </a:r>
          </a:p>
        </p:txBody>
      </p:sp>
      <p:sp>
        <p:nvSpPr>
          <p:cNvPr id="3047" name="sanitized-shape-2265">
            <a:extLst xmlns:a="http://schemas.openxmlformats.org/drawingml/2006/main">
              <a:ext uri="{FF2B5EF4-FFF2-40B4-BE49-F238E27FC236}">
                <a16:creationId xmlns:a16="http://schemas.microsoft.com/office/drawing/2014/main" id="{E086A378-8FE5-42C9-8DF1-1E8923E08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46864" y="2120648"/>
            <a:ext cx="3211052" cy="2200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000000"/>
                </a:solidFill>
              </a:rPr>
              <a:t/>
            </a:r>
          </a:p>
        </p:txBody>
      </p:sp>
      <p:sp>
        <p:nvSpPr>
          <p:cNvPr id="3048" name="sanitized-shape-2266">
            <a:extLst xmlns:a="http://schemas.openxmlformats.org/drawingml/2006/main">
              <a:ext uri="{FF2B5EF4-FFF2-40B4-BE49-F238E27FC236}">
                <a16:creationId xmlns:a16="http://schemas.microsoft.com/office/drawing/2014/main" id="{328C9E66-7A9F-4021-97D7-4841FDB46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4233" y="4136524"/>
            <a:ext cx="3038700" cy="52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ED4D2D"/>
                </a:solidFill>
              </a:rPr>
              <a:t/>
            </a:r>
          </a:p>
        </p:txBody>
      </p:sp>
      <p:sp>
        <p:nvSpPr>
          <p:cNvPr id="3049" name="sanitized-shape-2267">
            <a:extLst xmlns:a="http://schemas.openxmlformats.org/drawingml/2006/main">
              <a:ext uri="{FF2B5EF4-FFF2-40B4-BE49-F238E27FC236}">
                <a16:creationId xmlns:a16="http://schemas.microsoft.com/office/drawing/2014/main" id="{71FBE1F3-CC20-4865-97CB-396C6032F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4233" y="5026343"/>
            <a:ext cx="3038700" cy="150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ED4D2D"/>
                </a:solidFill>
              </a:rPr>
              <a:t/>
            </a:r>
          </a:p>
        </p:txBody>
      </p:sp>
      <p:sp>
        <p:nvSpPr>
          <p:cNvPr id="3050" name="sanitized-shape-2268">
            <a:extLst xmlns:a="http://schemas.openxmlformats.org/drawingml/2006/main">
              <a:ext uri="{FF2B5EF4-FFF2-40B4-BE49-F238E27FC236}">
                <a16:creationId xmlns:a16="http://schemas.microsoft.com/office/drawing/2014/main" id="{738DB61B-9056-4CEB-8EF0-1783965F0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539" y="5014031"/>
            <a:ext cx="3127500" cy="152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ED4D2D"/>
                </a:solidFill>
              </a:rPr>
              <a:t/>
            </a:r>
          </a:p>
        </p:txBody>
      </p:sp>
      <p:sp>
        <p:nvSpPr>
          <p:cNvPr id="3051" name="sanitized-shape-2269">
            <a:extLst xmlns:a="http://schemas.openxmlformats.org/drawingml/2006/main">
              <a:ext uri="{FF2B5EF4-FFF2-40B4-BE49-F238E27FC236}">
                <a16:creationId xmlns:a16="http://schemas.microsoft.com/office/drawing/2014/main" id="{75968D63-C7D2-41F3-B8C8-8B927A420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539" y="4136524"/>
            <a:ext cx="3161700" cy="9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ED4D2D"/>
                </a:solidFill>
              </a:rPr>
              <a:t/>
            </a:r>
          </a:p>
        </p:txBody>
      </p:sp>
      <p:cxnSp>
        <p:nvCxnSpPr>
          <p:cNvPr id="3176" name="sanitized-shape-2270"/>
          <p:cNvCxnSpPr/>
          <p:nvPr/>
        </p:nvCxnSpPr>
        <p:spPr>
          <a:xfrm xmlns:a="http://schemas.openxmlformats.org/drawingml/2006/main">
            <a:off x="5243932" y="4991543"/>
            <a:ext cx="6279600" cy="21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D5638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3177" name="sanitized-shape-2271"/>
          <p:cNvCxnSpPr/>
          <p:nvPr/>
        </p:nvCxnSpPr>
        <p:spPr>
          <a:xfrm xmlns:a="http://schemas.openxmlformats.org/drawingml/2006/main">
            <a:off x="5278657" y="4140222"/>
            <a:ext cx="6279600" cy="21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D5638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054" name="sanitized-shape-2272">
            <a:extLst xmlns:a="http://schemas.openxmlformats.org/drawingml/2006/main">
              <a:ext uri="{FF2B5EF4-FFF2-40B4-BE49-F238E27FC236}">
                <a16:creationId xmlns:a16="http://schemas.microsoft.com/office/drawing/2014/main" id="{68D60EE2-D329-4D1B-93B8-1769A0F0F5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32750" y="200500"/>
            <a:ext cx="11119500" cy="42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sz="1500" b="1">
                <a:solidFill>
                  <a:srgbClr val="ED4D2D"/>
                </a:solidFill>
              </a:rPr>
              <a:t/>
            </a:r>
          </a:p>
        </p:txBody>
      </p:sp>
      <p:sp>
        <p:nvSpPr>
          <p:cNvPr id="3055" name="sanitized-shape-2273">
            <a:extLst xmlns:a="http://schemas.openxmlformats.org/drawingml/2006/main">
              <a:ext uri="{FF2B5EF4-FFF2-40B4-BE49-F238E27FC236}">
                <a16:creationId xmlns:a16="http://schemas.microsoft.com/office/drawing/2014/main" id="{D05867E0-1611-42FC-8377-2AAC1BA22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2419" y="2395869"/>
            <a:ext cx="1800000" cy="28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91425" rIns="0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/>
              <a:t/>
            </a:r>
          </a:p>
        </p:txBody>
      </p:sp>
      <p:sp>
        <p:nvSpPr>
          <p:cNvPr id="3056" name="sanitized-shape-2274">
            <a:extLst xmlns:a="http://schemas.openxmlformats.org/drawingml/2006/main">
              <a:ext uri="{FF2B5EF4-FFF2-40B4-BE49-F238E27FC236}">
                <a16:creationId xmlns:a16="http://schemas.microsoft.com/office/drawing/2014/main" id="{7132FD9D-CDF7-444C-A6AE-2CB524664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426" y="4650647"/>
            <a:ext cx="1800000" cy="63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91425" rIns="0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900" b="1">
                <a:solidFill>
                  <a:srgbClr val="ED4D2D"/>
                </a:solidFill>
              </a:rPr>
              <a:t/>
            </a:r>
          </a:p>
        </p:txBody>
      </p:sp>
      <p:sp>
        <p:nvSpPr>
          <p:cNvPr id="3057" name="sanitized-shape-2275">
            <a:extLst xmlns:a="http://schemas.openxmlformats.org/drawingml/2006/main">
              <a:ext uri="{FF2B5EF4-FFF2-40B4-BE49-F238E27FC236}">
                <a16:creationId xmlns:a16="http://schemas.microsoft.com/office/drawing/2014/main" id="{5C2F1C9A-9EC6-4FBE-B828-E9A28D0F2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823" y="3237961"/>
            <a:ext cx="2008200" cy="93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100" b="1">
                <a:solidFill>
                  <a:srgbClr val="ED4D2D"/>
                </a:solidFill>
              </a:rPr>
              <a:t/>
            </a:r>
          </a:p>
        </p:txBody>
      </p:sp>
      <p:sp>
        <p:nvSpPr>
          <p:cNvPr id="3058" name="sanitized-shape-2276">
            <a:extLst xmlns:a="http://schemas.openxmlformats.org/drawingml/2006/main">
              <a:ext uri="{FF2B5EF4-FFF2-40B4-BE49-F238E27FC236}">
                <a16:creationId xmlns:a16="http://schemas.microsoft.com/office/drawing/2014/main" id="{D6178836-4870-4562-86E8-E7FDC5764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824" y="4365213"/>
            <a:ext cx="1896300" cy="5379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45700" rIns="45700" bIns="457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100" b="1"/>
              <a:t/>
            </a:r>
          </a:p>
        </p:txBody>
      </p:sp>
      <p:sp>
        <p:nvSpPr>
          <p:cNvPr id="3059" name="sanitized-shape-2277">
            <a:extLst xmlns:a="http://schemas.openxmlformats.org/drawingml/2006/main">
              <a:ext uri="{FF2B5EF4-FFF2-40B4-BE49-F238E27FC236}">
                <a16:creationId xmlns:a16="http://schemas.microsoft.com/office/drawing/2014/main" id="{9AB4D15B-25E6-4F3A-B180-BB01CD7B8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48" y="5220770"/>
            <a:ext cx="1799400" cy="5379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45700" rIns="45700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1100" b="1"/>
              <a:t/>
            </a:r>
          </a:p>
        </p:txBody>
      </p:sp>
      <p:sp>
        <p:nvSpPr>
          <p:cNvPr id="3061" name="sanitized-shape-2278">
            <a:extLst xmlns:a="http://schemas.openxmlformats.org/drawingml/2006/main">
              <a:ext uri="{FF2B5EF4-FFF2-40B4-BE49-F238E27FC236}">
                <a16:creationId xmlns:a16="http://schemas.microsoft.com/office/drawing/2014/main" id="{C9142D92-EF54-4C50-A9ED-7E03B8141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25947" y="2616378"/>
            <a:ext cx="29656" cy="69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4D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</a:p>
        </p:txBody>
      </p:sp>
      <p:sp>
        <p:nvSpPr>
          <p:cNvPr id="3062" name="sanitized-shape-2279">
            <a:extLst xmlns:a="http://schemas.openxmlformats.org/drawingml/2006/main">
              <a:ext uri="{FF2B5EF4-FFF2-40B4-BE49-F238E27FC236}">
                <a16:creationId xmlns:a16="http://schemas.microsoft.com/office/drawing/2014/main" id="{BD614976-6A08-4AD2-B48A-7C9AB8E2A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77737" y="2709593"/>
            <a:ext cx="84899" cy="57025"/>
          </a:xfrm>
          <a:custGeom xmlns:a="http://schemas.openxmlformats.org/drawingml/2006/main">
            <a:rect l="l" t="t" r="r" b="b"/>
            <a:pathLst>
              <a:path w="66" h="52">
                <a:moveTo>
                  <a:pt x="54" y="0"/>
                </a:moveTo>
                <a:lnTo>
                  <a:pt x="0" y="30"/>
                </a:lnTo>
                <a:lnTo>
                  <a:pt x="12" y="52"/>
                </a:lnTo>
                <a:lnTo>
                  <a:pt x="66" y="21"/>
                </a:lnTo>
                <a:lnTo>
                  <a:pt x="54" y="0"/>
                </a:lnTo>
                <a:close/>
              </a:path>
            </a:pathLst>
          </a:custGeom>
          <a:solidFill xmlns:a="http://schemas.openxmlformats.org/drawingml/2006/main">
            <a:srgbClr val="ED4D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</a:p>
        </p:txBody>
      </p:sp>
      <p:sp>
        <p:nvSpPr>
          <p:cNvPr id="3063" name="sanitized-shape-2280">
            <a:extLst xmlns:a="http://schemas.openxmlformats.org/drawingml/2006/main">
              <a:ext uri="{FF2B5EF4-FFF2-40B4-BE49-F238E27FC236}">
                <a16:creationId xmlns:a16="http://schemas.microsoft.com/office/drawing/2014/main" id="{FA258338-41C5-48DA-8BFD-37F28D2AB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4404" y="2812678"/>
            <a:ext cx="82407" cy="263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4D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</a:p>
        </p:txBody>
      </p:sp>
      <p:sp>
        <p:nvSpPr>
          <p:cNvPr id="3064" name="sanitized-shape-2281">
            <a:extLst xmlns:a="http://schemas.openxmlformats.org/drawingml/2006/main">
              <a:ext uri="{FF2B5EF4-FFF2-40B4-BE49-F238E27FC236}">
                <a16:creationId xmlns:a16="http://schemas.microsoft.com/office/drawing/2014/main" id="{A86E7E0A-045F-4135-A05B-497E4C1D1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07603" y="2636118"/>
            <a:ext cx="66890" cy="73474"/>
          </a:xfrm>
          <a:custGeom xmlns:a="http://schemas.openxmlformats.org/drawingml/2006/main">
            <a:rect l="l" t="t" r="r" b="b"/>
            <a:pathLst>
              <a:path w="52" h="67">
                <a:moveTo>
                  <a:pt x="52" y="55"/>
                </a:moveTo>
                <a:lnTo>
                  <a:pt x="19" y="0"/>
                </a:lnTo>
                <a:lnTo>
                  <a:pt x="0" y="12"/>
                </a:lnTo>
                <a:lnTo>
                  <a:pt x="30" y="67"/>
                </a:lnTo>
                <a:lnTo>
                  <a:pt x="52" y="55"/>
                </a:lnTo>
                <a:close/>
              </a:path>
            </a:pathLst>
          </a:custGeom>
          <a:solidFill xmlns:a="http://schemas.openxmlformats.org/drawingml/2006/main">
            <a:srgbClr val="ED4D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</a:p>
        </p:txBody>
      </p:sp>
      <p:sp>
        <p:nvSpPr>
          <p:cNvPr id="3065" name="sanitized-shape-2282">
            <a:extLst xmlns:a="http://schemas.openxmlformats.org/drawingml/2006/main">
              <a:ext uri="{FF2B5EF4-FFF2-40B4-BE49-F238E27FC236}">
                <a16:creationId xmlns:a16="http://schemas.microsoft.com/office/drawing/2014/main" id="{B6768B3A-633C-43D3-ADAF-5C09C700B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10847" y="2636118"/>
            <a:ext cx="66890" cy="73474"/>
          </a:xfrm>
          <a:custGeom xmlns:a="http://schemas.openxmlformats.org/drawingml/2006/main">
            <a:rect l="l" t="t" r="r" b="b"/>
            <a:pathLst>
              <a:path w="52" h="67">
                <a:moveTo>
                  <a:pt x="52" y="12"/>
                </a:moveTo>
                <a:lnTo>
                  <a:pt x="31" y="0"/>
                </a:lnTo>
                <a:lnTo>
                  <a:pt x="0" y="55"/>
                </a:lnTo>
                <a:lnTo>
                  <a:pt x="21" y="67"/>
                </a:lnTo>
                <a:lnTo>
                  <a:pt x="52" y="12"/>
                </a:lnTo>
                <a:close/>
              </a:path>
            </a:pathLst>
          </a:custGeom>
          <a:solidFill xmlns:a="http://schemas.openxmlformats.org/drawingml/2006/main">
            <a:srgbClr val="ED4D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</a:p>
        </p:txBody>
      </p:sp>
      <p:sp>
        <p:nvSpPr>
          <p:cNvPr id="3066" name="sanitized-shape-2283">
            <a:extLst xmlns:a="http://schemas.openxmlformats.org/drawingml/2006/main">
              <a:ext uri="{FF2B5EF4-FFF2-40B4-BE49-F238E27FC236}">
                <a16:creationId xmlns:a16="http://schemas.microsoft.com/office/drawing/2014/main" id="{5C41D7B9-D288-429B-849C-6D6A493E9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2704" y="2709593"/>
            <a:ext cx="84899" cy="57025"/>
          </a:xfrm>
          <a:custGeom xmlns:a="http://schemas.openxmlformats.org/drawingml/2006/main">
            <a:rect l="l" t="t" r="r" b="b"/>
            <a:pathLst>
              <a:path w="66" h="52">
                <a:moveTo>
                  <a:pt x="0" y="18"/>
                </a:moveTo>
                <a:lnTo>
                  <a:pt x="54" y="52"/>
                </a:lnTo>
                <a:lnTo>
                  <a:pt x="66" y="30"/>
                </a:lnTo>
                <a:lnTo>
                  <a:pt x="11" y="0"/>
                </a:lnTo>
                <a:lnTo>
                  <a:pt x="0" y="18"/>
                </a:lnTo>
                <a:close/>
              </a:path>
            </a:pathLst>
          </a:custGeom>
          <a:solidFill xmlns:a="http://schemas.openxmlformats.org/drawingml/2006/main">
            <a:srgbClr val="ED4D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</a:p>
        </p:txBody>
      </p:sp>
      <p:sp>
        <p:nvSpPr>
          <p:cNvPr id="3067" name="sanitized-shape-2284">
            <a:extLst xmlns:a="http://schemas.openxmlformats.org/drawingml/2006/main">
              <a:ext uri="{FF2B5EF4-FFF2-40B4-BE49-F238E27FC236}">
                <a16:creationId xmlns:a16="http://schemas.microsoft.com/office/drawing/2014/main" id="{7C02BE8F-371D-4DBC-B794-660DF8E23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10176" y="2717269"/>
            <a:ext cx="264988" cy="323509"/>
          </a:xfrm>
          <a:custGeom xmlns:a="http://schemas.openxmlformats.org/drawingml/2006/main">
            <a:rect l="l" t="t" r="r" b="b"/>
            <a:pathLst>
              <a:path w="87" h="125">
                <a:moveTo>
                  <a:pt x="43" y="0"/>
                </a:moveTo>
                <a:cubicBezTo>
                  <a:pt x="32" y="0"/>
                  <a:pt x="21" y="5"/>
                  <a:pt x="13" y="13"/>
                </a:cubicBezTo>
                <a:cubicBezTo>
                  <a:pt x="5" y="20"/>
                  <a:pt x="0" y="31"/>
                  <a:pt x="0" y="43"/>
                </a:cubicBezTo>
                <a:cubicBezTo>
                  <a:pt x="0" y="51"/>
                  <a:pt x="3" y="59"/>
                  <a:pt x="7" y="66"/>
                </a:cubicBezTo>
                <a:cubicBezTo>
                  <a:pt x="10" y="71"/>
                  <a:pt x="15" y="77"/>
                  <a:pt x="21" y="80"/>
                </a:cubicBezTo>
                <a:cubicBezTo>
                  <a:pt x="21" y="88"/>
                  <a:pt x="21" y="88"/>
                  <a:pt x="21" y="88"/>
                </a:cubicBezTo>
                <a:cubicBezTo>
                  <a:pt x="19" y="88"/>
                  <a:pt x="19" y="88"/>
                  <a:pt x="19" y="88"/>
                </a:cubicBezTo>
                <a:cubicBezTo>
                  <a:pt x="17" y="88"/>
                  <a:pt x="17" y="88"/>
                  <a:pt x="17" y="88"/>
                </a:cubicBezTo>
                <a:cubicBezTo>
                  <a:pt x="16" y="91"/>
                  <a:pt x="16" y="91"/>
                  <a:pt x="16" y="91"/>
                </a:cubicBezTo>
                <a:cubicBezTo>
                  <a:pt x="14" y="94"/>
                  <a:pt x="14" y="96"/>
                  <a:pt x="14" y="99"/>
                </a:cubicBezTo>
                <a:cubicBezTo>
                  <a:pt x="14" y="101"/>
                  <a:pt x="15" y="103"/>
                  <a:pt x="15" y="105"/>
                </a:cubicBezTo>
                <a:cubicBezTo>
                  <a:pt x="16" y="106"/>
                  <a:pt x="16" y="106"/>
                  <a:pt x="16" y="106"/>
                </a:cubicBezTo>
                <a:cubicBezTo>
                  <a:pt x="16" y="107"/>
                  <a:pt x="16" y="107"/>
                  <a:pt x="16" y="107"/>
                </a:cubicBezTo>
                <a:cubicBezTo>
                  <a:pt x="14" y="110"/>
                  <a:pt x="14" y="112"/>
                  <a:pt x="14" y="115"/>
                </a:cubicBezTo>
                <a:cubicBezTo>
                  <a:pt x="14" y="117"/>
                  <a:pt x="15" y="119"/>
                  <a:pt x="15" y="121"/>
                </a:cubicBezTo>
                <a:cubicBezTo>
                  <a:pt x="17" y="125"/>
                  <a:pt x="17" y="125"/>
                  <a:pt x="17" y="125"/>
                </a:cubicBezTo>
                <a:cubicBezTo>
                  <a:pt x="20" y="124"/>
                  <a:pt x="20" y="124"/>
                  <a:pt x="20" y="124"/>
                </a:cubicBezTo>
                <a:cubicBezTo>
                  <a:pt x="69" y="120"/>
                  <a:pt x="69" y="120"/>
                  <a:pt x="69" y="120"/>
                </a:cubicBezTo>
                <a:cubicBezTo>
                  <a:pt x="72" y="120"/>
                  <a:pt x="72" y="120"/>
                  <a:pt x="72" y="120"/>
                </a:cubicBezTo>
                <a:cubicBezTo>
                  <a:pt x="73" y="117"/>
                  <a:pt x="73" y="117"/>
                  <a:pt x="73" y="117"/>
                </a:cubicBezTo>
                <a:cubicBezTo>
                  <a:pt x="74" y="115"/>
                  <a:pt x="74" y="113"/>
                  <a:pt x="74" y="110"/>
                </a:cubicBezTo>
                <a:cubicBezTo>
                  <a:pt x="74" y="108"/>
                  <a:pt x="74" y="105"/>
                  <a:pt x="73" y="103"/>
                </a:cubicBezTo>
                <a:cubicBezTo>
                  <a:pt x="72" y="102"/>
                  <a:pt x="72" y="102"/>
                  <a:pt x="72" y="102"/>
                </a:cubicBezTo>
                <a:cubicBezTo>
                  <a:pt x="73" y="101"/>
                  <a:pt x="73" y="101"/>
                  <a:pt x="73" y="101"/>
                </a:cubicBezTo>
                <a:cubicBezTo>
                  <a:pt x="74" y="99"/>
                  <a:pt x="74" y="96"/>
                  <a:pt x="74" y="94"/>
                </a:cubicBezTo>
                <a:cubicBezTo>
                  <a:pt x="74" y="92"/>
                  <a:pt x="74" y="89"/>
                  <a:pt x="73" y="87"/>
                </a:cubicBezTo>
                <a:cubicBezTo>
                  <a:pt x="71" y="84"/>
                  <a:pt x="71" y="84"/>
                  <a:pt x="71" y="84"/>
                </a:cubicBezTo>
                <a:cubicBezTo>
                  <a:pt x="68" y="84"/>
                  <a:pt x="68" y="84"/>
                  <a:pt x="68" y="84"/>
                </a:cubicBezTo>
                <a:cubicBezTo>
                  <a:pt x="67" y="84"/>
                  <a:pt x="67" y="84"/>
                  <a:pt x="67" y="84"/>
                </a:cubicBezTo>
                <a:cubicBezTo>
                  <a:pt x="67" y="80"/>
                  <a:pt x="67" y="80"/>
                  <a:pt x="67" y="80"/>
                </a:cubicBezTo>
                <a:cubicBezTo>
                  <a:pt x="72" y="76"/>
                  <a:pt x="77" y="71"/>
                  <a:pt x="81" y="65"/>
                </a:cubicBezTo>
                <a:cubicBezTo>
                  <a:pt x="84" y="59"/>
                  <a:pt x="87" y="51"/>
                  <a:pt x="87" y="43"/>
                </a:cubicBezTo>
                <a:cubicBezTo>
                  <a:pt x="87" y="31"/>
                  <a:pt x="82" y="20"/>
                  <a:pt x="74" y="13"/>
                </a:cubicBezTo>
                <a:cubicBezTo>
                  <a:pt x="67" y="5"/>
                  <a:pt x="54" y="0"/>
                  <a:pt x="43" y="0"/>
                </a:cubicBezTo>
                <a:close/>
                <a:moveTo>
                  <a:pt x="65" y="111"/>
                </a:moveTo>
                <a:cubicBezTo>
                  <a:pt x="23" y="115"/>
                  <a:pt x="23" y="115"/>
                  <a:pt x="23" y="115"/>
                </a:cubicBezTo>
                <a:cubicBezTo>
                  <a:pt x="23" y="115"/>
                  <a:pt x="23" y="115"/>
                  <a:pt x="23" y="114"/>
                </a:cubicBezTo>
                <a:cubicBezTo>
                  <a:pt x="23" y="114"/>
                  <a:pt x="23" y="113"/>
                  <a:pt x="23" y="113"/>
                </a:cubicBezTo>
                <a:cubicBezTo>
                  <a:pt x="65" y="109"/>
                  <a:pt x="65" y="109"/>
                  <a:pt x="65" y="109"/>
                </a:cubicBezTo>
                <a:cubicBezTo>
                  <a:pt x="65" y="110"/>
                  <a:pt x="65" y="110"/>
                  <a:pt x="65" y="110"/>
                </a:cubicBezTo>
                <a:cubicBezTo>
                  <a:pt x="65" y="110"/>
                  <a:pt x="65" y="111"/>
                  <a:pt x="65" y="111"/>
                </a:cubicBezTo>
                <a:close/>
                <a:moveTo>
                  <a:pt x="65" y="95"/>
                </a:moveTo>
                <a:cubicBezTo>
                  <a:pt x="23" y="99"/>
                  <a:pt x="23" y="99"/>
                  <a:pt x="23" y="99"/>
                </a:cubicBezTo>
                <a:cubicBezTo>
                  <a:pt x="23" y="99"/>
                  <a:pt x="23" y="98"/>
                  <a:pt x="23" y="98"/>
                </a:cubicBezTo>
                <a:cubicBezTo>
                  <a:pt x="23" y="98"/>
                  <a:pt x="23" y="97"/>
                  <a:pt x="23" y="97"/>
                </a:cubicBezTo>
                <a:cubicBezTo>
                  <a:pt x="65" y="93"/>
                  <a:pt x="65" y="93"/>
                  <a:pt x="65" y="93"/>
                </a:cubicBezTo>
                <a:cubicBezTo>
                  <a:pt x="65" y="93"/>
                  <a:pt x="65" y="94"/>
                  <a:pt x="65" y="94"/>
                </a:cubicBezTo>
                <a:cubicBezTo>
                  <a:pt x="65" y="94"/>
                  <a:pt x="65" y="95"/>
                  <a:pt x="65" y="95"/>
                </a:cubicBezTo>
                <a:close/>
                <a:moveTo>
                  <a:pt x="43" y="75"/>
                </a:moveTo>
                <a:cubicBezTo>
                  <a:pt x="25" y="75"/>
                  <a:pt x="11" y="61"/>
                  <a:pt x="11" y="43"/>
                </a:cubicBezTo>
                <a:cubicBezTo>
                  <a:pt x="11" y="25"/>
                  <a:pt x="25" y="11"/>
                  <a:pt x="43" y="11"/>
                </a:cubicBezTo>
                <a:cubicBezTo>
                  <a:pt x="61" y="11"/>
                  <a:pt x="76" y="25"/>
                  <a:pt x="76" y="43"/>
                </a:cubicBezTo>
                <a:cubicBezTo>
                  <a:pt x="76" y="61"/>
                  <a:pt x="61" y="75"/>
                  <a:pt x="43" y="75"/>
                </a:cubicBezTo>
                <a:close/>
              </a:path>
            </a:pathLst>
          </a:custGeom>
          <a:solidFill xmlns:a="http://schemas.openxmlformats.org/drawingml/2006/main">
            <a:srgbClr val="ED4D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</a:p>
        </p:txBody>
      </p:sp>
      <p:sp>
        <p:nvSpPr>
          <p:cNvPr id="3068" name="sanitized-shape-2285">
            <a:extLst xmlns:a="http://schemas.openxmlformats.org/drawingml/2006/main">
              <a:ext uri="{FF2B5EF4-FFF2-40B4-BE49-F238E27FC236}">
                <a16:creationId xmlns:a16="http://schemas.microsoft.com/office/drawing/2014/main" id="{B1E04476-E6B7-498F-BAA6-4BC5439D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07938" y="3046263"/>
            <a:ext cx="72035" cy="32899"/>
          </a:xfrm>
          <a:custGeom xmlns:a="http://schemas.openxmlformats.org/drawingml/2006/main">
            <a:rect l="l" t="t" r="r" b="b"/>
            <a:pathLst>
              <a:path w="24" h="13">
                <a:moveTo>
                  <a:pt x="0" y="3"/>
                </a:moveTo>
                <a:cubicBezTo>
                  <a:pt x="0" y="9"/>
                  <a:pt x="6" y="13"/>
                  <a:pt x="12" y="13"/>
                </a:cubicBezTo>
                <a:cubicBezTo>
                  <a:pt x="19" y="13"/>
                  <a:pt x="24" y="8"/>
                  <a:pt x="24" y="1"/>
                </a:cubicBezTo>
                <a:cubicBezTo>
                  <a:pt x="24" y="1"/>
                  <a:pt x="24" y="1"/>
                  <a:pt x="24" y="0"/>
                </a:cubicBezTo>
                <a:lnTo>
                  <a:pt x="0" y="3"/>
                </a:lnTo>
                <a:close/>
              </a:path>
            </a:pathLst>
          </a:custGeom>
          <a:solidFill xmlns:a="http://schemas.openxmlformats.org/drawingml/2006/main">
            <a:srgbClr val="ED4D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</a:p>
        </p:txBody>
      </p:sp>
      <p:sp>
        <p:nvSpPr>
          <p:cNvPr id="3069" name="sanitized-shape-2286">
            <a:extLst xmlns:a="http://schemas.openxmlformats.org/drawingml/2006/main">
              <a:ext uri="{FF2B5EF4-FFF2-40B4-BE49-F238E27FC236}">
                <a16:creationId xmlns:a16="http://schemas.microsoft.com/office/drawing/2014/main" id="{BD2E525E-37D1-4BA0-87CC-AE12A96D4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04750" y="2812678"/>
            <a:ext cx="82407" cy="263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4D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</a:p>
        </p:txBody>
      </p:sp>
      <p:sp>
        <p:nvSpPr>
          <p:cNvPr id="3070" name="sanitized-shape-2287">
            <a:extLst xmlns:a="http://schemas.openxmlformats.org/drawingml/2006/main">
              <a:ext uri="{FF2B5EF4-FFF2-40B4-BE49-F238E27FC236}">
                <a16:creationId xmlns:a16="http://schemas.microsoft.com/office/drawing/2014/main" id="{97AA1316-D875-4042-820C-F4584D69F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7455" y="3124634"/>
            <a:ext cx="2037000" cy="118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121875" rIns="121875" bIns="12187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chemeClr val="dk1"/>
                </a:solidFill>
              </a:rPr>
              <a:t/>
            </a:r>
          </a:p>
        </p:txBody>
      </p:sp>
      <p:sp>
        <p:nvSpPr>
          <p:cNvPr id="3071" name="sanitized-shape-2288">
            <a:extLst xmlns:a="http://schemas.openxmlformats.org/drawingml/2006/main">
              <a:ext uri="{FF2B5EF4-FFF2-40B4-BE49-F238E27FC236}">
                <a16:creationId xmlns:a16="http://schemas.microsoft.com/office/drawing/2014/main" id="{0DF2F131-F99B-488F-989A-56B104496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835" y="6521133"/>
            <a:ext cx="11557500" cy="28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121875" rIns="121875" bIns="12187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sz="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072" name="sanitized-shape-2289">
            <a:extLst xmlns:a="http://schemas.openxmlformats.org/drawingml/2006/main">
              <a:ext uri="{FF2B5EF4-FFF2-40B4-BE49-F238E27FC236}">
                <a16:creationId xmlns:a16="http://schemas.microsoft.com/office/drawing/2014/main" id="{0D810923-D01E-49BF-A001-66997AE6D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1248" y="5365034"/>
            <a:ext cx="2033100" cy="23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/>
              <a:t/>
            </a:r>
          </a:p>
        </p:txBody>
      </p:sp>
      <p:cxnSp>
        <p:nvCxnSpPr>
          <p:cNvPr id="3196" name="sanitized-shape-2290"/>
          <p:cNvCxnSpPr/>
          <p:nvPr/>
        </p:nvCxnSpPr>
        <p:spPr>
          <a:xfrm xmlns:a="http://schemas.openxmlformats.org/drawingml/2006/main">
            <a:off x="8366753" y="3496503"/>
            <a:ext cx="3156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D5638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075" name="sanitized-shape-2291">
            <a:extLst xmlns:a="http://schemas.openxmlformats.org/drawingml/2006/main">
              <a:ext uri="{FF2B5EF4-FFF2-40B4-BE49-F238E27FC236}">
                <a16:creationId xmlns:a16="http://schemas.microsoft.com/office/drawing/2014/main" id="{A1BEE0F8-04D1-4F00-84D3-1183911A9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916" y="778533"/>
            <a:ext cx="11456400" cy="10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1225" tIns="121875" rIns="0" bIns="3655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chemeClr val="dk1"/>
                </a:solidFill>
                <a:highlight>
                  <a:srgbClr val="EFEFEF"/>
                </a:highlight>
              </a:rPr>
              <a:t/>
            </a:r>
          </a:p>
        </p:txBody>
      </p:sp>
      <p:sp>
        <p:nvSpPr>
          <p:cNvPr id="3076" name="sanitized-shape-2292">
            <a:extLst xmlns:a="http://schemas.openxmlformats.org/drawingml/2006/main">
              <a:ext uri="{FF2B5EF4-FFF2-40B4-BE49-F238E27FC236}">
                <a16:creationId xmlns:a16="http://schemas.microsoft.com/office/drawing/2014/main" id="{B995C0C2-A209-4577-AE45-014A2E74D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4233" y="2272933"/>
            <a:ext cx="3024900" cy="52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ED4D2D"/>
                </a:solidFill>
              </a:rPr>
              <a:t/>
            </a:r>
          </a:p>
        </p:txBody>
      </p:sp>
      <p:sp>
        <p:nvSpPr>
          <p:cNvPr id="3077" name="sanitized-shape-2293">
            <a:extLst xmlns:a="http://schemas.openxmlformats.org/drawingml/2006/main">
              <a:ext uri="{FF2B5EF4-FFF2-40B4-BE49-F238E27FC236}">
                <a16:creationId xmlns:a16="http://schemas.microsoft.com/office/drawing/2014/main" id="{174A4FCD-C666-423E-8C18-21D5D2CCF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6550" y="2321467"/>
            <a:ext cx="3226800" cy="42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8175" cmpd="sng">
            <a:solidFill>
              <a:srgbClr val="EE4D2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116250" tIns="116250" rIns="116250" bIns="11625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078" name="sanitized-shape-2294">
            <a:extLst xmlns:a="http://schemas.openxmlformats.org/drawingml/2006/main">
              <a:ext uri="{FF2B5EF4-FFF2-40B4-BE49-F238E27FC236}">
                <a16:creationId xmlns:a16="http://schemas.microsoft.com/office/drawing/2014/main" id="{F10B06AE-8932-4811-9634-25025EBBD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6550" y="3496500"/>
            <a:ext cx="3226800" cy="58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8175" cmpd="sng">
            <a:solidFill>
              <a:srgbClr val="EE4D2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116250" tIns="116250" rIns="116250" bIns="11625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079" name="sanitized-shape-2295">
            <a:extLst xmlns:a="http://schemas.openxmlformats.org/drawingml/2006/main">
              <a:ext uri="{FF2B5EF4-FFF2-40B4-BE49-F238E27FC236}">
                <a16:creationId xmlns:a16="http://schemas.microsoft.com/office/drawing/2014/main" id="{A1CC0EA9-9BBC-46E7-9E49-C93DE3360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632" y="1516232"/>
            <a:ext cx="180300" cy="20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4D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152175" rIns="0" bIns="1521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sz="9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3080" name="sanitized-shape-2296">
            <a:extLst xmlns:a="http://schemas.openxmlformats.org/drawingml/2006/main">
              <a:ext uri="{FF2B5EF4-FFF2-40B4-BE49-F238E27FC236}">
                <a16:creationId xmlns:a16="http://schemas.microsoft.com/office/drawing/2014/main" id="{4B1F0023-2DCE-4681-AD53-D0F4A5F6E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0079" y="2278166"/>
            <a:ext cx="180300" cy="20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4D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152175" rIns="0" bIns="1521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sz="9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3081" name="sanitized-shape-2297">
            <a:extLst xmlns:a="http://schemas.openxmlformats.org/drawingml/2006/main">
              <a:ext uri="{FF2B5EF4-FFF2-40B4-BE49-F238E27FC236}">
                <a16:creationId xmlns:a16="http://schemas.microsoft.com/office/drawing/2014/main" id="{4CAC34E1-5DAB-49D6-AA8B-20468FE06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0079" y="3444882"/>
            <a:ext cx="180300" cy="20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4D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152175" rIns="0" bIns="1521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sz="9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3082" name="sanitized-shape-2298">
            <a:extLst xmlns:a="http://schemas.openxmlformats.org/drawingml/2006/main">
              <a:ext uri="{FF2B5EF4-FFF2-40B4-BE49-F238E27FC236}">
                <a16:creationId xmlns:a16="http://schemas.microsoft.com/office/drawing/2014/main" id="{6BE5A70D-5CC3-433B-8743-592932AC8CA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403337" y="6403534"/>
            <a:ext cx="7311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51425" tIns="25700" rIns="51425" bIns="2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  <p:extLst>
      <p:ext uri="{BB962C8B-B14F-4D97-AF65-F5344CB8AC3E}">
        <p14:creationId xmlns:p14="http://schemas.microsoft.com/office/powerpoint/2010/main" val="883338811"/>
      </p:ext>
    </p:extLst>
  </p:cSld>
</p:sld>
</file>

<file path=ppt/slides/slide4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87" name="sanitized-shape-2299">
            <a:extLst xmlns:a="http://schemas.openxmlformats.org/drawingml/2006/main">
              <a:ext uri="{FF2B5EF4-FFF2-40B4-BE49-F238E27FC236}">
                <a16:creationId xmlns:a16="http://schemas.microsoft.com/office/drawing/2014/main" id="{2D537691-93F5-43A7-A7AB-A61607287C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3625" y="133800"/>
            <a:ext cx="11082600" cy="486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68550" tIns="68550" rIns="68550" bIns="6855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088" name="sanitized-shape-2300">
            <a:extLst xmlns:a="http://schemas.openxmlformats.org/drawingml/2006/main">
              <a:ext uri="{FF2B5EF4-FFF2-40B4-BE49-F238E27FC236}">
                <a16:creationId xmlns:a16="http://schemas.microsoft.com/office/drawing/2014/main" id="{7C16E351-6C22-469E-A8E1-F6673CBF6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9991" y="6372775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rPr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/>
            </a:fld>
          </a:p>
        </p:txBody>
      </p:sp>
      <p:graphicFrame>
        <p:nvGraphicFramePr>
          <p:cNvPr id="3092" name="sanitized-table-30"/>
          <p:cNvGraphicFramePr/>
          <p:nvPr/>
        </p:nvGraphicFramePr>
        <p:xfrm>
          <a:off xmlns:a="http://schemas.openxmlformats.org/drawingml/2006/main" x="344147" y="909348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{80D8D8A9-949E-4B8C-BB15-63F78EA36203}</a:tableStyleId>
              </a:tblPr>
              <a:tblGrid>
                <a:gridCol w="739925"/>
                <a:gridCol w="1701800"/>
                <a:gridCol w="8934400"/>
              </a:tblGrid>
              <a:tr h="526225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/>
                        <a:t/>
                      </a:r>
                    </a:p>
                  </a:txBody>
                  <a:tcPr marL="121875" marR="121875" marT="121900" marB="121900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/>
                        <a:t/>
                      </a:r>
                    </a:p>
                  </a:txBody>
                  <a:tcPr marL="121875" marR="121875" marT="121900" marB="121900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/>
                        <a:t/>
                      </a:r>
                    </a:p>
                  </a:txBody>
                  <a:tcPr marL="121875" marR="121875" marT="121900" marB="121900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33325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/>
                        <a:t/>
                      </a:r>
                    </a:p>
                  </a:txBody>
                  <a:tcPr marL="121875" marR="121875" marT="121900" marB="121900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sz="1500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121875" marR="121875" marT="121900" marB="121900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32385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AutoNum type="arabicPeriod"/>
                      </a:pPr>
                      <a:r>
                        <a:rPr sz="1500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121875" marR="121875" marT="121900" marB="121900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49775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/>
                        <a:t/>
                      </a:r>
                    </a:p>
                  </a:txBody>
                  <a:tcPr marL="121875" marR="121875" marT="121900" marB="121900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sz="1500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121875" marR="121875" marT="121900" marB="121900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sz="1500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121875" marR="121875" marT="121900" marB="121900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943250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/>
                        <a:t/>
                      </a:r>
                    </a:p>
                  </a:txBody>
                  <a:tcPr marL="121875" marR="121875" marT="121900" marB="121900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121875" marR="121875" marT="121900" marB="121900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32385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AutoNum type="arabicPeriod"/>
                      </a:pPr>
                      <a:r>
                        <a:rPr sz="1500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121875" marR="121875" marT="121900" marB="121900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3226773"/>
      </p:ext>
    </p:extLst>
  </p:cSld>
</p:sld>
</file>

<file path=ppt/slides/slide4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3114" name="sanitized-table-31"/>
          <p:cNvGraphicFramePr/>
          <p:nvPr/>
        </p:nvGraphicFramePr>
        <p:xfrm>
          <a:off xmlns:a="http://schemas.openxmlformats.org/drawingml/2006/main" x="404032" y="783893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{CDD7BB8A-1EDB-4F6B-BC6B-4E1E84436C22}</a:tableStyleId>
              </a:tblPr>
              <a:tblGrid>
                <a:gridCol w="950900"/>
                <a:gridCol w="2052475"/>
                <a:gridCol w="730550"/>
                <a:gridCol w="730550"/>
                <a:gridCol w="730550"/>
                <a:gridCol w="730550"/>
                <a:gridCol w="730550"/>
                <a:gridCol w="730550"/>
                <a:gridCol w="730550"/>
                <a:gridCol w="730550"/>
                <a:gridCol w="873975"/>
                <a:gridCol w="621900"/>
                <a:gridCol w="730550"/>
              </a:tblGrid>
              <a:tr h="266700">
                <a:tc rowSpan="2" gridSpan="2"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b">
                    <a:lnL w="11300" cmpd="sng">
                      <a:solidFill>
                        <a:srgbClr val="000000"/>
                      </a:solidFill>
                      <a:prstDash val="solid"/>
                    </a:lnL>
                    <a:lnR w="11300" cmpd="sng">
                      <a:solidFill>
                        <a:srgbClr val="000000"/>
                      </a:solidFill>
                      <a:prstDash val="solid"/>
                    </a:lnR>
                    <a:lnT w="11300" cmpd="sng">
                      <a:solidFill>
                        <a:srgbClr val="CCCCCC"/>
                      </a:solidFill>
                      <a:prstDash val="solid"/>
                    </a:lnT>
                    <a:lnB w="113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666666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</a:p>
                  </a:txBody>
                  <a:tcPr marL="38100" marR="38100" marT="25400" marB="25400" anchor="b">
                    <a:lnL w="11300" cmpd="sng">
                      <a:solidFill>
                        <a:srgbClr val="000000"/>
                      </a:solidFill>
                      <a:prstDash val="solid"/>
                    </a:lnL>
                    <a:lnR w="11300" cmpd="sng">
                      <a:solidFill>
                        <a:srgbClr val="000000"/>
                      </a:solidFill>
                      <a:prstDash val="solid"/>
                    </a:lnR>
                    <a:lnT w="11300" cmpd="sng">
                      <a:solidFill>
                        <a:srgbClr val="000000"/>
                      </a:solidFill>
                      <a:prstDash val="solid"/>
                    </a:lnT>
                    <a:lnB w="1130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073763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b">
                    <a:lnL w="11300" cmpd="sng">
                      <a:solidFill>
                        <a:srgbClr val="000000"/>
                      </a:solidFill>
                      <a:prstDash val="solid"/>
                    </a:lnL>
                    <a:lnR w="11300" cmpd="sng">
                      <a:solidFill>
                        <a:srgbClr val="000000"/>
                      </a:solidFill>
                      <a:prstDash val="solid"/>
                    </a:lnR>
                    <a:lnT w="11300" cmpd="sng">
                      <a:solidFill>
                        <a:srgbClr val="000000"/>
                      </a:solidFill>
                      <a:prstDash val="solid"/>
                    </a:lnT>
                    <a:lnB w="1130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073763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gridSpan="4"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b">
                    <a:lnL w="11300" cmpd="sng">
                      <a:solidFill>
                        <a:srgbClr val="000000"/>
                      </a:solidFill>
                      <a:prstDash val="solid"/>
                    </a:lnL>
                    <a:lnR w="11300" cmpd="sng">
                      <a:solidFill>
                        <a:srgbClr val="000000"/>
                      </a:solidFill>
                      <a:prstDash val="solid"/>
                    </a:lnR>
                    <a:lnT w="11300" cmpd="sng">
                      <a:solidFill>
                        <a:srgbClr val="000000"/>
                      </a:solidFill>
                      <a:prstDash val="solid"/>
                    </a:lnT>
                    <a:lnB w="1130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073763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gridSpan="2"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b">
                    <a:lnL w="11300" cmpd="sng">
                      <a:solidFill>
                        <a:srgbClr val="000000"/>
                      </a:solidFill>
                      <a:prstDash val="solid"/>
                    </a:lnL>
                    <a:lnR w="11300" cmpd="sng">
                      <a:solidFill>
                        <a:srgbClr val="000000"/>
                      </a:solidFill>
                      <a:prstDash val="solid"/>
                    </a:lnR>
                    <a:lnT w="11300" cmpd="sng">
                      <a:solidFill>
                        <a:srgbClr val="000000"/>
                      </a:solidFill>
                      <a:prstDash val="solid"/>
                    </a:lnT>
                    <a:lnB w="11300" cmpd="sng">
                      <a:solidFill>
                        <a:srgbClr val="CCCCCC"/>
                      </a:solidFill>
                      <a:prstDash val="solid"/>
                    </a:lnB>
                    <a:solidFill>
                      <a:srgbClr val="073763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</a:tr>
              <a:tr h="266700">
                <a:tc gridSpan="2"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hMerge="1"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</a:p>
                  </a:txBody>
                  <a:tcPr marL="38100" marR="38100" marT="25400" marB="25400" anchor="b">
                    <a:lnL w="11300" cmpd="sng">
                      <a:solidFill>
                        <a:srgbClr val="000000"/>
                      </a:solidFill>
                      <a:prstDash val="solid"/>
                    </a:lnL>
                    <a:lnR w="11300" cmpd="sng">
                      <a:solidFill>
                        <a:srgbClr val="000000"/>
                      </a:solidFill>
                      <a:prstDash val="solid"/>
                    </a:lnR>
                    <a:lnT w="11300" cmpd="sng">
                      <a:solidFill>
                        <a:srgbClr val="CCCCCC"/>
                      </a:solidFill>
                      <a:prstDash val="solid"/>
                    </a:lnT>
                    <a:lnB w="113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b">
                    <a:lnL w="11300" cmpd="sng">
                      <a:solidFill>
                        <a:srgbClr val="000000"/>
                      </a:solidFill>
                      <a:prstDash val="solid"/>
                    </a:lnL>
                    <a:lnR w="11300" cmpd="sng">
                      <a:solidFill>
                        <a:srgbClr val="CCCCCC"/>
                      </a:solidFill>
                      <a:prstDash val="solid"/>
                    </a:lnR>
                    <a:lnT w="11300" cmpd="sng">
                      <a:solidFill>
                        <a:srgbClr val="CCCCCC"/>
                      </a:solidFill>
                      <a:prstDash val="solid"/>
                    </a:lnT>
                    <a:lnB w="113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b">
                    <a:lnL w="11300" cmpd="sng">
                      <a:solidFill>
                        <a:srgbClr val="CCCCCC"/>
                      </a:solidFill>
                      <a:prstDash val="solid"/>
                    </a:lnL>
                    <a:lnR w="11300" cmpd="sng">
                      <a:solidFill>
                        <a:srgbClr val="CCCCCC"/>
                      </a:solidFill>
                      <a:prstDash val="solid"/>
                    </a:lnR>
                    <a:lnT w="11300" cmpd="sng">
                      <a:solidFill>
                        <a:srgbClr val="CCCCCC"/>
                      </a:solidFill>
                      <a:prstDash val="solid"/>
                    </a:lnT>
                    <a:lnB w="113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b">
                    <a:lnL w="11300" cmpd="sng">
                      <a:solidFill>
                        <a:srgbClr val="CCCCCC"/>
                      </a:solidFill>
                      <a:prstDash val="solid"/>
                    </a:lnL>
                    <a:lnR w="11300" cmpd="sng">
                      <a:solidFill>
                        <a:srgbClr val="CCCCCC"/>
                      </a:solidFill>
                      <a:prstDash val="solid"/>
                    </a:lnR>
                    <a:lnT w="11300" cmpd="sng">
                      <a:solidFill>
                        <a:srgbClr val="CCCCCC"/>
                      </a:solidFill>
                      <a:prstDash val="solid"/>
                    </a:lnT>
                    <a:lnB w="113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b">
                    <a:lnL w="11300" cmpd="sng">
                      <a:solidFill>
                        <a:srgbClr val="CCCCCC"/>
                      </a:solidFill>
                      <a:prstDash val="solid"/>
                    </a:lnL>
                    <a:lnR w="11300" cmpd="sng">
                      <a:solidFill>
                        <a:srgbClr val="000000"/>
                      </a:solidFill>
                      <a:prstDash val="solid"/>
                    </a:lnR>
                    <a:lnT w="11300" cmpd="sng">
                      <a:solidFill>
                        <a:srgbClr val="CCCCCC"/>
                      </a:solidFill>
                      <a:prstDash val="solid"/>
                    </a:lnT>
                    <a:lnB w="113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b">
                    <a:lnL w="11300" cmpd="sng">
                      <a:solidFill>
                        <a:srgbClr val="000000"/>
                      </a:solidFill>
                      <a:prstDash val="solid"/>
                    </a:lnL>
                    <a:lnR w="11300" cmpd="sng">
                      <a:solidFill>
                        <a:srgbClr val="CCCCCC"/>
                      </a:solidFill>
                      <a:prstDash val="solid"/>
                    </a:lnR>
                    <a:lnT w="11300" cmpd="sng">
                      <a:solidFill>
                        <a:srgbClr val="CCCCCC"/>
                      </a:solidFill>
                      <a:prstDash val="solid"/>
                    </a:lnT>
                    <a:lnB w="113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b">
                    <a:lnL w="11300" cmpd="sng">
                      <a:solidFill>
                        <a:srgbClr val="CCCCCC"/>
                      </a:solidFill>
                      <a:prstDash val="solid"/>
                    </a:lnL>
                    <a:lnR w="11300" cmpd="sng">
                      <a:solidFill>
                        <a:srgbClr val="CCCCCC"/>
                      </a:solidFill>
                      <a:prstDash val="solid"/>
                    </a:lnR>
                    <a:lnT w="11300" cmpd="sng">
                      <a:solidFill>
                        <a:srgbClr val="CCCCCC"/>
                      </a:solidFill>
                      <a:prstDash val="solid"/>
                    </a:lnT>
                    <a:lnB w="113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b">
                    <a:lnL w="11300" cmpd="sng">
                      <a:solidFill>
                        <a:srgbClr val="CCCCCC"/>
                      </a:solidFill>
                      <a:prstDash val="solid"/>
                    </a:lnL>
                    <a:lnR w="11300" cmpd="sng">
                      <a:solidFill>
                        <a:srgbClr val="CCCCCC"/>
                      </a:solidFill>
                      <a:prstDash val="solid"/>
                    </a:lnR>
                    <a:lnT w="11300" cmpd="sng">
                      <a:solidFill>
                        <a:srgbClr val="CCCCCC"/>
                      </a:solidFill>
                      <a:prstDash val="solid"/>
                    </a:lnT>
                    <a:lnB w="113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b">
                    <a:lnL w="11300" cmpd="sng">
                      <a:solidFill>
                        <a:srgbClr val="CCCCCC"/>
                      </a:solidFill>
                      <a:prstDash val="solid"/>
                    </a:lnL>
                    <a:lnR w="11300" cmpd="sng">
                      <a:solidFill>
                        <a:srgbClr val="000000"/>
                      </a:solidFill>
                      <a:prstDash val="solid"/>
                    </a:lnR>
                    <a:lnT w="11300" cmpd="sng">
                      <a:solidFill>
                        <a:srgbClr val="CCCCCC"/>
                      </a:solidFill>
                      <a:prstDash val="solid"/>
                    </a:lnT>
                    <a:lnB w="113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b">
                    <a:lnL w="11300" cmpd="sng">
                      <a:solidFill>
                        <a:srgbClr val="000000"/>
                      </a:solidFill>
                      <a:prstDash val="solid"/>
                    </a:lnL>
                    <a:lnR w="11300" cmpd="sng">
                      <a:solidFill>
                        <a:srgbClr val="CCCCCC"/>
                      </a:solidFill>
                      <a:prstDash val="solid"/>
                    </a:lnR>
                    <a:lnT w="11300" cmpd="sng">
                      <a:solidFill>
                        <a:srgbClr val="CCCCCC"/>
                      </a:solidFill>
                      <a:prstDash val="solid"/>
                    </a:lnT>
                    <a:lnB w="113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b">
                    <a:lnL w="11300" cmpd="sng">
                      <a:solidFill>
                        <a:srgbClr val="CCCCCC"/>
                      </a:solidFill>
                      <a:prstDash val="solid"/>
                    </a:lnL>
                    <a:lnR w="11300" cmpd="sng">
                      <a:solidFill>
                        <a:srgbClr val="000000"/>
                      </a:solidFill>
                      <a:prstDash val="solid"/>
                    </a:lnR>
                    <a:lnT w="11300" cmpd="sng">
                      <a:solidFill>
                        <a:srgbClr val="CCCCCC"/>
                      </a:solidFill>
                      <a:prstDash val="solid"/>
                    </a:lnT>
                    <a:lnB w="113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266700">
                <a:tc gridSpan="2"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/>
                        <a:t/>
                      </a:r>
                    </a:p>
                  </a:txBody>
                  <a:tcPr marL="38100" marR="38100" marT="25400" marB="25400" anchor="b">
                    <a:lnL w="11300" cmpd="sng">
                      <a:solidFill>
                        <a:srgbClr val="000000"/>
                      </a:solidFill>
                      <a:prstDash val="solid"/>
                    </a:lnL>
                    <a:lnR w="11300" cmpd="sng">
                      <a:solidFill>
                        <a:srgbClr val="000000"/>
                      </a:solidFill>
                      <a:prstDash val="solid"/>
                    </a:lnR>
                    <a:lnT w="11300" cmpd="sng">
                      <a:solidFill>
                        <a:srgbClr val="000000"/>
                      </a:solidFill>
                      <a:prstDash val="solid"/>
                    </a:lnT>
                    <a:lnB w="113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/>
                        <a:t/>
                      </a:r>
                    </a:p>
                  </a:txBody>
                  <a:tcPr marL="38100" marR="38100" marT="25400" marB="25400" anchor="b">
                    <a:lnL w="11300" cmpd="sng">
                      <a:solidFill>
                        <a:srgbClr val="000000"/>
                      </a:solidFill>
                      <a:prstDash val="solid"/>
                    </a:lnL>
                    <a:lnR w="11300" cmpd="sng">
                      <a:solidFill>
                        <a:srgbClr val="000000"/>
                      </a:solidFill>
                      <a:prstDash val="solid"/>
                    </a:lnR>
                    <a:lnT w="11300" cmpd="sng">
                      <a:solidFill>
                        <a:srgbClr val="000000"/>
                      </a:solidFill>
                      <a:prstDash val="solid"/>
                    </a:lnT>
                    <a:lnB w="113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/>
                        <a:t/>
                      </a:r>
                    </a:p>
                  </a:txBody>
                  <a:tcPr marL="38100" marR="38100" marT="25400" marB="25400" anchor="b">
                    <a:lnL w="11300" cmpd="sng">
                      <a:solidFill>
                        <a:srgbClr val="000000"/>
                      </a:solidFill>
                      <a:prstDash val="solid"/>
                    </a:lnL>
                    <a:lnR w="11300" cmpd="sng">
                      <a:solidFill>
                        <a:srgbClr val="CCCCCC"/>
                      </a:solidFill>
                      <a:prstDash val="solid"/>
                    </a:lnR>
                    <a:lnT w="11300" cmpd="sng">
                      <a:solidFill>
                        <a:srgbClr val="000000"/>
                      </a:solidFill>
                      <a:prstDash val="solid"/>
                    </a:lnT>
                    <a:lnB w="113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/>
                        <a:t/>
                      </a:r>
                    </a:p>
                  </a:txBody>
                  <a:tcPr marL="38100" marR="38100" marT="25400" marB="25400" anchor="b">
                    <a:lnL w="11300" cmpd="sng">
                      <a:solidFill>
                        <a:srgbClr val="CCCCCC"/>
                      </a:solidFill>
                      <a:prstDash val="solid"/>
                    </a:lnL>
                    <a:lnR w="11300" cmpd="sng">
                      <a:solidFill>
                        <a:srgbClr val="CCCCCC"/>
                      </a:solidFill>
                      <a:prstDash val="solid"/>
                    </a:lnR>
                    <a:lnT w="11300" cmpd="sng">
                      <a:solidFill>
                        <a:srgbClr val="000000"/>
                      </a:solidFill>
                      <a:prstDash val="solid"/>
                    </a:lnT>
                    <a:lnB w="113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/>
                        <a:t/>
                      </a:r>
                    </a:p>
                  </a:txBody>
                  <a:tcPr marL="38100" marR="38100" marT="25400" marB="25400" anchor="b">
                    <a:lnL w="11300" cmpd="sng">
                      <a:solidFill>
                        <a:srgbClr val="CCCCCC"/>
                      </a:solidFill>
                      <a:prstDash val="solid"/>
                    </a:lnL>
                    <a:lnR w="11300" cmpd="sng">
                      <a:solidFill>
                        <a:srgbClr val="CCCCCC"/>
                      </a:solidFill>
                      <a:prstDash val="solid"/>
                    </a:lnR>
                    <a:lnT w="11300" cmpd="sng">
                      <a:solidFill>
                        <a:srgbClr val="000000"/>
                      </a:solidFill>
                      <a:prstDash val="solid"/>
                    </a:lnT>
                    <a:lnB w="113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/>
                        <a:t/>
                      </a:r>
                    </a:p>
                  </a:txBody>
                  <a:tcPr marL="38100" marR="38100" marT="25400" marB="25400" anchor="b">
                    <a:lnL w="11300" cmpd="sng">
                      <a:solidFill>
                        <a:srgbClr val="CCCCCC"/>
                      </a:solidFill>
                      <a:prstDash val="solid"/>
                    </a:lnL>
                    <a:lnR w="11300" cmpd="sng">
                      <a:solidFill>
                        <a:srgbClr val="000000"/>
                      </a:solidFill>
                      <a:prstDash val="solid"/>
                    </a:lnR>
                    <a:lnT w="11300" cmpd="sng">
                      <a:solidFill>
                        <a:srgbClr val="000000"/>
                      </a:solidFill>
                      <a:prstDash val="solid"/>
                    </a:lnT>
                    <a:lnB w="113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/>
                        <a:t/>
                      </a:r>
                    </a:p>
                  </a:txBody>
                  <a:tcPr marL="38100" marR="38100" marT="25400" marB="25400" anchor="b">
                    <a:lnL w="11300" cmpd="sng">
                      <a:solidFill>
                        <a:srgbClr val="000000"/>
                      </a:solidFill>
                      <a:prstDash val="solid"/>
                    </a:lnL>
                    <a:lnR w="11300" cmpd="sng">
                      <a:solidFill>
                        <a:srgbClr val="CCCCCC"/>
                      </a:solidFill>
                      <a:prstDash val="solid"/>
                    </a:lnR>
                    <a:lnT w="11300" cmpd="sng">
                      <a:solidFill>
                        <a:srgbClr val="000000"/>
                      </a:solidFill>
                      <a:prstDash val="solid"/>
                    </a:lnT>
                    <a:lnB w="113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/>
                        <a:t/>
                      </a:r>
                    </a:p>
                  </a:txBody>
                  <a:tcPr marL="38100" marR="38100" marT="25400" marB="25400" anchor="b">
                    <a:lnL w="11300" cmpd="sng">
                      <a:solidFill>
                        <a:srgbClr val="CCCCCC"/>
                      </a:solidFill>
                      <a:prstDash val="solid"/>
                    </a:lnL>
                    <a:lnR w="11300" cmpd="sng">
                      <a:solidFill>
                        <a:srgbClr val="CCCCCC"/>
                      </a:solidFill>
                      <a:prstDash val="solid"/>
                    </a:lnR>
                    <a:lnT w="11300" cmpd="sng">
                      <a:solidFill>
                        <a:srgbClr val="000000"/>
                      </a:solidFill>
                      <a:prstDash val="solid"/>
                    </a:lnT>
                    <a:lnB w="113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/>
                        <a:t/>
                      </a:r>
                    </a:p>
                  </a:txBody>
                  <a:tcPr marL="38100" marR="38100" marT="25400" marB="25400" anchor="b">
                    <a:lnL w="11300" cmpd="sng">
                      <a:solidFill>
                        <a:srgbClr val="CCCCCC"/>
                      </a:solidFill>
                      <a:prstDash val="solid"/>
                    </a:lnL>
                    <a:lnR w="11300" cmpd="sng">
                      <a:solidFill>
                        <a:srgbClr val="CCCCCC"/>
                      </a:solidFill>
                      <a:prstDash val="solid"/>
                    </a:lnR>
                    <a:lnT w="11300" cmpd="sng">
                      <a:solidFill>
                        <a:srgbClr val="000000"/>
                      </a:solidFill>
                      <a:prstDash val="solid"/>
                    </a:lnT>
                    <a:lnB w="113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/>
                        <a:t/>
                      </a:r>
                    </a:p>
                  </a:txBody>
                  <a:tcPr marL="38100" marR="38100" marT="25400" marB="25400" anchor="b">
                    <a:lnL w="11300" cmpd="sng">
                      <a:solidFill>
                        <a:srgbClr val="CCCCCC"/>
                      </a:solidFill>
                      <a:prstDash val="solid"/>
                    </a:lnL>
                    <a:lnR w="11300" cmpd="sng">
                      <a:solidFill>
                        <a:srgbClr val="000000"/>
                      </a:solidFill>
                      <a:prstDash val="solid"/>
                    </a:lnR>
                    <a:lnT w="11300" cmpd="sng">
                      <a:solidFill>
                        <a:srgbClr val="000000"/>
                      </a:solidFill>
                      <a:prstDash val="solid"/>
                    </a:lnT>
                    <a:lnB w="113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/>
                        <a:t/>
                      </a:r>
                    </a:p>
                  </a:txBody>
                  <a:tcPr marL="38100" marR="38100" marT="25400" marB="25400" anchor="b">
                    <a:lnL w="11300" cmpd="sng">
                      <a:solidFill>
                        <a:srgbClr val="000000"/>
                      </a:solidFill>
                      <a:prstDash val="solid"/>
                    </a:lnL>
                    <a:lnR w="11300" cmpd="sng">
                      <a:solidFill>
                        <a:srgbClr val="CCCCCC"/>
                      </a:solidFill>
                      <a:prstDash val="solid"/>
                    </a:lnR>
                    <a:lnT w="11300" cmpd="sng">
                      <a:solidFill>
                        <a:srgbClr val="000000"/>
                      </a:solidFill>
                      <a:prstDash val="solid"/>
                    </a:lnT>
                    <a:lnB w="113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/>
                        <a:t/>
                      </a:r>
                    </a:p>
                  </a:txBody>
                  <a:tcPr marL="38100" marR="38100" marT="25400" marB="25400" anchor="b">
                    <a:lnL w="11300" cmpd="sng">
                      <a:solidFill>
                        <a:srgbClr val="CCCCCC"/>
                      </a:solidFill>
                      <a:prstDash val="solid"/>
                    </a:lnL>
                    <a:lnR w="11300" cmpd="sng">
                      <a:solidFill>
                        <a:srgbClr val="000000"/>
                      </a:solidFill>
                      <a:prstDash val="solid"/>
                    </a:lnR>
                    <a:lnT w="11300" cmpd="sng">
                      <a:solidFill>
                        <a:srgbClr val="000000"/>
                      </a:solidFill>
                      <a:prstDash val="solid"/>
                    </a:lnT>
                    <a:lnB w="113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6700">
                <a:tc gridSpan="2"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/>
                        <a:t/>
                      </a:r>
                    </a:p>
                  </a:txBody>
                  <a:tcPr marL="38100" marR="38100" marT="25400" marB="25400" anchor="b">
                    <a:lnL w="11300" cmpd="sng">
                      <a:solidFill>
                        <a:srgbClr val="000000"/>
                      </a:solidFill>
                      <a:prstDash val="solid"/>
                    </a:lnL>
                    <a:lnR w="11300" cmpd="sng">
                      <a:solidFill>
                        <a:srgbClr val="000000"/>
                      </a:solidFill>
                      <a:prstDash val="solid"/>
                    </a:lnR>
                    <a:lnT w="11300" cmpd="sng">
                      <a:solidFill>
                        <a:srgbClr val="000000"/>
                      </a:solidFill>
                      <a:prstDash val="solid"/>
                    </a:lnT>
                    <a:lnB w="1130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/>
                        <a:t/>
                      </a:r>
                    </a:p>
                  </a:txBody>
                  <a:tcPr marL="38100" marR="38100" marT="25400" marB="25400" anchor="b">
                    <a:lnL w="11300" cmpd="sng">
                      <a:solidFill>
                        <a:srgbClr val="000000"/>
                      </a:solidFill>
                      <a:prstDash val="solid"/>
                    </a:lnL>
                    <a:lnR w="11300" cmpd="sng">
                      <a:solidFill>
                        <a:srgbClr val="000000"/>
                      </a:solidFill>
                      <a:prstDash val="solid"/>
                    </a:lnR>
                    <a:lnT w="11300" cmpd="sng">
                      <a:solidFill>
                        <a:srgbClr val="000000"/>
                      </a:solidFill>
                      <a:prstDash val="solid"/>
                    </a:lnT>
                    <a:lnB w="1130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/>
                        <a:t/>
                      </a:r>
                    </a:p>
                  </a:txBody>
                  <a:tcPr marL="38100" marR="38100" marT="25400" marB="25400" anchor="b">
                    <a:lnL w="11300" cmpd="sng">
                      <a:solidFill>
                        <a:srgbClr val="000000"/>
                      </a:solidFill>
                      <a:prstDash val="solid"/>
                    </a:lnL>
                    <a:lnR w="11300" cmpd="sng">
                      <a:solidFill>
                        <a:srgbClr val="CCCCCC"/>
                      </a:solidFill>
                      <a:prstDash val="solid"/>
                    </a:lnR>
                    <a:lnT w="11300" cmpd="sng">
                      <a:solidFill>
                        <a:srgbClr val="000000"/>
                      </a:solidFill>
                      <a:prstDash val="solid"/>
                    </a:lnT>
                    <a:lnB w="1130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/>
                        <a:t/>
                      </a:r>
                    </a:p>
                  </a:txBody>
                  <a:tcPr marL="38100" marR="38100" marT="25400" marB="25400" anchor="b">
                    <a:lnL w="11300" cmpd="sng">
                      <a:solidFill>
                        <a:srgbClr val="CCCCCC"/>
                      </a:solidFill>
                      <a:prstDash val="solid"/>
                    </a:lnL>
                    <a:lnR w="11300" cmpd="sng">
                      <a:solidFill>
                        <a:srgbClr val="CCCCCC"/>
                      </a:solidFill>
                      <a:prstDash val="solid"/>
                    </a:lnR>
                    <a:lnT w="11300" cmpd="sng">
                      <a:solidFill>
                        <a:srgbClr val="000000"/>
                      </a:solidFill>
                      <a:prstDash val="solid"/>
                    </a:lnT>
                    <a:lnB w="1130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/>
                        <a:t/>
                      </a:r>
                    </a:p>
                  </a:txBody>
                  <a:tcPr marL="38100" marR="38100" marT="25400" marB="25400" anchor="b">
                    <a:lnL w="11300" cmpd="sng">
                      <a:solidFill>
                        <a:srgbClr val="CCCCCC"/>
                      </a:solidFill>
                      <a:prstDash val="solid"/>
                    </a:lnL>
                    <a:lnR w="11300" cmpd="sng">
                      <a:solidFill>
                        <a:srgbClr val="CCCCCC"/>
                      </a:solidFill>
                      <a:prstDash val="solid"/>
                    </a:lnR>
                    <a:lnT w="11300" cmpd="sng">
                      <a:solidFill>
                        <a:srgbClr val="000000"/>
                      </a:solidFill>
                      <a:prstDash val="solid"/>
                    </a:lnT>
                    <a:lnB w="1130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/>
                        <a:t/>
                      </a:r>
                    </a:p>
                  </a:txBody>
                  <a:tcPr marL="38100" marR="38100" marT="25400" marB="25400" anchor="b">
                    <a:lnL w="11300" cmpd="sng">
                      <a:solidFill>
                        <a:srgbClr val="CCCCCC"/>
                      </a:solidFill>
                      <a:prstDash val="solid"/>
                    </a:lnL>
                    <a:lnR w="11300" cmpd="sng">
                      <a:solidFill>
                        <a:srgbClr val="000000"/>
                      </a:solidFill>
                      <a:prstDash val="solid"/>
                    </a:lnR>
                    <a:lnT w="11300" cmpd="sng">
                      <a:solidFill>
                        <a:srgbClr val="000000"/>
                      </a:solidFill>
                      <a:prstDash val="solid"/>
                    </a:lnT>
                    <a:lnB w="1130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/>
                        <a:t/>
                      </a:r>
                    </a:p>
                  </a:txBody>
                  <a:tcPr marL="38100" marR="38100" marT="25400" marB="25400" anchor="b">
                    <a:lnL w="11300" cmpd="sng">
                      <a:solidFill>
                        <a:srgbClr val="000000"/>
                      </a:solidFill>
                      <a:prstDash val="solid"/>
                    </a:lnL>
                    <a:lnR w="11300" cmpd="sng">
                      <a:solidFill>
                        <a:srgbClr val="CCCCCC"/>
                      </a:solidFill>
                      <a:prstDash val="solid"/>
                    </a:lnR>
                    <a:lnT w="11300" cmpd="sng">
                      <a:solidFill>
                        <a:srgbClr val="000000"/>
                      </a:solidFill>
                      <a:prstDash val="solid"/>
                    </a:lnT>
                    <a:lnB w="1130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/>
                        <a:t/>
                      </a:r>
                    </a:p>
                  </a:txBody>
                  <a:tcPr marL="38100" marR="38100" marT="25400" marB="25400" anchor="b">
                    <a:lnL w="11300" cmpd="sng">
                      <a:solidFill>
                        <a:srgbClr val="CCCCCC"/>
                      </a:solidFill>
                      <a:prstDash val="solid"/>
                    </a:lnL>
                    <a:lnR w="11300" cmpd="sng">
                      <a:solidFill>
                        <a:srgbClr val="CCCCCC"/>
                      </a:solidFill>
                      <a:prstDash val="solid"/>
                    </a:lnR>
                    <a:lnT w="11300" cmpd="sng">
                      <a:solidFill>
                        <a:srgbClr val="000000"/>
                      </a:solidFill>
                      <a:prstDash val="solid"/>
                    </a:lnT>
                    <a:lnB w="1130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/>
                        <a:t/>
                      </a:r>
                    </a:p>
                  </a:txBody>
                  <a:tcPr marL="38100" marR="38100" marT="25400" marB="25400" anchor="b">
                    <a:lnL w="11300" cmpd="sng">
                      <a:solidFill>
                        <a:srgbClr val="CCCCCC"/>
                      </a:solidFill>
                      <a:prstDash val="solid"/>
                    </a:lnL>
                    <a:lnR w="11300" cmpd="sng">
                      <a:solidFill>
                        <a:srgbClr val="CCCCCC"/>
                      </a:solidFill>
                      <a:prstDash val="solid"/>
                    </a:lnR>
                    <a:lnT w="11300" cmpd="sng">
                      <a:solidFill>
                        <a:srgbClr val="000000"/>
                      </a:solidFill>
                      <a:prstDash val="solid"/>
                    </a:lnT>
                    <a:lnB w="1130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/>
                        <a:t/>
                      </a:r>
                    </a:p>
                  </a:txBody>
                  <a:tcPr marL="38100" marR="38100" marT="25400" marB="25400" anchor="b">
                    <a:lnL w="11300" cmpd="sng">
                      <a:solidFill>
                        <a:srgbClr val="CCCCCC"/>
                      </a:solidFill>
                      <a:prstDash val="solid"/>
                    </a:lnL>
                    <a:lnR w="11300" cmpd="sng">
                      <a:solidFill>
                        <a:srgbClr val="000000"/>
                      </a:solidFill>
                      <a:prstDash val="solid"/>
                    </a:lnR>
                    <a:lnT w="11300" cmpd="sng">
                      <a:solidFill>
                        <a:srgbClr val="000000"/>
                      </a:solidFill>
                      <a:prstDash val="solid"/>
                    </a:lnT>
                    <a:lnB w="1130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/>
                        <a:t/>
                      </a:r>
                    </a:p>
                  </a:txBody>
                  <a:tcPr marL="38100" marR="38100" marT="25400" marB="25400" anchor="b">
                    <a:lnL w="11300" cmpd="sng">
                      <a:solidFill>
                        <a:srgbClr val="000000"/>
                      </a:solidFill>
                      <a:prstDash val="solid"/>
                    </a:lnL>
                    <a:lnR w="11300" cmpd="sng">
                      <a:solidFill>
                        <a:srgbClr val="CCCCCC"/>
                      </a:solidFill>
                      <a:prstDash val="solid"/>
                    </a:lnR>
                    <a:lnT w="11300" cmpd="sng">
                      <a:solidFill>
                        <a:srgbClr val="000000"/>
                      </a:solidFill>
                      <a:prstDash val="solid"/>
                    </a:lnT>
                    <a:lnB w="1130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/>
                        <a:t/>
                      </a:r>
                    </a:p>
                  </a:txBody>
                  <a:tcPr marL="38100" marR="38100" marT="25400" marB="25400" anchor="b">
                    <a:lnL w="11300" cmpd="sng">
                      <a:solidFill>
                        <a:srgbClr val="CCCCCC"/>
                      </a:solidFill>
                      <a:prstDash val="solid"/>
                    </a:lnL>
                    <a:lnR w="11300" cmpd="sng">
                      <a:solidFill>
                        <a:srgbClr val="000000"/>
                      </a:solidFill>
                      <a:prstDash val="solid"/>
                    </a:lnR>
                    <a:lnT w="11300" cmpd="sng">
                      <a:solidFill>
                        <a:srgbClr val="000000"/>
                      </a:solidFill>
                      <a:prstDash val="solid"/>
                    </a:lnT>
                    <a:lnB w="1130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</a:p>
                  </a:txBody>
                  <a:tcPr marL="38100" marR="38100" marT="25400" marB="25400" anchor="b">
                    <a:lnL w="11300" cmpd="sng">
                      <a:solidFill>
                        <a:srgbClr val="000000"/>
                      </a:solidFill>
                      <a:prstDash val="solid"/>
                    </a:lnL>
                    <a:lnR w="11300" cmpd="sng">
                      <a:solidFill>
                        <a:srgbClr val="CCCCCC"/>
                      </a:solidFill>
                      <a:prstDash val="solid"/>
                    </a:lnR>
                    <a:lnT w="11300" cmpd="sng">
                      <a:solidFill>
                        <a:srgbClr val="CCCCCC"/>
                      </a:solidFill>
                      <a:prstDash val="solid"/>
                    </a:lnT>
                    <a:lnB w="1130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/>
                        <a:t/>
                      </a:r>
                    </a:p>
                  </a:txBody>
                  <a:tcPr marL="38100" marR="38100" marT="25400" marB="25400" anchor="b">
                    <a:lnL w="11300" cmpd="sng">
                      <a:solidFill>
                        <a:srgbClr val="CCCCCC"/>
                      </a:solidFill>
                      <a:prstDash val="solid"/>
                    </a:lnL>
                    <a:lnR w="11300" cmpd="sng">
                      <a:solidFill>
                        <a:srgbClr val="000000"/>
                      </a:solidFill>
                      <a:prstDash val="solid"/>
                    </a:lnR>
                    <a:lnT w="11300" cmpd="sng">
                      <a:solidFill>
                        <a:srgbClr val="CCCCCC"/>
                      </a:solidFill>
                      <a:prstDash val="solid"/>
                    </a:lnT>
                    <a:lnB w="1130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/>
                        <a:t/>
                      </a:r>
                    </a:p>
                  </a:txBody>
                  <a:tcPr marL="38100" marR="38100" marT="25400" marB="25400" anchor="b">
                    <a:lnL w="11300" cmpd="sng">
                      <a:solidFill>
                        <a:srgbClr val="000000"/>
                      </a:solidFill>
                      <a:prstDash val="solid"/>
                    </a:lnL>
                    <a:lnR w="11300" cmpd="sng">
                      <a:solidFill>
                        <a:srgbClr val="000000"/>
                      </a:solidFill>
                      <a:prstDash val="solid"/>
                    </a:lnR>
                    <a:lnT w="11300" cmpd="sng">
                      <a:solidFill>
                        <a:srgbClr val="CCCCCC"/>
                      </a:solidFill>
                      <a:prstDash val="solid"/>
                    </a:lnT>
                    <a:lnB w="1130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/>
                        <a:t/>
                      </a:r>
                    </a:p>
                  </a:txBody>
                  <a:tcPr marL="38100" marR="38100" marT="25400" marB="25400" anchor="b">
                    <a:lnL w="11300" cmpd="sng">
                      <a:solidFill>
                        <a:srgbClr val="000000"/>
                      </a:solidFill>
                      <a:prstDash val="solid"/>
                    </a:lnL>
                    <a:lnR w="11300" cmpd="sng">
                      <a:solidFill>
                        <a:srgbClr val="CCCCCC"/>
                      </a:solidFill>
                      <a:prstDash val="solid"/>
                    </a:lnR>
                    <a:lnT w="11300" cmpd="sng">
                      <a:solidFill>
                        <a:srgbClr val="CCCCCC"/>
                      </a:solidFill>
                      <a:prstDash val="solid"/>
                    </a:lnT>
                    <a:lnB w="1130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/>
                        <a:t/>
                      </a:r>
                    </a:p>
                  </a:txBody>
                  <a:tcPr marL="38100" marR="38100" marT="25400" marB="25400" anchor="b">
                    <a:lnL w="11300" cmpd="sng">
                      <a:solidFill>
                        <a:srgbClr val="CCCCCC"/>
                      </a:solidFill>
                      <a:prstDash val="solid"/>
                    </a:lnL>
                    <a:lnR w="11300" cmpd="sng">
                      <a:solidFill>
                        <a:srgbClr val="CCCCCC"/>
                      </a:solidFill>
                      <a:prstDash val="solid"/>
                    </a:lnR>
                    <a:lnT w="11300" cmpd="sng">
                      <a:solidFill>
                        <a:srgbClr val="CCCCCC"/>
                      </a:solidFill>
                      <a:prstDash val="solid"/>
                    </a:lnT>
                    <a:lnB w="1130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/>
                        <a:t/>
                      </a:r>
                    </a:p>
                  </a:txBody>
                  <a:tcPr marL="38100" marR="38100" marT="25400" marB="25400" anchor="b">
                    <a:lnL w="11300" cmpd="sng">
                      <a:solidFill>
                        <a:srgbClr val="CCCCCC"/>
                      </a:solidFill>
                      <a:prstDash val="solid"/>
                    </a:lnL>
                    <a:lnR w="11300" cmpd="sng">
                      <a:solidFill>
                        <a:srgbClr val="CCCCCC"/>
                      </a:solidFill>
                      <a:prstDash val="solid"/>
                    </a:lnR>
                    <a:lnT w="11300" cmpd="sng">
                      <a:solidFill>
                        <a:srgbClr val="CCCCCC"/>
                      </a:solidFill>
                      <a:prstDash val="solid"/>
                    </a:lnT>
                    <a:lnB w="1130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/>
                        <a:t/>
                      </a:r>
                    </a:p>
                  </a:txBody>
                  <a:tcPr marL="38100" marR="38100" marT="25400" marB="25400" anchor="b">
                    <a:lnL w="11300" cmpd="sng">
                      <a:solidFill>
                        <a:srgbClr val="CCCCCC"/>
                      </a:solidFill>
                      <a:prstDash val="solid"/>
                    </a:lnL>
                    <a:lnR w="11300" cmpd="sng">
                      <a:solidFill>
                        <a:srgbClr val="000000"/>
                      </a:solidFill>
                      <a:prstDash val="solid"/>
                    </a:lnR>
                    <a:lnT w="11300" cmpd="sng">
                      <a:solidFill>
                        <a:srgbClr val="CCCCCC"/>
                      </a:solidFill>
                      <a:prstDash val="solid"/>
                    </a:lnT>
                    <a:lnB w="1130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/>
                        <a:t/>
                      </a:r>
                    </a:p>
                  </a:txBody>
                  <a:tcPr marL="38100" marR="38100" marT="25400" marB="25400" anchor="b">
                    <a:lnL w="11300" cmpd="sng">
                      <a:solidFill>
                        <a:srgbClr val="000000"/>
                      </a:solidFill>
                      <a:prstDash val="solid"/>
                    </a:lnL>
                    <a:lnR w="11300" cmpd="sng">
                      <a:solidFill>
                        <a:srgbClr val="CCCCCC"/>
                      </a:solidFill>
                      <a:prstDash val="solid"/>
                    </a:lnR>
                    <a:lnT w="11300" cmpd="sng">
                      <a:solidFill>
                        <a:srgbClr val="CCCCCC"/>
                      </a:solidFill>
                      <a:prstDash val="solid"/>
                    </a:lnT>
                    <a:lnB w="1130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/>
                        <a:t/>
                      </a:r>
                    </a:p>
                  </a:txBody>
                  <a:tcPr marL="38100" marR="38100" marT="25400" marB="25400" anchor="b">
                    <a:lnL w="11300" cmpd="sng">
                      <a:solidFill>
                        <a:srgbClr val="CCCCCC"/>
                      </a:solidFill>
                      <a:prstDash val="solid"/>
                    </a:lnL>
                    <a:lnR w="11300" cmpd="sng">
                      <a:solidFill>
                        <a:srgbClr val="CCCCCC"/>
                      </a:solidFill>
                      <a:prstDash val="solid"/>
                    </a:lnR>
                    <a:lnT w="11300" cmpd="sng">
                      <a:solidFill>
                        <a:srgbClr val="CCCCCC"/>
                      </a:solidFill>
                      <a:prstDash val="solid"/>
                    </a:lnT>
                    <a:lnB w="1130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/>
                        <a:t/>
                      </a:r>
                    </a:p>
                  </a:txBody>
                  <a:tcPr marL="38100" marR="38100" marT="25400" marB="25400" anchor="b">
                    <a:lnL w="11300" cmpd="sng">
                      <a:solidFill>
                        <a:srgbClr val="CCCCCC"/>
                      </a:solidFill>
                      <a:prstDash val="solid"/>
                    </a:lnL>
                    <a:lnR w="11300" cmpd="sng">
                      <a:solidFill>
                        <a:srgbClr val="CCCCCC"/>
                      </a:solidFill>
                      <a:prstDash val="solid"/>
                    </a:lnR>
                    <a:lnT w="11300" cmpd="sng">
                      <a:solidFill>
                        <a:srgbClr val="CCCCCC"/>
                      </a:solidFill>
                      <a:prstDash val="solid"/>
                    </a:lnT>
                    <a:lnB w="1130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/>
                        <a:t/>
                      </a:r>
                    </a:p>
                  </a:txBody>
                  <a:tcPr marL="38100" marR="38100" marT="25400" marB="25400" anchor="b">
                    <a:lnL w="11300" cmpd="sng">
                      <a:solidFill>
                        <a:srgbClr val="CCCCCC"/>
                      </a:solidFill>
                      <a:prstDash val="solid"/>
                    </a:lnL>
                    <a:lnR w="11300" cmpd="sng">
                      <a:solidFill>
                        <a:srgbClr val="000000"/>
                      </a:solidFill>
                      <a:prstDash val="solid"/>
                    </a:lnR>
                    <a:lnT w="11300" cmpd="sng">
                      <a:solidFill>
                        <a:srgbClr val="CCCCCC"/>
                      </a:solidFill>
                      <a:prstDash val="solid"/>
                    </a:lnT>
                    <a:lnB w="1130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/>
                        <a:t/>
                      </a:r>
                    </a:p>
                  </a:txBody>
                  <a:tcPr marL="38100" marR="38100" marT="25400" marB="25400" anchor="b">
                    <a:lnL w="11300" cmpd="sng">
                      <a:solidFill>
                        <a:srgbClr val="000000"/>
                      </a:solidFill>
                      <a:prstDash val="solid"/>
                    </a:lnL>
                    <a:lnR w="11300" cmpd="sng">
                      <a:solidFill>
                        <a:srgbClr val="CCCCCC"/>
                      </a:solidFill>
                      <a:prstDash val="solid"/>
                    </a:lnR>
                    <a:lnT w="11300" cmpd="sng">
                      <a:solidFill>
                        <a:srgbClr val="CCCCCC"/>
                      </a:solidFill>
                      <a:prstDash val="solid"/>
                    </a:lnT>
                    <a:lnB w="1130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/>
                        <a:t/>
                      </a:r>
                    </a:p>
                  </a:txBody>
                  <a:tcPr marL="38100" marR="38100" marT="25400" marB="25400" anchor="b">
                    <a:lnL w="11300" cmpd="sng">
                      <a:solidFill>
                        <a:srgbClr val="CCCCCC"/>
                      </a:solidFill>
                      <a:prstDash val="solid"/>
                    </a:lnL>
                    <a:lnR w="11300" cmpd="sng">
                      <a:solidFill>
                        <a:srgbClr val="000000"/>
                      </a:solidFill>
                      <a:prstDash val="solid"/>
                    </a:lnR>
                    <a:lnT w="11300" cmpd="sng">
                      <a:solidFill>
                        <a:srgbClr val="CCCCCC"/>
                      </a:solidFill>
                      <a:prstDash val="solid"/>
                    </a:lnT>
                    <a:lnB w="1130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</a:p>
                  </a:txBody>
                  <a:tcPr marL="38100" marR="38100" marT="25400" marB="25400" anchor="b">
                    <a:lnL w="11300" cmpd="sng">
                      <a:solidFill>
                        <a:srgbClr val="000000"/>
                      </a:solidFill>
                      <a:prstDash val="solid"/>
                    </a:lnL>
                    <a:lnR w="11300" cmpd="sng">
                      <a:solidFill>
                        <a:srgbClr val="CCCCCC"/>
                      </a:solidFill>
                      <a:prstDash val="solid"/>
                    </a:lnR>
                    <a:lnT w="11300" cmpd="sng">
                      <a:solidFill>
                        <a:srgbClr val="CCCCCC"/>
                      </a:solidFill>
                      <a:prstDash val="solid"/>
                    </a:lnT>
                    <a:lnB w="1130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/>
                        <a:t/>
                      </a:r>
                    </a:p>
                  </a:txBody>
                  <a:tcPr marL="38100" marR="38100" marT="25400" marB="25400" anchor="b">
                    <a:lnL w="11300" cmpd="sng">
                      <a:solidFill>
                        <a:srgbClr val="CCCCCC"/>
                      </a:solidFill>
                      <a:prstDash val="solid"/>
                    </a:lnL>
                    <a:lnR w="11300" cmpd="sng">
                      <a:solidFill>
                        <a:srgbClr val="000000"/>
                      </a:solidFill>
                      <a:prstDash val="solid"/>
                    </a:lnR>
                    <a:lnT w="11300" cmpd="sng">
                      <a:solidFill>
                        <a:srgbClr val="CCCCCC"/>
                      </a:solidFill>
                      <a:prstDash val="solid"/>
                    </a:lnT>
                    <a:lnB w="1130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/>
                        <a:t/>
                      </a:r>
                    </a:p>
                  </a:txBody>
                  <a:tcPr marL="38100" marR="38100" marT="25400" marB="25400" anchor="b">
                    <a:lnL w="11300" cmpd="sng">
                      <a:solidFill>
                        <a:srgbClr val="000000"/>
                      </a:solidFill>
                      <a:prstDash val="solid"/>
                    </a:lnL>
                    <a:lnR w="11300" cmpd="sng">
                      <a:solidFill>
                        <a:srgbClr val="000000"/>
                      </a:solidFill>
                      <a:prstDash val="solid"/>
                    </a:lnR>
                    <a:lnT w="11300" cmpd="sng">
                      <a:solidFill>
                        <a:srgbClr val="CCCCCC"/>
                      </a:solidFill>
                      <a:prstDash val="solid"/>
                    </a:lnT>
                    <a:lnB w="1130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/>
                        <a:t/>
                      </a:r>
                    </a:p>
                  </a:txBody>
                  <a:tcPr marL="38100" marR="38100" marT="25400" marB="25400" anchor="b">
                    <a:lnL w="11300" cmpd="sng">
                      <a:solidFill>
                        <a:srgbClr val="000000"/>
                      </a:solidFill>
                      <a:prstDash val="solid"/>
                    </a:lnL>
                    <a:lnR w="11300" cmpd="sng">
                      <a:solidFill>
                        <a:srgbClr val="CCCCCC"/>
                      </a:solidFill>
                      <a:prstDash val="solid"/>
                    </a:lnR>
                    <a:lnT w="11300" cmpd="sng">
                      <a:solidFill>
                        <a:srgbClr val="CCCCCC"/>
                      </a:solidFill>
                      <a:prstDash val="solid"/>
                    </a:lnT>
                    <a:lnB w="1130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/>
                        <a:t/>
                      </a:r>
                    </a:p>
                  </a:txBody>
                  <a:tcPr marL="38100" marR="38100" marT="25400" marB="25400" anchor="b">
                    <a:lnL w="11300" cmpd="sng">
                      <a:solidFill>
                        <a:srgbClr val="CCCCCC"/>
                      </a:solidFill>
                      <a:prstDash val="solid"/>
                    </a:lnL>
                    <a:lnR w="11300" cmpd="sng">
                      <a:solidFill>
                        <a:srgbClr val="CCCCCC"/>
                      </a:solidFill>
                      <a:prstDash val="solid"/>
                    </a:lnR>
                    <a:lnT w="11300" cmpd="sng">
                      <a:solidFill>
                        <a:srgbClr val="CCCCCC"/>
                      </a:solidFill>
                      <a:prstDash val="solid"/>
                    </a:lnT>
                    <a:lnB w="1130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/>
                        <a:t/>
                      </a:r>
                    </a:p>
                  </a:txBody>
                  <a:tcPr marL="38100" marR="38100" marT="25400" marB="25400" anchor="b">
                    <a:lnL w="11300" cmpd="sng">
                      <a:solidFill>
                        <a:srgbClr val="CCCCCC"/>
                      </a:solidFill>
                      <a:prstDash val="solid"/>
                    </a:lnL>
                    <a:lnR w="11300" cmpd="sng">
                      <a:solidFill>
                        <a:srgbClr val="CCCCCC"/>
                      </a:solidFill>
                      <a:prstDash val="solid"/>
                    </a:lnR>
                    <a:lnT w="11300" cmpd="sng">
                      <a:solidFill>
                        <a:srgbClr val="CCCCCC"/>
                      </a:solidFill>
                      <a:prstDash val="solid"/>
                    </a:lnT>
                    <a:lnB w="1130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/>
                        <a:t/>
                      </a:r>
                    </a:p>
                  </a:txBody>
                  <a:tcPr marL="38100" marR="38100" marT="25400" marB="25400" anchor="b">
                    <a:lnL w="11300" cmpd="sng">
                      <a:solidFill>
                        <a:srgbClr val="CCCCCC"/>
                      </a:solidFill>
                      <a:prstDash val="solid"/>
                    </a:lnL>
                    <a:lnR w="11300" cmpd="sng">
                      <a:solidFill>
                        <a:srgbClr val="000000"/>
                      </a:solidFill>
                      <a:prstDash val="solid"/>
                    </a:lnR>
                    <a:lnT w="11300" cmpd="sng">
                      <a:solidFill>
                        <a:srgbClr val="CCCCCC"/>
                      </a:solidFill>
                      <a:prstDash val="solid"/>
                    </a:lnT>
                    <a:lnB w="1130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/>
                        <a:t/>
                      </a:r>
                    </a:p>
                  </a:txBody>
                  <a:tcPr marL="38100" marR="38100" marT="25400" marB="25400" anchor="b">
                    <a:lnL w="11300" cmpd="sng">
                      <a:solidFill>
                        <a:srgbClr val="000000"/>
                      </a:solidFill>
                      <a:prstDash val="solid"/>
                    </a:lnL>
                    <a:lnR w="11300" cmpd="sng">
                      <a:solidFill>
                        <a:srgbClr val="CCCCCC"/>
                      </a:solidFill>
                      <a:prstDash val="solid"/>
                    </a:lnR>
                    <a:lnT w="11300" cmpd="sng">
                      <a:solidFill>
                        <a:srgbClr val="CCCCCC"/>
                      </a:solidFill>
                      <a:prstDash val="solid"/>
                    </a:lnT>
                    <a:lnB w="1130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/>
                        <a:t/>
                      </a:r>
                    </a:p>
                  </a:txBody>
                  <a:tcPr marL="38100" marR="38100" marT="25400" marB="25400" anchor="b">
                    <a:lnL w="11300" cmpd="sng">
                      <a:solidFill>
                        <a:srgbClr val="CCCCCC"/>
                      </a:solidFill>
                      <a:prstDash val="solid"/>
                    </a:lnL>
                    <a:lnR w="11300" cmpd="sng">
                      <a:solidFill>
                        <a:srgbClr val="CCCCCC"/>
                      </a:solidFill>
                      <a:prstDash val="solid"/>
                    </a:lnR>
                    <a:lnT w="11300" cmpd="sng">
                      <a:solidFill>
                        <a:srgbClr val="CCCCCC"/>
                      </a:solidFill>
                      <a:prstDash val="solid"/>
                    </a:lnT>
                    <a:lnB w="1130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/>
                        <a:t/>
                      </a:r>
                    </a:p>
                  </a:txBody>
                  <a:tcPr marL="38100" marR="38100" marT="25400" marB="25400" anchor="b">
                    <a:lnL w="11300" cmpd="sng">
                      <a:solidFill>
                        <a:srgbClr val="CCCCCC"/>
                      </a:solidFill>
                      <a:prstDash val="solid"/>
                    </a:lnL>
                    <a:lnR w="11300" cmpd="sng">
                      <a:solidFill>
                        <a:srgbClr val="CCCCCC"/>
                      </a:solidFill>
                      <a:prstDash val="solid"/>
                    </a:lnR>
                    <a:lnT w="11300" cmpd="sng">
                      <a:solidFill>
                        <a:srgbClr val="CCCCCC"/>
                      </a:solidFill>
                      <a:prstDash val="solid"/>
                    </a:lnT>
                    <a:lnB w="1130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/>
                        <a:t/>
                      </a:r>
                    </a:p>
                  </a:txBody>
                  <a:tcPr marL="38100" marR="38100" marT="25400" marB="25400" anchor="b">
                    <a:lnL w="11300" cmpd="sng">
                      <a:solidFill>
                        <a:srgbClr val="CCCCCC"/>
                      </a:solidFill>
                      <a:prstDash val="solid"/>
                    </a:lnL>
                    <a:lnR w="11300" cmpd="sng">
                      <a:solidFill>
                        <a:srgbClr val="000000"/>
                      </a:solidFill>
                      <a:prstDash val="solid"/>
                    </a:lnR>
                    <a:lnT w="11300" cmpd="sng">
                      <a:solidFill>
                        <a:srgbClr val="CCCCCC"/>
                      </a:solidFill>
                      <a:prstDash val="solid"/>
                    </a:lnT>
                    <a:lnB w="1130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/>
                        <a:t/>
                      </a:r>
                    </a:p>
                  </a:txBody>
                  <a:tcPr marL="38100" marR="38100" marT="25400" marB="25400" anchor="b">
                    <a:lnL w="11300" cmpd="sng">
                      <a:solidFill>
                        <a:srgbClr val="000000"/>
                      </a:solidFill>
                      <a:prstDash val="solid"/>
                    </a:lnL>
                    <a:lnR w="11300" cmpd="sng">
                      <a:solidFill>
                        <a:srgbClr val="CCCCCC"/>
                      </a:solidFill>
                      <a:prstDash val="solid"/>
                    </a:lnR>
                    <a:lnT w="11300" cmpd="sng">
                      <a:solidFill>
                        <a:srgbClr val="CCCCCC"/>
                      </a:solidFill>
                      <a:prstDash val="solid"/>
                    </a:lnT>
                    <a:lnB w="1130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/>
                        <a:t/>
                      </a:r>
                    </a:p>
                  </a:txBody>
                  <a:tcPr marL="38100" marR="38100" marT="25400" marB="25400" anchor="b">
                    <a:lnL w="11300" cmpd="sng">
                      <a:solidFill>
                        <a:srgbClr val="CCCCCC"/>
                      </a:solidFill>
                      <a:prstDash val="solid"/>
                    </a:lnL>
                    <a:lnR w="11300" cmpd="sng">
                      <a:solidFill>
                        <a:srgbClr val="000000"/>
                      </a:solidFill>
                      <a:prstDash val="solid"/>
                    </a:lnR>
                    <a:lnT w="11300" cmpd="sng">
                      <a:solidFill>
                        <a:srgbClr val="CCCCCC"/>
                      </a:solidFill>
                      <a:prstDash val="solid"/>
                    </a:lnT>
                    <a:lnB w="1130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</a:tr>
              <a:tr h="266700">
                <a:tc gridSpan="2"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1">
                          <a:solidFill>
                            <a:srgbClr val="FF0000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b">
                    <a:lnL w="11300" cmpd="sng">
                      <a:solidFill>
                        <a:srgbClr val="000000"/>
                      </a:solidFill>
                      <a:prstDash val="solid"/>
                    </a:lnL>
                    <a:lnR w="11300" cmpd="sng">
                      <a:solidFill>
                        <a:srgbClr val="000000"/>
                      </a:solidFill>
                      <a:prstDash val="solid"/>
                    </a:lnR>
                    <a:lnT w="11300" cmpd="sng">
                      <a:solidFill>
                        <a:srgbClr val="CCCCCC"/>
                      </a:solidFill>
                      <a:prstDash val="solid"/>
                    </a:lnT>
                    <a:lnB w="113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/>
                        <a:t/>
                      </a:r>
                    </a:p>
                  </a:txBody>
                  <a:tcPr marL="38100" marR="38100" marT="25400" marB="25400" anchor="b">
                    <a:lnL w="11300" cmpd="sng">
                      <a:solidFill>
                        <a:srgbClr val="000000"/>
                      </a:solidFill>
                      <a:prstDash val="solid"/>
                    </a:lnL>
                    <a:lnR w="11300" cmpd="sng">
                      <a:solidFill>
                        <a:srgbClr val="000000"/>
                      </a:solidFill>
                      <a:prstDash val="solid"/>
                    </a:lnR>
                    <a:lnT w="11300" cmpd="sng">
                      <a:solidFill>
                        <a:srgbClr val="CCCCCC"/>
                      </a:solidFill>
                      <a:prstDash val="solid"/>
                    </a:lnT>
                    <a:lnB w="113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/>
                        <a:t/>
                      </a:r>
                    </a:p>
                  </a:txBody>
                  <a:tcPr marL="38100" marR="38100" marT="25400" marB="25400" anchor="b">
                    <a:lnL w="11300" cmpd="sng">
                      <a:solidFill>
                        <a:srgbClr val="000000"/>
                      </a:solidFill>
                      <a:prstDash val="solid"/>
                    </a:lnL>
                    <a:lnR w="11300" cmpd="sng">
                      <a:solidFill>
                        <a:srgbClr val="CCCCCC"/>
                      </a:solidFill>
                      <a:prstDash val="solid"/>
                    </a:lnR>
                    <a:lnT w="11300" cmpd="sng">
                      <a:solidFill>
                        <a:srgbClr val="CCCCCC"/>
                      </a:solidFill>
                      <a:prstDash val="solid"/>
                    </a:lnT>
                    <a:lnB w="113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EF3C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/>
                        <a:t/>
                      </a:r>
                    </a:p>
                  </a:txBody>
                  <a:tcPr marL="38100" marR="38100" marT="25400" marB="25400" anchor="b">
                    <a:lnL w="11300" cmpd="sng">
                      <a:solidFill>
                        <a:srgbClr val="CCCCCC"/>
                      </a:solidFill>
                      <a:prstDash val="solid"/>
                    </a:lnL>
                    <a:lnR w="11300" cmpd="sng">
                      <a:solidFill>
                        <a:srgbClr val="CCCCCC"/>
                      </a:solidFill>
                      <a:prstDash val="solid"/>
                    </a:lnR>
                    <a:lnT w="11300" cmpd="sng">
                      <a:solidFill>
                        <a:srgbClr val="CCCCCC"/>
                      </a:solidFill>
                      <a:prstDash val="solid"/>
                    </a:lnT>
                    <a:lnB w="113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EF3C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/>
                        <a:t/>
                      </a:r>
                    </a:p>
                  </a:txBody>
                  <a:tcPr marL="38100" marR="38100" marT="25400" marB="25400" anchor="b">
                    <a:lnL w="11300" cmpd="sng">
                      <a:solidFill>
                        <a:srgbClr val="CCCCCC"/>
                      </a:solidFill>
                      <a:prstDash val="solid"/>
                    </a:lnL>
                    <a:lnR w="11300" cmpd="sng">
                      <a:solidFill>
                        <a:srgbClr val="CCCCCC"/>
                      </a:solidFill>
                      <a:prstDash val="solid"/>
                    </a:lnR>
                    <a:lnT w="11300" cmpd="sng">
                      <a:solidFill>
                        <a:srgbClr val="CCCCCC"/>
                      </a:solidFill>
                      <a:prstDash val="solid"/>
                    </a:lnT>
                    <a:lnB w="113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EF3C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/>
                        <a:t/>
                      </a:r>
                    </a:p>
                  </a:txBody>
                  <a:tcPr marL="38100" marR="38100" marT="25400" marB="25400" anchor="b">
                    <a:lnL w="11300" cmpd="sng">
                      <a:solidFill>
                        <a:srgbClr val="CCCCCC"/>
                      </a:solidFill>
                      <a:prstDash val="solid"/>
                    </a:lnL>
                    <a:lnR w="11300" cmpd="sng">
                      <a:solidFill>
                        <a:srgbClr val="000000"/>
                      </a:solidFill>
                      <a:prstDash val="solid"/>
                    </a:lnR>
                    <a:lnT w="11300" cmpd="sng">
                      <a:solidFill>
                        <a:srgbClr val="CCCCCC"/>
                      </a:solidFill>
                      <a:prstDash val="solid"/>
                    </a:lnT>
                    <a:lnB w="113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EF3C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/>
                        <a:t/>
                      </a:r>
                    </a:p>
                  </a:txBody>
                  <a:tcPr marL="38100" marR="38100" marT="25400" marB="25400" anchor="b">
                    <a:lnL w="11300" cmpd="sng">
                      <a:solidFill>
                        <a:srgbClr val="000000"/>
                      </a:solidFill>
                      <a:prstDash val="solid"/>
                    </a:lnL>
                    <a:lnR w="11300" cmpd="sng">
                      <a:solidFill>
                        <a:srgbClr val="CCCCCC"/>
                      </a:solidFill>
                      <a:prstDash val="solid"/>
                    </a:lnR>
                    <a:lnT w="11300" cmpd="sng">
                      <a:solidFill>
                        <a:srgbClr val="CCCCCC"/>
                      </a:solidFill>
                      <a:prstDash val="solid"/>
                    </a:lnT>
                    <a:lnB w="113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EF3C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/>
                        <a:t/>
                      </a:r>
                    </a:p>
                  </a:txBody>
                  <a:tcPr marL="38100" marR="38100" marT="25400" marB="25400" anchor="b">
                    <a:lnL w="11300" cmpd="sng">
                      <a:solidFill>
                        <a:srgbClr val="CCCCCC"/>
                      </a:solidFill>
                      <a:prstDash val="solid"/>
                    </a:lnL>
                    <a:lnR w="11300" cmpd="sng">
                      <a:solidFill>
                        <a:srgbClr val="CCCCCC"/>
                      </a:solidFill>
                      <a:prstDash val="solid"/>
                    </a:lnR>
                    <a:lnT w="11300" cmpd="sng">
                      <a:solidFill>
                        <a:srgbClr val="CCCCCC"/>
                      </a:solidFill>
                      <a:prstDash val="solid"/>
                    </a:lnT>
                    <a:lnB w="113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EF3C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/>
                        <a:t/>
                      </a:r>
                    </a:p>
                  </a:txBody>
                  <a:tcPr marL="38100" marR="38100" marT="25400" marB="25400" anchor="b">
                    <a:lnL w="11300" cmpd="sng">
                      <a:solidFill>
                        <a:srgbClr val="CCCCCC"/>
                      </a:solidFill>
                      <a:prstDash val="solid"/>
                    </a:lnL>
                    <a:lnR w="11300" cmpd="sng">
                      <a:solidFill>
                        <a:srgbClr val="CCCCCC"/>
                      </a:solidFill>
                      <a:prstDash val="solid"/>
                    </a:lnR>
                    <a:lnT w="11300" cmpd="sng">
                      <a:solidFill>
                        <a:srgbClr val="CCCCCC"/>
                      </a:solidFill>
                      <a:prstDash val="solid"/>
                    </a:lnT>
                    <a:lnB w="113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EF3C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/>
                        <a:t/>
                      </a:r>
                    </a:p>
                  </a:txBody>
                  <a:tcPr marL="38100" marR="38100" marT="25400" marB="25400" anchor="b">
                    <a:lnL w="11300" cmpd="sng">
                      <a:solidFill>
                        <a:srgbClr val="CCCCCC"/>
                      </a:solidFill>
                      <a:prstDash val="solid"/>
                    </a:lnL>
                    <a:lnR w="11300" cmpd="sng">
                      <a:solidFill>
                        <a:srgbClr val="000000"/>
                      </a:solidFill>
                      <a:prstDash val="solid"/>
                    </a:lnR>
                    <a:lnT w="11300" cmpd="sng">
                      <a:solidFill>
                        <a:srgbClr val="CCCCCC"/>
                      </a:solidFill>
                      <a:prstDash val="solid"/>
                    </a:lnT>
                    <a:lnB w="113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EF3C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/>
                        <a:t/>
                      </a:r>
                    </a:p>
                  </a:txBody>
                  <a:tcPr marL="38100" marR="38100" marT="25400" marB="25400" anchor="b">
                    <a:lnL w="11300" cmpd="sng">
                      <a:solidFill>
                        <a:srgbClr val="000000"/>
                      </a:solidFill>
                      <a:prstDash val="solid"/>
                    </a:lnL>
                    <a:lnR w="11300" cmpd="sng">
                      <a:solidFill>
                        <a:srgbClr val="CCCCCC"/>
                      </a:solidFill>
                      <a:prstDash val="solid"/>
                    </a:lnR>
                    <a:lnT w="11300" cmpd="sng">
                      <a:solidFill>
                        <a:srgbClr val="CCCCCC"/>
                      </a:solidFill>
                      <a:prstDash val="solid"/>
                    </a:lnT>
                    <a:lnB w="113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EF3C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/>
                        <a:t/>
                      </a:r>
                    </a:p>
                  </a:txBody>
                  <a:tcPr marL="38100" marR="38100" marT="25400" marB="25400" anchor="b">
                    <a:lnL w="11300" cmpd="sng">
                      <a:solidFill>
                        <a:srgbClr val="CCCCCC"/>
                      </a:solidFill>
                      <a:prstDash val="solid"/>
                    </a:lnL>
                    <a:lnR w="11300" cmpd="sng">
                      <a:solidFill>
                        <a:srgbClr val="000000"/>
                      </a:solidFill>
                      <a:prstDash val="solid"/>
                    </a:lnR>
                    <a:lnT w="11300" cmpd="sng">
                      <a:solidFill>
                        <a:srgbClr val="CCCCCC"/>
                      </a:solidFill>
                      <a:prstDash val="solid"/>
                    </a:lnT>
                    <a:lnB w="113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EF3CE"/>
                    </a:solidFill>
                  </a:tcPr>
                </a:tc>
              </a:tr>
              <a:tr h="266700">
                <a:tc gridSpan="2"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/>
                        <a:t/>
                      </a:r>
                    </a:p>
                  </a:txBody>
                  <a:tcPr marL="38100" marR="38100" marT="25400" marB="25400" anchor="b">
                    <a:lnL w="11300" cmpd="sng">
                      <a:solidFill>
                        <a:srgbClr val="000000"/>
                      </a:solidFill>
                      <a:prstDash val="solid"/>
                    </a:lnL>
                    <a:lnR w="11300" cmpd="sng">
                      <a:solidFill>
                        <a:srgbClr val="000000"/>
                      </a:solidFill>
                      <a:prstDash val="solid"/>
                    </a:lnR>
                    <a:lnT w="11300" cmpd="sng">
                      <a:solidFill>
                        <a:srgbClr val="000000"/>
                      </a:solidFill>
                      <a:prstDash val="solid"/>
                    </a:lnT>
                    <a:lnB w="1130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/>
                        <a:t/>
                      </a:r>
                    </a:p>
                  </a:txBody>
                  <a:tcPr marL="38100" marR="38100" marT="25400" marB="25400" anchor="b">
                    <a:lnL w="11300" cmpd="sng">
                      <a:solidFill>
                        <a:srgbClr val="000000"/>
                      </a:solidFill>
                      <a:prstDash val="solid"/>
                    </a:lnL>
                    <a:lnR w="11300" cmpd="sng">
                      <a:solidFill>
                        <a:srgbClr val="000000"/>
                      </a:solidFill>
                      <a:prstDash val="solid"/>
                    </a:lnR>
                    <a:lnT w="11300" cmpd="sng">
                      <a:solidFill>
                        <a:srgbClr val="000000"/>
                      </a:solidFill>
                      <a:prstDash val="solid"/>
                    </a:lnT>
                    <a:lnB w="1130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/>
                        <a:t/>
                      </a:r>
                    </a:p>
                  </a:txBody>
                  <a:tcPr marL="38100" marR="38100" marT="25400" marB="25400" anchor="b">
                    <a:lnL w="11300" cmpd="sng">
                      <a:solidFill>
                        <a:srgbClr val="000000"/>
                      </a:solidFill>
                      <a:prstDash val="solid"/>
                    </a:lnL>
                    <a:lnR w="11300" cmpd="sng">
                      <a:solidFill>
                        <a:srgbClr val="CCCCCC"/>
                      </a:solidFill>
                      <a:prstDash val="solid"/>
                    </a:lnR>
                    <a:lnT w="11300" cmpd="sng">
                      <a:solidFill>
                        <a:srgbClr val="000000"/>
                      </a:solidFill>
                      <a:prstDash val="solid"/>
                    </a:lnT>
                    <a:lnB w="1130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/>
                        <a:t/>
                      </a:r>
                    </a:p>
                  </a:txBody>
                  <a:tcPr marL="38100" marR="38100" marT="25400" marB="25400" anchor="b">
                    <a:lnL w="11300" cmpd="sng">
                      <a:solidFill>
                        <a:srgbClr val="CCCCCC"/>
                      </a:solidFill>
                      <a:prstDash val="solid"/>
                    </a:lnL>
                    <a:lnR w="11300" cmpd="sng">
                      <a:solidFill>
                        <a:srgbClr val="CCCCCC"/>
                      </a:solidFill>
                      <a:prstDash val="solid"/>
                    </a:lnR>
                    <a:lnT w="11300" cmpd="sng">
                      <a:solidFill>
                        <a:srgbClr val="000000"/>
                      </a:solidFill>
                      <a:prstDash val="solid"/>
                    </a:lnT>
                    <a:lnB w="1130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/>
                        <a:t/>
                      </a:r>
                    </a:p>
                  </a:txBody>
                  <a:tcPr marL="38100" marR="38100" marT="25400" marB="25400" anchor="b">
                    <a:lnL w="11300" cmpd="sng">
                      <a:solidFill>
                        <a:srgbClr val="CCCCCC"/>
                      </a:solidFill>
                      <a:prstDash val="solid"/>
                    </a:lnL>
                    <a:lnR w="11300" cmpd="sng">
                      <a:solidFill>
                        <a:srgbClr val="CCCCCC"/>
                      </a:solidFill>
                      <a:prstDash val="solid"/>
                    </a:lnR>
                    <a:lnT w="11300" cmpd="sng">
                      <a:solidFill>
                        <a:srgbClr val="000000"/>
                      </a:solidFill>
                      <a:prstDash val="solid"/>
                    </a:lnT>
                    <a:lnB w="1130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/>
                        <a:t/>
                      </a:r>
                    </a:p>
                  </a:txBody>
                  <a:tcPr marL="38100" marR="38100" marT="25400" marB="25400" anchor="b">
                    <a:lnL w="11300" cmpd="sng">
                      <a:solidFill>
                        <a:srgbClr val="CCCCCC"/>
                      </a:solidFill>
                      <a:prstDash val="solid"/>
                    </a:lnL>
                    <a:lnR w="11300" cmpd="sng">
                      <a:solidFill>
                        <a:srgbClr val="000000"/>
                      </a:solidFill>
                      <a:prstDash val="solid"/>
                    </a:lnR>
                    <a:lnT w="11300" cmpd="sng">
                      <a:solidFill>
                        <a:srgbClr val="000000"/>
                      </a:solidFill>
                      <a:prstDash val="solid"/>
                    </a:lnT>
                    <a:lnB w="1130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/>
                        <a:t/>
                      </a:r>
                    </a:p>
                  </a:txBody>
                  <a:tcPr marL="38100" marR="38100" marT="25400" marB="25400" anchor="b">
                    <a:lnL w="11300" cmpd="sng">
                      <a:solidFill>
                        <a:srgbClr val="000000"/>
                      </a:solidFill>
                      <a:prstDash val="solid"/>
                    </a:lnL>
                    <a:lnR w="11300" cmpd="sng">
                      <a:solidFill>
                        <a:srgbClr val="CCCCCC"/>
                      </a:solidFill>
                      <a:prstDash val="solid"/>
                    </a:lnR>
                    <a:lnT w="11300" cmpd="sng">
                      <a:solidFill>
                        <a:srgbClr val="000000"/>
                      </a:solidFill>
                      <a:prstDash val="solid"/>
                    </a:lnT>
                    <a:lnB w="1130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/>
                        <a:t/>
                      </a:r>
                    </a:p>
                  </a:txBody>
                  <a:tcPr marL="38100" marR="38100" marT="25400" marB="25400" anchor="b">
                    <a:lnL w="11300" cmpd="sng">
                      <a:solidFill>
                        <a:srgbClr val="CCCCCC"/>
                      </a:solidFill>
                      <a:prstDash val="solid"/>
                    </a:lnL>
                    <a:lnR w="11300" cmpd="sng">
                      <a:solidFill>
                        <a:srgbClr val="CCCCCC"/>
                      </a:solidFill>
                      <a:prstDash val="solid"/>
                    </a:lnR>
                    <a:lnT w="11300" cmpd="sng">
                      <a:solidFill>
                        <a:srgbClr val="000000"/>
                      </a:solidFill>
                      <a:prstDash val="solid"/>
                    </a:lnT>
                    <a:lnB w="1130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/>
                        <a:t/>
                      </a:r>
                    </a:p>
                  </a:txBody>
                  <a:tcPr marL="38100" marR="38100" marT="25400" marB="25400" anchor="b">
                    <a:lnL w="11300" cmpd="sng">
                      <a:solidFill>
                        <a:srgbClr val="CCCCCC"/>
                      </a:solidFill>
                      <a:prstDash val="solid"/>
                    </a:lnL>
                    <a:lnR w="11300" cmpd="sng">
                      <a:solidFill>
                        <a:srgbClr val="CCCCCC"/>
                      </a:solidFill>
                      <a:prstDash val="solid"/>
                    </a:lnR>
                    <a:lnT w="11300" cmpd="sng">
                      <a:solidFill>
                        <a:srgbClr val="000000"/>
                      </a:solidFill>
                      <a:prstDash val="solid"/>
                    </a:lnT>
                    <a:lnB w="1130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/>
                        <a:t/>
                      </a:r>
                    </a:p>
                  </a:txBody>
                  <a:tcPr marL="38100" marR="38100" marT="25400" marB="25400" anchor="b">
                    <a:lnL w="11300" cmpd="sng">
                      <a:solidFill>
                        <a:srgbClr val="CCCCCC"/>
                      </a:solidFill>
                      <a:prstDash val="solid"/>
                    </a:lnL>
                    <a:lnR w="11300" cmpd="sng">
                      <a:solidFill>
                        <a:srgbClr val="000000"/>
                      </a:solidFill>
                      <a:prstDash val="solid"/>
                    </a:lnR>
                    <a:lnT w="11300" cmpd="sng">
                      <a:solidFill>
                        <a:srgbClr val="000000"/>
                      </a:solidFill>
                      <a:prstDash val="solid"/>
                    </a:lnT>
                    <a:lnB w="1130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/>
                        <a:t/>
                      </a:r>
                    </a:p>
                  </a:txBody>
                  <a:tcPr marL="38100" marR="38100" marT="25400" marB="25400" anchor="b">
                    <a:lnL w="11300" cmpd="sng">
                      <a:solidFill>
                        <a:srgbClr val="000000"/>
                      </a:solidFill>
                      <a:prstDash val="solid"/>
                    </a:lnL>
                    <a:lnR w="11300" cmpd="sng">
                      <a:solidFill>
                        <a:srgbClr val="CCCCCC"/>
                      </a:solidFill>
                      <a:prstDash val="solid"/>
                    </a:lnR>
                    <a:lnT w="11300" cmpd="sng">
                      <a:solidFill>
                        <a:srgbClr val="000000"/>
                      </a:solidFill>
                      <a:prstDash val="solid"/>
                    </a:lnT>
                    <a:lnB w="1130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/>
                        <a:t/>
                      </a:r>
                    </a:p>
                  </a:txBody>
                  <a:tcPr marL="38100" marR="38100" marT="25400" marB="25400" anchor="b">
                    <a:lnL w="11300" cmpd="sng">
                      <a:solidFill>
                        <a:srgbClr val="CCCCCC"/>
                      </a:solidFill>
                      <a:prstDash val="solid"/>
                    </a:lnL>
                    <a:lnR w="11300" cmpd="sng">
                      <a:solidFill>
                        <a:srgbClr val="000000"/>
                      </a:solidFill>
                      <a:prstDash val="solid"/>
                    </a:lnR>
                    <a:lnT w="11300" cmpd="sng">
                      <a:solidFill>
                        <a:srgbClr val="000000"/>
                      </a:solidFill>
                      <a:prstDash val="solid"/>
                    </a:lnT>
                    <a:lnB w="11300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</a:tr>
              <a:tr h="266700">
                <a:tc gridSpan="2"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/>
                        <a:t/>
                      </a:r>
                    </a:p>
                  </a:txBody>
                  <a:tcPr marL="38100" marR="38100" marT="25400" marB="25400" anchor="b">
                    <a:lnL w="11300" cmpd="sng">
                      <a:solidFill>
                        <a:srgbClr val="000000"/>
                      </a:solidFill>
                      <a:prstDash val="solid"/>
                    </a:lnL>
                    <a:lnR w="11300" cmpd="sng">
                      <a:solidFill>
                        <a:srgbClr val="000000"/>
                      </a:solidFill>
                      <a:prstDash val="solid"/>
                    </a:lnR>
                    <a:lnT w="11300" cmpd="sng">
                      <a:solidFill>
                        <a:srgbClr val="CCCCCC"/>
                      </a:solidFill>
                      <a:prstDash val="solid"/>
                    </a:lnT>
                    <a:lnB w="113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/>
                        <a:t/>
                      </a:r>
                    </a:p>
                  </a:txBody>
                  <a:tcPr marL="38100" marR="38100" marT="25400" marB="25400" anchor="b">
                    <a:lnL w="11300" cmpd="sng">
                      <a:solidFill>
                        <a:srgbClr val="000000"/>
                      </a:solidFill>
                      <a:prstDash val="solid"/>
                    </a:lnL>
                    <a:lnR w="11300" cmpd="sng">
                      <a:solidFill>
                        <a:srgbClr val="000000"/>
                      </a:solidFill>
                      <a:prstDash val="solid"/>
                    </a:lnR>
                    <a:lnT w="11300" cmpd="sng">
                      <a:solidFill>
                        <a:srgbClr val="CCCCCC"/>
                      </a:solidFill>
                      <a:prstDash val="solid"/>
                    </a:lnT>
                    <a:lnB w="113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/>
                        <a:t/>
                      </a:r>
                    </a:p>
                  </a:txBody>
                  <a:tcPr marL="38100" marR="38100" marT="25400" marB="25400" anchor="b">
                    <a:lnL w="11300" cmpd="sng">
                      <a:solidFill>
                        <a:srgbClr val="000000"/>
                      </a:solidFill>
                      <a:prstDash val="solid"/>
                    </a:lnL>
                    <a:lnR w="11300" cmpd="sng">
                      <a:solidFill>
                        <a:srgbClr val="CCCCCC"/>
                      </a:solidFill>
                      <a:prstDash val="solid"/>
                    </a:lnR>
                    <a:lnT w="11300" cmpd="sng">
                      <a:solidFill>
                        <a:srgbClr val="CCCCCC"/>
                      </a:solidFill>
                      <a:prstDash val="solid"/>
                    </a:lnT>
                    <a:lnB w="113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/>
                        <a:t/>
                      </a:r>
                    </a:p>
                  </a:txBody>
                  <a:tcPr marL="38100" marR="38100" marT="25400" marB="25400" anchor="b">
                    <a:lnL w="11300" cmpd="sng">
                      <a:solidFill>
                        <a:srgbClr val="CCCCCC"/>
                      </a:solidFill>
                      <a:prstDash val="solid"/>
                    </a:lnL>
                    <a:lnR w="11300" cmpd="sng">
                      <a:solidFill>
                        <a:srgbClr val="CCCCCC"/>
                      </a:solidFill>
                      <a:prstDash val="solid"/>
                    </a:lnR>
                    <a:lnT w="11300" cmpd="sng">
                      <a:solidFill>
                        <a:srgbClr val="CCCCCC"/>
                      </a:solidFill>
                      <a:prstDash val="solid"/>
                    </a:lnT>
                    <a:lnB w="113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/>
                        <a:t/>
                      </a:r>
                    </a:p>
                  </a:txBody>
                  <a:tcPr marL="38100" marR="38100" marT="25400" marB="25400" anchor="b">
                    <a:lnL w="11300" cmpd="sng">
                      <a:solidFill>
                        <a:srgbClr val="CCCCCC"/>
                      </a:solidFill>
                      <a:prstDash val="solid"/>
                    </a:lnL>
                    <a:lnR w="11300" cmpd="sng">
                      <a:solidFill>
                        <a:srgbClr val="CCCCCC"/>
                      </a:solidFill>
                      <a:prstDash val="solid"/>
                    </a:lnR>
                    <a:lnT w="11300" cmpd="sng">
                      <a:solidFill>
                        <a:srgbClr val="CCCCCC"/>
                      </a:solidFill>
                      <a:prstDash val="solid"/>
                    </a:lnT>
                    <a:lnB w="113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/>
                        <a:t/>
                      </a:r>
                    </a:p>
                  </a:txBody>
                  <a:tcPr marL="38100" marR="38100" marT="25400" marB="25400" anchor="b">
                    <a:lnL w="11300" cmpd="sng">
                      <a:solidFill>
                        <a:srgbClr val="CCCCCC"/>
                      </a:solidFill>
                      <a:prstDash val="solid"/>
                    </a:lnL>
                    <a:lnR w="11300" cmpd="sng">
                      <a:solidFill>
                        <a:srgbClr val="000000"/>
                      </a:solidFill>
                      <a:prstDash val="solid"/>
                    </a:lnR>
                    <a:lnT w="11300" cmpd="sng">
                      <a:solidFill>
                        <a:srgbClr val="CCCCCC"/>
                      </a:solidFill>
                      <a:prstDash val="solid"/>
                    </a:lnT>
                    <a:lnB w="113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/>
                        <a:t/>
                      </a:r>
                    </a:p>
                  </a:txBody>
                  <a:tcPr marL="38100" marR="38100" marT="25400" marB="25400" anchor="b">
                    <a:lnL w="11300" cmpd="sng">
                      <a:solidFill>
                        <a:srgbClr val="000000"/>
                      </a:solidFill>
                      <a:prstDash val="solid"/>
                    </a:lnL>
                    <a:lnR w="11300" cmpd="sng">
                      <a:solidFill>
                        <a:srgbClr val="CCCCCC"/>
                      </a:solidFill>
                      <a:prstDash val="solid"/>
                    </a:lnR>
                    <a:lnT w="11300" cmpd="sng">
                      <a:solidFill>
                        <a:srgbClr val="CCCCCC"/>
                      </a:solidFill>
                      <a:prstDash val="solid"/>
                    </a:lnT>
                    <a:lnB w="113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/>
                        <a:t/>
                      </a:r>
                    </a:p>
                  </a:txBody>
                  <a:tcPr marL="38100" marR="38100" marT="25400" marB="25400" anchor="b">
                    <a:lnL w="11300" cmpd="sng">
                      <a:solidFill>
                        <a:srgbClr val="CCCCCC"/>
                      </a:solidFill>
                      <a:prstDash val="solid"/>
                    </a:lnL>
                    <a:lnR w="11300" cmpd="sng">
                      <a:solidFill>
                        <a:srgbClr val="CCCCCC"/>
                      </a:solidFill>
                      <a:prstDash val="solid"/>
                    </a:lnR>
                    <a:lnT w="11300" cmpd="sng">
                      <a:solidFill>
                        <a:srgbClr val="CCCCCC"/>
                      </a:solidFill>
                      <a:prstDash val="solid"/>
                    </a:lnT>
                    <a:lnB w="113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/>
                        <a:t/>
                      </a:r>
                    </a:p>
                  </a:txBody>
                  <a:tcPr marL="38100" marR="38100" marT="25400" marB="25400" anchor="b">
                    <a:lnL w="11300" cmpd="sng">
                      <a:solidFill>
                        <a:srgbClr val="CCCCCC"/>
                      </a:solidFill>
                      <a:prstDash val="solid"/>
                    </a:lnL>
                    <a:lnR w="11300" cmpd="sng">
                      <a:solidFill>
                        <a:srgbClr val="CCCCCC"/>
                      </a:solidFill>
                      <a:prstDash val="solid"/>
                    </a:lnR>
                    <a:lnT w="11300" cmpd="sng">
                      <a:solidFill>
                        <a:srgbClr val="CCCCCC"/>
                      </a:solidFill>
                      <a:prstDash val="solid"/>
                    </a:lnT>
                    <a:lnB w="113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/>
                        <a:t/>
                      </a:r>
                    </a:p>
                  </a:txBody>
                  <a:tcPr marL="38100" marR="38100" marT="25400" marB="25400" anchor="b">
                    <a:lnL w="11300" cmpd="sng">
                      <a:solidFill>
                        <a:srgbClr val="CCCCCC"/>
                      </a:solidFill>
                      <a:prstDash val="solid"/>
                    </a:lnL>
                    <a:lnR w="11300" cmpd="sng">
                      <a:solidFill>
                        <a:srgbClr val="000000"/>
                      </a:solidFill>
                      <a:prstDash val="solid"/>
                    </a:lnR>
                    <a:lnT w="11300" cmpd="sng">
                      <a:solidFill>
                        <a:srgbClr val="CCCCCC"/>
                      </a:solidFill>
                      <a:prstDash val="solid"/>
                    </a:lnT>
                    <a:lnB w="113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/>
                        <a:t/>
                      </a:r>
                    </a:p>
                  </a:txBody>
                  <a:tcPr marL="38100" marR="38100" marT="25400" marB="25400" anchor="b">
                    <a:lnL w="11300" cmpd="sng">
                      <a:solidFill>
                        <a:srgbClr val="000000"/>
                      </a:solidFill>
                      <a:prstDash val="solid"/>
                    </a:lnL>
                    <a:lnR w="11300" cmpd="sng">
                      <a:solidFill>
                        <a:srgbClr val="CCCCCC"/>
                      </a:solidFill>
                      <a:prstDash val="solid"/>
                    </a:lnR>
                    <a:lnT w="11300" cmpd="sng">
                      <a:solidFill>
                        <a:srgbClr val="CCCCCC"/>
                      </a:solidFill>
                      <a:prstDash val="solid"/>
                    </a:lnT>
                    <a:lnB w="113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/>
                        <a:t/>
                      </a:r>
                    </a:p>
                  </a:txBody>
                  <a:tcPr marL="38100" marR="38100" marT="25400" marB="25400" anchor="b">
                    <a:lnL w="11300" cmpd="sng">
                      <a:solidFill>
                        <a:srgbClr val="CCCCCC"/>
                      </a:solidFill>
                      <a:prstDash val="solid"/>
                    </a:lnL>
                    <a:lnR w="11300" cmpd="sng">
                      <a:solidFill>
                        <a:srgbClr val="000000"/>
                      </a:solidFill>
                      <a:prstDash val="solid"/>
                    </a:lnR>
                    <a:lnT w="11300" cmpd="sng">
                      <a:solidFill>
                        <a:srgbClr val="CCCCCC"/>
                      </a:solidFill>
                      <a:prstDash val="solid"/>
                    </a:lnT>
                    <a:lnB w="113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096" name="sanitized-shape-2301">
            <a:extLst xmlns:a="http://schemas.openxmlformats.org/drawingml/2006/main">
              <a:ext uri="{FF2B5EF4-FFF2-40B4-BE49-F238E27FC236}">
                <a16:creationId xmlns:a16="http://schemas.microsoft.com/office/drawing/2014/main" id="{6BDA72C5-3C3D-4B7F-B544-FCFE593AB4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36416" y="101600"/>
            <a:ext cx="10741800" cy="58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68550" tIns="68550" rIns="68550" bIns="68550" anchor="b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7895"/>
              <a:buFont typeface="Arial"/>
              <a:buNone/>
            </a:pPr>
            <a:r>
              <a:rPr sz="1900">
                <a:solidFill>
                  <a:srgbClr val="EB4726"/>
                </a:solidFill>
              </a:rPr>
              <a:t/>
            </a:r>
          </a:p>
        </p:txBody>
      </p:sp>
      <p:sp>
        <p:nvSpPr>
          <p:cNvPr id="3097" name="sanitized-shape-2302">
            <a:extLst xmlns:a="http://schemas.openxmlformats.org/drawingml/2006/main">
              <a:ext uri="{FF2B5EF4-FFF2-40B4-BE49-F238E27FC236}">
                <a16:creationId xmlns:a16="http://schemas.microsoft.com/office/drawing/2014/main" id="{A59D4DBE-B0AE-48B5-B4A0-BE79F19452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5473" y="6356350"/>
            <a:ext cx="766200" cy="36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69ADA83D-DF77-AA76-6DA0-7A70CD7A4D20}" type="slidenum">
              <a:t/>
            </a:fld>
          </a:p>
        </p:txBody>
      </p:sp>
      <p:sp>
        <p:nvSpPr>
          <p:cNvPr id="3098" name="sanitized-shape-2303">
            <a:extLst xmlns:a="http://schemas.openxmlformats.org/drawingml/2006/main">
              <a:ext uri="{FF2B5EF4-FFF2-40B4-BE49-F238E27FC236}">
                <a16:creationId xmlns:a16="http://schemas.microsoft.com/office/drawing/2014/main" id="{D836A581-CCF9-4C33-9A30-81C2A898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025" y="4148825"/>
            <a:ext cx="11240400" cy="2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36550" rIns="121875" bIns="12187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100" b="1" i="0" u="sng" cap="none">
                <a:solidFill>
                  <a:srgbClr val="EB5A3C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099" name="sanitized-shape-2304">
            <a:extLst xmlns:a="http://schemas.openxmlformats.org/drawingml/2006/main">
              <a:ext uri="{FF2B5EF4-FFF2-40B4-BE49-F238E27FC236}">
                <a16:creationId xmlns:a16="http://schemas.microsoft.com/office/drawing/2014/main" id="{BD5F9416-C392-4049-8996-1E70BF87B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0229" y="1602934"/>
            <a:ext cx="1338000" cy="10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50" cmpd="sng">
            <a:solidFill>
              <a:srgbClr val="EE0F0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100" name="sanitized-shape-2305">
            <a:extLst xmlns:a="http://schemas.openxmlformats.org/drawingml/2006/main">
              <a:ext uri="{FF2B5EF4-FFF2-40B4-BE49-F238E27FC236}">
                <a16:creationId xmlns:a16="http://schemas.microsoft.com/office/drawing/2014/main" id="{22F1894C-9068-405C-AEE4-8522958E2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3869" y="1448783"/>
            <a:ext cx="212700" cy="2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563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sz="10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3101" name="sanitized-shape-2306">
            <a:extLst xmlns:a="http://schemas.openxmlformats.org/drawingml/2006/main">
              <a:ext uri="{FF2B5EF4-FFF2-40B4-BE49-F238E27FC236}">
                <a16:creationId xmlns:a16="http://schemas.microsoft.com/office/drawing/2014/main" id="{A091354D-409D-4590-AF5D-93046363F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96" y="4425529"/>
            <a:ext cx="207000" cy="20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563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sz="9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3102" name="sanitized-shape-2307">
            <a:extLst xmlns:a="http://schemas.openxmlformats.org/drawingml/2006/main">
              <a:ext uri="{FF2B5EF4-FFF2-40B4-BE49-F238E27FC236}">
                <a16:creationId xmlns:a16="http://schemas.microsoft.com/office/drawing/2014/main" id="{E4FFE0EA-35FB-47A9-B461-C4E79397D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0100" y="1599134"/>
            <a:ext cx="2930100" cy="10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50" cmpd="sng">
            <a:solidFill>
              <a:srgbClr val="EE0F0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103" name="sanitized-shape-2308">
            <a:extLst xmlns:a="http://schemas.openxmlformats.org/drawingml/2006/main">
              <a:ext uri="{FF2B5EF4-FFF2-40B4-BE49-F238E27FC236}">
                <a16:creationId xmlns:a16="http://schemas.microsoft.com/office/drawing/2014/main" id="{EC996C19-152F-4E14-98DA-865A506CC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734" y="1462158"/>
            <a:ext cx="212700" cy="2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563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sz="10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3104" name="sanitized-shape-2309">
            <a:extLst xmlns:a="http://schemas.openxmlformats.org/drawingml/2006/main">
              <a:ext uri="{FF2B5EF4-FFF2-40B4-BE49-F238E27FC236}">
                <a16:creationId xmlns:a16="http://schemas.microsoft.com/office/drawing/2014/main" id="{5FD8B377-37C7-43FC-A812-7A0C98604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96" y="5286885"/>
            <a:ext cx="207000" cy="20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563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sz="9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3105" name="sanitized-shape-2310">
            <a:extLst xmlns:a="http://schemas.openxmlformats.org/drawingml/2006/main">
              <a:ext uri="{FF2B5EF4-FFF2-40B4-BE49-F238E27FC236}">
                <a16:creationId xmlns:a16="http://schemas.microsoft.com/office/drawing/2014/main" id="{32CABB75-4505-4A5A-9CBD-313261C70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7639" y="2384184"/>
            <a:ext cx="3087900" cy="27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50" cmpd="sng">
            <a:solidFill>
              <a:srgbClr val="EE0F0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106" name="sanitized-shape-2311">
            <a:extLst xmlns:a="http://schemas.openxmlformats.org/drawingml/2006/main">
              <a:ext uri="{FF2B5EF4-FFF2-40B4-BE49-F238E27FC236}">
                <a16:creationId xmlns:a16="http://schemas.microsoft.com/office/drawing/2014/main" id="{42E05B87-11A8-4CCF-BB41-B2A50CC3A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1908" y="2309217"/>
            <a:ext cx="212700" cy="2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563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sz="10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3107" name="sanitized-shape-2312">
            <a:extLst xmlns:a="http://schemas.openxmlformats.org/drawingml/2006/main">
              <a:ext uri="{FF2B5EF4-FFF2-40B4-BE49-F238E27FC236}">
                <a16:creationId xmlns:a16="http://schemas.microsoft.com/office/drawing/2014/main" id="{CFF06D1D-3C40-45A3-9CC4-ABCD4463C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96" y="5887017"/>
            <a:ext cx="207000" cy="20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563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sz="900" b="1">
                <a:solidFill>
                  <a:srgbClr val="FFFFFF"/>
                </a:solidFill>
              </a:rPr>
              <a:t/>
            </a:r>
          </a:p>
        </p:txBody>
      </p:sp>
      <p:graphicFrame>
        <p:nvGraphicFramePr>
          <p:cNvPr id="3127" name="sanitized-table-32"/>
          <p:cNvGraphicFramePr/>
          <p:nvPr/>
        </p:nvGraphicFramePr>
        <p:xfrm>
          <a:off xmlns:a="http://schemas.openxmlformats.org/drawingml/2006/main" x="3620361" y="3290666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{CDD7BB8A-1EDB-4F6B-BC6B-4E1E84436C22}</a:tableStyleId>
              </a:tblPr>
              <a:tblGrid>
                <a:gridCol w="2169200"/>
                <a:gridCol w="948100"/>
                <a:gridCol w="948100"/>
                <a:gridCol w="948100"/>
                <a:gridCol w="948100"/>
                <a:gridCol w="948100"/>
                <a:gridCol w="948100"/>
              </a:tblGrid>
              <a:tr h="19267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lnR w="10575" cmpd="sng">
                      <a:solidFill>
                        <a:srgbClr val="000000"/>
                      </a:solidFill>
                      <a:prstDash val="solid"/>
                    </a:lnR>
                    <a:lnT w="10575" cmpd="sng">
                      <a:solidFill>
                        <a:srgbClr val="000000"/>
                      </a:solidFill>
                      <a:prstDash val="solid"/>
                    </a:lnT>
                    <a:lnB w="1057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lnR w="10575" cmpd="sng">
                      <a:solidFill>
                        <a:srgbClr val="000000"/>
                      </a:solidFill>
                      <a:prstDash val="solid"/>
                    </a:lnR>
                    <a:lnT w="10575" cmpd="sng">
                      <a:solidFill>
                        <a:srgbClr val="000000"/>
                      </a:solidFill>
                      <a:prstDash val="solid"/>
                    </a:lnT>
                    <a:lnB w="1057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lnR w="10575" cmpd="sng">
                      <a:solidFill>
                        <a:srgbClr val="000000"/>
                      </a:solidFill>
                      <a:prstDash val="solid"/>
                    </a:lnR>
                    <a:lnT w="10575" cmpd="sng">
                      <a:solidFill>
                        <a:srgbClr val="000000"/>
                      </a:solidFill>
                      <a:prstDash val="solid"/>
                    </a:lnT>
                    <a:lnB w="1057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38100" marR="38100" marT="25400" marB="2540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lnR w="10575" cmpd="sng">
                      <a:solidFill>
                        <a:srgbClr val="000000"/>
                      </a:solidFill>
                      <a:prstDash val="solid"/>
                    </a:lnR>
                    <a:lnT w="10575" cmpd="sng">
                      <a:solidFill>
                        <a:srgbClr val="000000"/>
                      </a:solidFill>
                      <a:prstDash val="solid"/>
                    </a:lnT>
                    <a:lnB w="1057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/>
                        <a:t/>
                      </a:r>
                    </a:p>
                  </a:txBody>
                  <a:tcPr marL="38100" marR="38100" marT="25400" marB="2540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lnR w="10575" cmpd="sng">
                      <a:solidFill>
                        <a:srgbClr val="000000"/>
                      </a:solidFill>
                      <a:prstDash val="solid"/>
                    </a:lnR>
                    <a:lnT w="10575" cmpd="sng">
                      <a:solidFill>
                        <a:srgbClr val="000000"/>
                      </a:solidFill>
                      <a:prstDash val="solid"/>
                    </a:lnT>
                    <a:lnB w="1057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/>
                        <a:t/>
                      </a:r>
                    </a:p>
                  </a:txBody>
                  <a:tcPr marL="38100" marR="38100" marT="25400" marB="2540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lnR w="10575" cmpd="sng">
                      <a:solidFill>
                        <a:srgbClr val="000000"/>
                      </a:solidFill>
                      <a:prstDash val="solid"/>
                    </a:lnR>
                    <a:lnT w="10575" cmpd="sng">
                      <a:solidFill>
                        <a:srgbClr val="000000"/>
                      </a:solidFill>
                      <a:prstDash val="solid"/>
                    </a:lnT>
                    <a:lnB w="1057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/>
                        <a:t/>
                      </a:r>
                    </a:p>
                  </a:txBody>
                  <a:tcPr marL="38100" marR="38100" marT="25400" marB="2540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lnR w="10575" cmpd="sng">
                      <a:solidFill>
                        <a:srgbClr val="000000"/>
                      </a:solidFill>
                      <a:prstDash val="solid"/>
                    </a:lnR>
                    <a:lnT w="10575" cmpd="sng">
                      <a:solidFill>
                        <a:srgbClr val="000000"/>
                      </a:solidFill>
                      <a:prstDash val="solid"/>
                    </a:lnT>
                    <a:lnB w="1057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4CCCC"/>
                    </a:solidFill>
                  </a:tcPr>
                </a:tc>
              </a:tr>
              <a:tr h="19267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/>
                        <a:t/>
                      </a:r>
                    </a:p>
                  </a:txBody>
                  <a:tcPr marL="38100" marR="38100" marT="25400" marB="2540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lnR w="10575" cmpd="sng">
                      <a:solidFill>
                        <a:srgbClr val="000000"/>
                      </a:solidFill>
                      <a:prstDash val="solid"/>
                    </a:lnR>
                    <a:lnT w="10575" cmpd="sng">
                      <a:solidFill>
                        <a:srgbClr val="000000"/>
                      </a:solidFill>
                      <a:prstDash val="solid"/>
                    </a:lnT>
                    <a:lnB w="10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/>
                        <a:t/>
                      </a:r>
                    </a:p>
                  </a:txBody>
                  <a:tcPr marL="38100" marR="38100" marT="25400" marB="2540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lnR w="10575" cmpd="sng">
                      <a:solidFill>
                        <a:srgbClr val="000000"/>
                      </a:solidFill>
                      <a:prstDash val="solid"/>
                    </a:lnR>
                    <a:lnT w="10575" cmpd="sng">
                      <a:solidFill>
                        <a:srgbClr val="000000"/>
                      </a:solidFill>
                      <a:prstDash val="solid"/>
                    </a:lnT>
                    <a:lnB w="10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/>
                        <a:t/>
                      </a:r>
                    </a:p>
                  </a:txBody>
                  <a:tcPr marL="38100" marR="38100" marT="25400" marB="2540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lnR w="10575" cmpd="sng">
                      <a:solidFill>
                        <a:srgbClr val="000000"/>
                      </a:solidFill>
                      <a:prstDash val="solid"/>
                    </a:lnR>
                    <a:lnT w="10575" cmpd="sng">
                      <a:solidFill>
                        <a:srgbClr val="000000"/>
                      </a:solidFill>
                      <a:prstDash val="solid"/>
                    </a:lnT>
                    <a:lnB w="10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/>
                        <a:t/>
                      </a:r>
                    </a:p>
                  </a:txBody>
                  <a:tcPr marL="38100" marR="38100" marT="25400" marB="2540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lnR w="10575" cmpd="sng">
                      <a:solidFill>
                        <a:srgbClr val="000000"/>
                      </a:solidFill>
                      <a:prstDash val="solid"/>
                    </a:lnR>
                    <a:lnT w="10575" cmpd="sng">
                      <a:solidFill>
                        <a:srgbClr val="000000"/>
                      </a:solidFill>
                      <a:prstDash val="solid"/>
                    </a:lnT>
                    <a:lnB w="10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/>
                        <a:t/>
                      </a:r>
                    </a:p>
                  </a:txBody>
                  <a:tcPr marL="38100" marR="38100" marT="25400" marB="2540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lnR w="10575" cmpd="sng">
                      <a:solidFill>
                        <a:srgbClr val="000000"/>
                      </a:solidFill>
                      <a:prstDash val="solid"/>
                    </a:lnR>
                    <a:lnT w="10575" cmpd="sng">
                      <a:solidFill>
                        <a:srgbClr val="000000"/>
                      </a:solidFill>
                      <a:prstDash val="solid"/>
                    </a:lnT>
                    <a:lnB w="10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/>
                        <a:t/>
                      </a:r>
                    </a:p>
                  </a:txBody>
                  <a:tcPr marL="38100" marR="38100" marT="25400" marB="2540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lnR w="10575" cmpd="sng">
                      <a:solidFill>
                        <a:srgbClr val="000000"/>
                      </a:solidFill>
                      <a:prstDash val="solid"/>
                    </a:lnR>
                    <a:lnT w="10575" cmpd="sng">
                      <a:solidFill>
                        <a:srgbClr val="000000"/>
                      </a:solidFill>
                      <a:prstDash val="solid"/>
                    </a:lnT>
                    <a:lnB w="10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/>
                        <a:t/>
                      </a:r>
                    </a:p>
                  </a:txBody>
                  <a:tcPr marL="38100" marR="38100" marT="25400" marB="2540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lnR w="10575" cmpd="sng">
                      <a:solidFill>
                        <a:srgbClr val="000000"/>
                      </a:solidFill>
                      <a:prstDash val="solid"/>
                    </a:lnR>
                    <a:lnT w="10575" cmpd="sng">
                      <a:solidFill>
                        <a:srgbClr val="000000"/>
                      </a:solidFill>
                      <a:prstDash val="solid"/>
                    </a:lnT>
                    <a:lnB w="10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502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/>
                        <a:t/>
                      </a:r>
                    </a:p>
                  </a:txBody>
                  <a:tcPr marL="38100" marR="38100" marT="25400" marB="2540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lnR w="10575" cmpd="sng">
                      <a:solidFill>
                        <a:srgbClr val="000000"/>
                      </a:solidFill>
                      <a:prstDash val="solid"/>
                    </a:lnR>
                    <a:lnT w="10575" cmpd="sng">
                      <a:solidFill>
                        <a:srgbClr val="000000"/>
                      </a:solidFill>
                      <a:prstDash val="solid"/>
                    </a:lnT>
                    <a:lnB w="10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/>
                        <a:t/>
                      </a:r>
                    </a:p>
                  </a:txBody>
                  <a:tcPr marL="38100" marR="38100" marT="25400" marB="2540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lnR w="10575" cmpd="sng">
                      <a:solidFill>
                        <a:srgbClr val="000000"/>
                      </a:solidFill>
                      <a:prstDash val="solid"/>
                    </a:lnR>
                    <a:lnT w="10575" cmpd="sng">
                      <a:solidFill>
                        <a:srgbClr val="000000"/>
                      </a:solidFill>
                      <a:prstDash val="solid"/>
                    </a:lnT>
                    <a:lnB w="10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/>
                        <a:t/>
                      </a:r>
                    </a:p>
                  </a:txBody>
                  <a:tcPr marL="38100" marR="38100" marT="25400" marB="2540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lnR w="10575" cmpd="sng">
                      <a:solidFill>
                        <a:srgbClr val="000000"/>
                      </a:solidFill>
                      <a:prstDash val="solid"/>
                    </a:lnR>
                    <a:lnT w="10575" cmpd="sng">
                      <a:solidFill>
                        <a:srgbClr val="000000"/>
                      </a:solidFill>
                      <a:prstDash val="solid"/>
                    </a:lnT>
                    <a:lnB w="10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/>
                        <a:t/>
                      </a:r>
                    </a:p>
                  </a:txBody>
                  <a:tcPr marL="38100" marR="38100" marT="25400" marB="2540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lnR w="10575" cmpd="sng">
                      <a:solidFill>
                        <a:srgbClr val="000000"/>
                      </a:solidFill>
                      <a:prstDash val="solid"/>
                    </a:lnR>
                    <a:lnT w="10575" cmpd="sng">
                      <a:solidFill>
                        <a:srgbClr val="000000"/>
                      </a:solidFill>
                      <a:prstDash val="solid"/>
                    </a:lnT>
                    <a:lnB w="10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/>
                        <a:t/>
                      </a:r>
                    </a:p>
                  </a:txBody>
                  <a:tcPr marL="38100" marR="38100" marT="25400" marB="2540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lnR w="10575" cmpd="sng">
                      <a:solidFill>
                        <a:srgbClr val="000000"/>
                      </a:solidFill>
                      <a:prstDash val="solid"/>
                    </a:lnR>
                    <a:lnT w="10575" cmpd="sng">
                      <a:solidFill>
                        <a:srgbClr val="000000"/>
                      </a:solidFill>
                      <a:prstDash val="solid"/>
                    </a:lnT>
                    <a:lnB w="10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/>
                        <a:t/>
                      </a:r>
                    </a:p>
                  </a:txBody>
                  <a:tcPr marL="38100" marR="38100" marT="25400" marB="2540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lnR w="10575" cmpd="sng">
                      <a:solidFill>
                        <a:srgbClr val="000000"/>
                      </a:solidFill>
                      <a:prstDash val="solid"/>
                    </a:lnR>
                    <a:lnT w="10575" cmpd="sng">
                      <a:solidFill>
                        <a:srgbClr val="000000"/>
                      </a:solidFill>
                      <a:prstDash val="solid"/>
                    </a:lnT>
                    <a:lnB w="10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/>
                        <a:t/>
                      </a:r>
                    </a:p>
                  </a:txBody>
                  <a:tcPr marL="38100" marR="38100" marT="25400" marB="2540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lnR w="10575" cmpd="sng">
                      <a:solidFill>
                        <a:srgbClr val="000000"/>
                      </a:solidFill>
                      <a:prstDash val="solid"/>
                    </a:lnR>
                    <a:lnT w="10575" cmpd="sng">
                      <a:solidFill>
                        <a:srgbClr val="000000"/>
                      </a:solidFill>
                      <a:prstDash val="solid"/>
                    </a:lnT>
                    <a:lnB w="10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09" name="sanitized-shape-2313">
            <a:extLst xmlns:a="http://schemas.openxmlformats.org/drawingml/2006/main">
              <a:ext uri="{FF2B5EF4-FFF2-40B4-BE49-F238E27FC236}">
                <a16:creationId xmlns:a16="http://schemas.microsoft.com/office/drawing/2014/main" id="{49B6C76D-A7A3-42FE-9BC8-037F5D213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6024" y="3535491"/>
            <a:ext cx="18540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1">
                <a:solidFill>
                  <a:srgbClr val="EE0F0F"/>
                </a:solidFill>
              </a:rPr>
              <a:t/>
            </a:r>
          </a:p>
        </p:txBody>
      </p:sp>
      <p:sp>
        <p:nvSpPr>
          <p:cNvPr id="3110" name="sanitized-shape-2314">
            <a:extLst xmlns:a="http://schemas.openxmlformats.org/drawingml/2006/main">
              <a:ext uri="{FF2B5EF4-FFF2-40B4-BE49-F238E27FC236}">
                <a16:creationId xmlns:a16="http://schemas.microsoft.com/office/drawing/2014/main" id="{E9E76155-9549-4ADE-8C10-9CA14C449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9347" y="3583591"/>
            <a:ext cx="291000" cy="207300"/>
          </a:xfrm>
          <a:prstGeom xmlns:a="http://schemas.openxmlformats.org/drawingml/2006/main" prst="rightArrow">
            <a:avLst>
              <a:gd name="adj1" fmla="val 50000"/>
              <a:gd name="adj2" fmla="val 50000"/>
            </a:avLst>
          </a:prstGeom>
          <a:solidFill xmlns:a="http://schemas.openxmlformats.org/drawingml/2006/main">
            <a:srgbClr val="EE0F0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111" name="sanitized-shape-2315">
            <a:extLst xmlns:a="http://schemas.openxmlformats.org/drawingml/2006/main">
              <a:ext uri="{FF2B5EF4-FFF2-40B4-BE49-F238E27FC236}">
                <a16:creationId xmlns:a16="http://schemas.microsoft.com/office/drawing/2014/main" id="{9603BD85-ECA3-4008-B59B-3D8DA9A4D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>
            <a:off x="6152225" y="3184200"/>
            <a:ext cx="4795100" cy="105075"/>
          </a:xfrm>
          <a:prstGeom xmlns:a="http://schemas.openxmlformats.org/drawingml/2006/main" prst="flowChartManualOperation">
            <a:avLst/>
          </a:prstGeom>
          <a:solidFill xmlns:a="http://schemas.openxmlformats.org/drawingml/2006/main">
            <a:srgbClr val="E7E6E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630804350"/>
      </p:ext>
    </p:extLst>
  </p:cSld>
</p:sld>
</file>

<file path=ppt/slides/slide4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3132" name="sanitized-table-33"/>
          <p:cNvGraphicFramePr/>
          <p:nvPr/>
        </p:nvGraphicFramePr>
        <p:xfrm>
          <a:off xmlns:a="http://schemas.openxmlformats.org/drawingml/2006/main" x="322698" y="1795352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{CDD7BB8A-1EDB-4F6B-BC6B-4E1E84436C22}</a:tableStyleId>
              </a:tblPr>
              <a:tblGrid>
                <a:gridCol w="601625"/>
                <a:gridCol w="525625"/>
                <a:gridCol w="1448175"/>
                <a:gridCol w="510000"/>
                <a:gridCol w="637000"/>
                <a:gridCol w="637000"/>
                <a:gridCol w="637000"/>
                <a:gridCol w="637000"/>
                <a:gridCol w="637000"/>
                <a:gridCol w="637000"/>
                <a:gridCol w="637000"/>
                <a:gridCol w="510350"/>
                <a:gridCol w="763675"/>
                <a:gridCol w="637000"/>
                <a:gridCol w="637000"/>
                <a:gridCol w="637000"/>
                <a:gridCol w="637000"/>
              </a:tblGrid>
              <a:tr h="173425">
                <a:tc gridSpan="3"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lnR w="10575" cmpd="sng">
                      <a:solidFill>
                        <a:srgbClr val="000000"/>
                      </a:solidFill>
                      <a:prstDash val="solid"/>
                    </a:lnR>
                    <a:lnT w="10575" cmpd="sng">
                      <a:solidFill>
                        <a:srgbClr val="000000"/>
                      </a:solidFill>
                      <a:prstDash val="solid"/>
                    </a:lnT>
                    <a:lnB w="10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gridSpan="5"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lnR w="10575" cmpd="sng">
                      <a:solidFill>
                        <a:srgbClr val="000000"/>
                      </a:solidFill>
                      <a:prstDash val="solid"/>
                    </a:lnR>
                    <a:lnT w="10575" cmpd="sng">
                      <a:solidFill>
                        <a:srgbClr val="000000"/>
                      </a:solidFill>
                      <a:prstDash val="solid"/>
                    </a:lnT>
                    <a:lnB w="1057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gridSpan="9"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lnR w="10575" cmpd="sng">
                      <a:solidFill>
                        <a:srgbClr val="000000"/>
                      </a:solidFill>
                      <a:prstDash val="solid"/>
                    </a:lnR>
                    <a:lnT w="10575" cmpd="sng">
                      <a:solidFill>
                        <a:srgbClr val="000000"/>
                      </a:solidFill>
                      <a:prstDash val="solid"/>
                    </a:lnT>
                    <a:lnB w="1057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</a:tr>
              <a:tr h="414800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lnR w="10575" cmpd="sng">
                      <a:solidFill>
                        <a:srgbClr val="000000"/>
                      </a:solidFill>
                      <a:prstDash val="solid"/>
                    </a:lnR>
                    <a:lnT w="10575" cmpd="sng">
                      <a:solidFill>
                        <a:srgbClr val="000000"/>
                      </a:solidFill>
                      <a:prstDash val="solid"/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lnT w="10575" cmpd="sng">
                      <a:solidFill>
                        <a:srgbClr val="000000"/>
                      </a:solidFill>
                      <a:prstDash val="solid"/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T w="10575" cmpd="sng">
                      <a:solidFill>
                        <a:srgbClr val="000000"/>
                      </a:solidFill>
                      <a:prstDash val="solid"/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T w="10575" cmpd="sng">
                      <a:solidFill>
                        <a:srgbClr val="000000"/>
                      </a:solidFill>
                      <a:prstDash val="solid"/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T w="10575" cmpd="sng">
                      <a:solidFill>
                        <a:srgbClr val="000000"/>
                      </a:solidFill>
                      <a:prstDash val="solid"/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T w="10575" cmpd="sng">
                      <a:solidFill>
                        <a:srgbClr val="000000"/>
                      </a:solidFill>
                      <a:prstDash val="solid"/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T w="10575" cmpd="sng">
                      <a:solidFill>
                        <a:srgbClr val="000000"/>
                      </a:solidFill>
                      <a:prstDash val="solid"/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R w="10575" cmpd="sng">
                      <a:solidFill>
                        <a:srgbClr val="000000"/>
                      </a:solidFill>
                      <a:prstDash val="solid"/>
                    </a:lnR>
                    <a:lnT w="10575" cmpd="sng">
                      <a:solidFill>
                        <a:srgbClr val="000000"/>
                      </a:solidFill>
                      <a:prstDash val="solid"/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lnT w="10575" cmpd="sng">
                      <a:solidFill>
                        <a:srgbClr val="000000"/>
                      </a:solidFill>
                      <a:prstDash val="solid"/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T w="10575" cmpd="sng">
                      <a:solidFill>
                        <a:srgbClr val="000000"/>
                      </a:solidFill>
                      <a:prstDash val="solid"/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R w="10575" cmpd="sng">
                      <a:solidFill>
                        <a:srgbClr val="000000"/>
                      </a:solidFill>
                      <a:prstDash val="solid"/>
                    </a:lnR>
                    <a:lnT w="10575" cmpd="sng">
                      <a:solidFill>
                        <a:srgbClr val="000000"/>
                      </a:solidFill>
                      <a:prstDash val="solid"/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lnT w="10575" cmpd="sng">
                      <a:solidFill>
                        <a:srgbClr val="000000"/>
                      </a:solidFill>
                      <a:prstDash val="solid"/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T w="10575" cmpd="sng">
                      <a:solidFill>
                        <a:srgbClr val="000000"/>
                      </a:solidFill>
                      <a:prstDash val="solid"/>
                    </a:lnT>
                    <a:lnB w="1057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R w="10575" cmpd="sng">
                      <a:solidFill>
                        <a:srgbClr val="000000"/>
                      </a:solidFill>
                      <a:prstDash val="solid"/>
                    </a:lnR>
                    <a:lnT w="10575" cmpd="sng">
                      <a:solidFill>
                        <a:srgbClr val="000000"/>
                      </a:solidFill>
                      <a:prstDash val="solid"/>
                    </a:lnT>
                    <a:lnB w="1057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lnT w="10575" cmpd="sng">
                      <a:solidFill>
                        <a:srgbClr val="000000"/>
                      </a:solidFill>
                      <a:prstDash val="solid"/>
                    </a:lnT>
                    <a:lnB w="1057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R w="10575" cmpd="sng">
                      <a:solidFill>
                        <a:srgbClr val="000000"/>
                      </a:solidFill>
                      <a:prstDash val="solid"/>
                    </a:lnR>
                    <a:lnT w="10575" cmpd="sng">
                      <a:solidFill>
                        <a:srgbClr val="000000"/>
                      </a:solidFill>
                      <a:prstDash val="solid"/>
                    </a:lnT>
                    <a:lnB w="1057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lnR w="10575" cmpd="sng">
                      <a:solidFill>
                        <a:srgbClr val="000000"/>
                      </a:solidFill>
                      <a:prstDash val="solid"/>
                    </a:lnR>
                    <a:lnT w="10575" cmpd="sng">
                      <a:solidFill>
                        <a:srgbClr val="000000"/>
                      </a:solidFill>
                      <a:prstDash val="solid"/>
                    </a:lnT>
                    <a:lnB w="1057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434343"/>
                    </a:solidFill>
                  </a:tcPr>
                </a:tc>
              </a:tr>
              <a:tr h="193525">
                <a:tc rowSpan="8"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ctr">
                    <a:lnL w="10575" cmpd="sng">
                      <a:solidFill>
                        <a:srgbClr val="000000"/>
                      </a:solidFill>
                      <a:prstDash val="solid"/>
                    </a:lnL>
                    <a:lnR w="10575" cmpd="sng">
                      <a:solidFill>
                        <a:srgbClr val="000000"/>
                      </a:solidFill>
                      <a:prstDash val="solid"/>
                    </a:lnR>
                    <a:lnB w="10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 i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lnR w="10575" cmpd="sng">
                      <a:solidFill>
                        <a:srgbClr val="000000"/>
                      </a:solidFill>
                      <a:prstDash val="solid"/>
                    </a:lnR>
                    <a:lnB w="1057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lnB w="10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B w="10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B w="10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B w="10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R w="10575" cmpd="sng">
                      <a:solidFill>
                        <a:srgbClr val="000000"/>
                      </a:solidFill>
                      <a:prstDash val="solid"/>
                    </a:lnR>
                    <a:lnB w="10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lnB w="10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B w="10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B w="10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R w="10575" cmpd="sng">
                      <a:solidFill>
                        <a:srgbClr val="000000"/>
                      </a:solidFill>
                      <a:prstDash val="solid"/>
                    </a:lnR>
                    <a:lnB w="10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lnT w="10575" cmpd="sng">
                      <a:solidFill>
                        <a:srgbClr val="000000"/>
                      </a:solidFill>
                      <a:prstDash val="solid"/>
                    </a:lnT>
                    <a:lnB w="10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R w="10575" cmpd="sng">
                      <a:solidFill>
                        <a:srgbClr val="000000"/>
                      </a:solidFill>
                      <a:prstDash val="solid"/>
                    </a:lnR>
                    <a:lnT w="10575" cmpd="sng">
                      <a:solidFill>
                        <a:srgbClr val="000000"/>
                      </a:solidFill>
                      <a:prstDash val="solid"/>
                    </a:lnT>
                    <a:lnB w="10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lnT w="10575" cmpd="sng">
                      <a:solidFill>
                        <a:srgbClr val="000000"/>
                      </a:solidFill>
                      <a:prstDash val="solid"/>
                    </a:lnT>
                    <a:lnB w="10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R w="10575" cmpd="sng">
                      <a:solidFill>
                        <a:srgbClr val="000000"/>
                      </a:solidFill>
                      <a:prstDash val="solid"/>
                    </a:lnR>
                    <a:lnT w="10575" cmpd="sng">
                      <a:solidFill>
                        <a:srgbClr val="000000"/>
                      </a:solidFill>
                      <a:prstDash val="solid"/>
                    </a:lnT>
                    <a:lnB w="10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lnR w="10575" cmpd="sng">
                      <a:solidFill>
                        <a:srgbClr val="000000"/>
                      </a:solidFill>
                      <a:prstDash val="solid"/>
                    </a:lnR>
                    <a:lnT w="10575" cmpd="sng">
                      <a:solidFill>
                        <a:srgbClr val="000000"/>
                      </a:solidFill>
                      <a:prstDash val="solid"/>
                    </a:lnT>
                    <a:lnB w="10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3525"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gridSpan="2"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 i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lnR w="10575" cmpd="sng">
                      <a:solidFill>
                        <a:srgbClr val="000000"/>
                      </a:solidFill>
                      <a:prstDash val="solid"/>
                    </a:lnR>
                    <a:lnT w="10575" cmpd="sng">
                      <a:solidFill>
                        <a:srgbClr val="000000"/>
                      </a:solidFill>
                      <a:prstDash val="solid"/>
                    </a:lnT>
                    <a:lnB w="1057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lnT w="10575" cmpd="sng">
                      <a:solidFill>
                        <a:srgbClr val="000000"/>
                      </a:solidFill>
                      <a:prstDash val="solid"/>
                    </a:lnT>
                    <a:lnB w="10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T w="10575" cmpd="sng">
                      <a:solidFill>
                        <a:srgbClr val="000000"/>
                      </a:solidFill>
                      <a:prstDash val="solid"/>
                    </a:lnT>
                    <a:lnB w="10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T w="10575" cmpd="sng">
                      <a:solidFill>
                        <a:srgbClr val="000000"/>
                      </a:solidFill>
                      <a:prstDash val="solid"/>
                    </a:lnT>
                    <a:lnB w="10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T w="10575" cmpd="sng">
                      <a:solidFill>
                        <a:srgbClr val="000000"/>
                      </a:solidFill>
                      <a:prstDash val="solid"/>
                    </a:lnT>
                    <a:lnB w="10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R w="10575" cmpd="sng">
                      <a:solidFill>
                        <a:srgbClr val="000000"/>
                      </a:solidFill>
                      <a:prstDash val="solid"/>
                    </a:lnR>
                    <a:lnT w="10575" cmpd="sng">
                      <a:solidFill>
                        <a:srgbClr val="000000"/>
                      </a:solidFill>
                      <a:prstDash val="solid"/>
                    </a:lnT>
                    <a:lnB w="10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lnT w="10575" cmpd="sng">
                      <a:solidFill>
                        <a:srgbClr val="000000"/>
                      </a:solidFill>
                      <a:prstDash val="solid"/>
                    </a:lnT>
                    <a:lnB w="10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T w="10575" cmpd="sng">
                      <a:solidFill>
                        <a:srgbClr val="000000"/>
                      </a:solidFill>
                      <a:prstDash val="solid"/>
                    </a:lnT>
                    <a:lnB w="10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T w="10575" cmpd="sng">
                      <a:solidFill>
                        <a:srgbClr val="000000"/>
                      </a:solidFill>
                      <a:prstDash val="solid"/>
                    </a:lnT>
                    <a:lnB w="10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R w="10575" cmpd="sng">
                      <a:solidFill>
                        <a:srgbClr val="000000"/>
                      </a:solidFill>
                      <a:prstDash val="solid"/>
                    </a:lnR>
                    <a:lnT w="10575" cmpd="sng">
                      <a:solidFill>
                        <a:srgbClr val="000000"/>
                      </a:solidFill>
                      <a:prstDash val="solid"/>
                    </a:lnT>
                    <a:lnB w="10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lnT w="10575" cmpd="sng">
                      <a:solidFill>
                        <a:srgbClr val="000000"/>
                      </a:solidFill>
                      <a:prstDash val="solid"/>
                    </a:lnT>
                    <a:lnB w="1057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R w="10575" cmpd="sng">
                      <a:solidFill>
                        <a:srgbClr val="000000"/>
                      </a:solidFill>
                      <a:prstDash val="solid"/>
                    </a:lnR>
                    <a:lnT w="10575" cmpd="sng">
                      <a:solidFill>
                        <a:srgbClr val="000000"/>
                      </a:solidFill>
                      <a:prstDash val="solid"/>
                    </a:lnT>
                    <a:lnB w="1057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lnT w="10575" cmpd="sng">
                      <a:solidFill>
                        <a:srgbClr val="000000"/>
                      </a:solidFill>
                      <a:prstDash val="solid"/>
                    </a:lnT>
                    <a:lnB w="1057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R w="10575" cmpd="sng">
                      <a:solidFill>
                        <a:srgbClr val="000000"/>
                      </a:solidFill>
                      <a:prstDash val="solid"/>
                    </a:lnR>
                    <a:lnT w="10575" cmpd="sng">
                      <a:solidFill>
                        <a:srgbClr val="000000"/>
                      </a:solidFill>
                      <a:prstDash val="solid"/>
                    </a:lnT>
                    <a:lnB w="1057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lnR w="10575" cmpd="sng">
                      <a:solidFill>
                        <a:srgbClr val="000000"/>
                      </a:solidFill>
                      <a:prstDash val="solid"/>
                    </a:lnR>
                    <a:lnT w="10575" cmpd="sng">
                      <a:solidFill>
                        <a:srgbClr val="000000"/>
                      </a:solidFill>
                      <a:prstDash val="solid"/>
                    </a:lnT>
                    <a:lnB w="1057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</a:tr>
              <a:tr h="193525"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i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lnT w="10575" cmpd="sng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R w="10575" cmpd="sng">
                      <a:solidFill>
                        <a:srgbClr val="000000"/>
                      </a:solidFill>
                      <a:prstDash val="solid"/>
                    </a:lnR>
                    <a:lnT w="10575" cmpd="sng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lnT w="10575" cmpd="sng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T w="10575" cmpd="sng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T w="10575" cmpd="sng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T w="10575" cmpd="sng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R w="10575" cmpd="sng">
                      <a:solidFill>
                        <a:srgbClr val="000000"/>
                      </a:solidFill>
                      <a:prstDash val="solid"/>
                    </a:lnR>
                    <a:lnT w="10575" cmpd="sng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lnT w="10575" cmpd="sng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T w="10575" cmpd="sng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T w="10575" cmpd="sng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R w="10575" cmpd="sng">
                      <a:solidFill>
                        <a:srgbClr val="000000"/>
                      </a:solidFill>
                      <a:prstDash val="solid"/>
                    </a:lnR>
                    <a:lnT w="10575" cmpd="sng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lnT w="10575" cmpd="sng">
                      <a:solidFill>
                        <a:srgbClr val="000000"/>
                      </a:solidFill>
                      <a:prstDash val="solid"/>
                    </a:lnT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R w="10575" cmpd="sng">
                      <a:solidFill>
                        <a:srgbClr val="000000"/>
                      </a:solidFill>
                      <a:prstDash val="solid"/>
                    </a:lnR>
                    <a:lnT w="10575" cmpd="sng">
                      <a:solidFill>
                        <a:srgbClr val="000000"/>
                      </a:solidFill>
                      <a:prstDash val="solid"/>
                    </a:lnT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lnT w="10575" cmpd="sng">
                      <a:solidFill>
                        <a:srgbClr val="000000"/>
                      </a:solidFill>
                      <a:prstDash val="solid"/>
                    </a:lnT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R w="10575" cmpd="sng">
                      <a:solidFill>
                        <a:srgbClr val="000000"/>
                      </a:solidFill>
                      <a:prstDash val="solid"/>
                    </a:lnR>
                    <a:lnT w="10575" cmpd="sng">
                      <a:solidFill>
                        <a:srgbClr val="000000"/>
                      </a:solidFill>
                      <a:prstDash val="solid"/>
                    </a:lnT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lnR w="10575" cmpd="sng">
                      <a:solidFill>
                        <a:srgbClr val="000000"/>
                      </a:solidFill>
                      <a:prstDash val="solid"/>
                    </a:lnR>
                    <a:lnT w="10575" cmpd="sng">
                      <a:solidFill>
                        <a:srgbClr val="000000"/>
                      </a:solidFill>
                      <a:prstDash val="solid"/>
                    </a:lnT>
                    <a:solidFill>
                      <a:srgbClr val="D9EAD3"/>
                    </a:solidFill>
                  </a:tcPr>
                </a:tc>
              </a:tr>
              <a:tr h="193525"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i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R w="10575" cmpd="sng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/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/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/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R w="10575" cmpd="sng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/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/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R w="10575" cmpd="sng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R w="10575" cmpd="sng">
                      <a:solidFill>
                        <a:srgbClr val="000000"/>
                      </a:solidFill>
                      <a:prstDash val="solid"/>
                    </a:lnR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R w="10575" cmpd="sng">
                      <a:solidFill>
                        <a:srgbClr val="000000"/>
                      </a:solidFill>
                      <a:prstDash val="solid"/>
                    </a:lnR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lnR w="10575" cmpd="sng">
                      <a:solidFill>
                        <a:srgbClr val="000000"/>
                      </a:solidFill>
                      <a:prstDash val="solid"/>
                    </a:lnR>
                    <a:solidFill>
                      <a:srgbClr val="D9EAD3"/>
                    </a:solidFill>
                  </a:tcPr>
                </a:tc>
              </a:tr>
              <a:tr h="193525"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i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R w="10575" cmpd="sng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/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/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/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R w="10575" cmpd="sng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/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/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R w="10575" cmpd="sng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R w="10575" cmpd="sng">
                      <a:solidFill>
                        <a:srgbClr val="000000"/>
                      </a:solidFill>
                      <a:prstDash val="solid"/>
                    </a:lnR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R w="10575" cmpd="sng">
                      <a:solidFill>
                        <a:srgbClr val="000000"/>
                      </a:solidFill>
                      <a:prstDash val="solid"/>
                    </a:lnR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lnR w="10575" cmpd="sng">
                      <a:solidFill>
                        <a:srgbClr val="000000"/>
                      </a:solidFill>
                      <a:prstDash val="solid"/>
                    </a:lnR>
                    <a:solidFill>
                      <a:srgbClr val="D9EAD3"/>
                    </a:solidFill>
                  </a:tcPr>
                </a:tc>
              </a:tr>
              <a:tr h="193525"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i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R w="10575" cmpd="sng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/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/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/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R w="10575" cmpd="sng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/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/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R w="10575" cmpd="sng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R w="10575" cmpd="sng">
                      <a:solidFill>
                        <a:srgbClr val="000000"/>
                      </a:solidFill>
                      <a:prstDash val="solid"/>
                    </a:ln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R w="10575" cmpd="sng">
                      <a:solidFill>
                        <a:srgbClr val="000000"/>
                      </a:solidFill>
                      <a:prstDash val="solid"/>
                    </a:ln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lnR w="10575" cmpd="sng">
                      <a:solidFill>
                        <a:srgbClr val="000000"/>
                      </a:solidFill>
                      <a:prstDash val="solid"/>
                    </a:lnR>
                    <a:solidFill>
                      <a:srgbClr val="F4CCCC"/>
                    </a:solidFill>
                  </a:tcPr>
                </a:tc>
              </a:tr>
              <a:tr h="193525"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i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R w="10575" cmpd="sng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/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/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/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R w="10575" cmpd="sng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/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/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R w="10575" cmpd="sng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R w="10575" cmpd="sng">
                      <a:solidFill>
                        <a:srgbClr val="000000"/>
                      </a:solidFill>
                      <a:prstDash val="solid"/>
                    </a:ln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R w="10575" cmpd="sng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lnR w="10575" cmpd="sng">
                      <a:solidFill>
                        <a:srgbClr val="000000"/>
                      </a:solidFill>
                      <a:prstDash val="solid"/>
                    </a:lnR>
                    <a:solidFill>
                      <a:srgbClr val="D9EAD3"/>
                    </a:solidFill>
                  </a:tcPr>
                </a:tc>
              </a:tr>
              <a:tr h="193525"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i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lnB w="10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R w="10575" cmpd="sng">
                      <a:solidFill>
                        <a:srgbClr val="000000"/>
                      </a:solidFill>
                      <a:prstDash val="solid"/>
                    </a:lnR>
                    <a:lnB w="12700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lnB w="10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B w="10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B w="10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B w="10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R w="10575" cmpd="sng">
                      <a:solidFill>
                        <a:srgbClr val="000000"/>
                      </a:solidFill>
                      <a:prstDash val="solid"/>
                    </a:lnR>
                    <a:lnB w="10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lnB w="10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B w="10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B w="10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R w="10575" cmpd="sng">
                      <a:solidFill>
                        <a:srgbClr val="000000"/>
                      </a:solidFill>
                      <a:prstDash val="solid"/>
                    </a:lnR>
                    <a:lnB w="10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lnB w="1057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R w="10575" cmpd="sng">
                      <a:solidFill>
                        <a:srgbClr val="000000"/>
                      </a:solidFill>
                      <a:prstDash val="solid"/>
                    </a:lnR>
                    <a:lnB w="1057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lnB w="1057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R w="10575" cmpd="sng">
                      <a:solidFill>
                        <a:srgbClr val="000000"/>
                      </a:solidFill>
                      <a:prstDash val="solid"/>
                    </a:lnR>
                    <a:lnB w="10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lnR w="10575" cmpd="sng">
                      <a:solidFill>
                        <a:srgbClr val="000000"/>
                      </a:solidFill>
                      <a:prstDash val="solid"/>
                    </a:lnR>
                    <a:lnB w="1057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</a:tr>
              <a:tr h="193525">
                <a:tc rowSpan="5"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ctr">
                    <a:lnL w="10575" cmpd="sng">
                      <a:solidFill>
                        <a:srgbClr val="000000"/>
                      </a:solidFill>
                      <a:prstDash val="solid"/>
                    </a:lnL>
                    <a:lnR w="10575" cmpd="sng">
                      <a:solidFill>
                        <a:srgbClr val="000000"/>
                      </a:solidFill>
                      <a:prstDash val="solid"/>
                    </a:lnR>
                    <a:lnT w="10575" cmpd="sng">
                      <a:solidFill>
                        <a:srgbClr val="000000"/>
                      </a:solidFill>
                      <a:prstDash val="solid"/>
                    </a:lnT>
                    <a:lnB w="10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 i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lnR w="10575" cmpd="sng">
                      <a:solidFill>
                        <a:srgbClr val="000000"/>
                      </a:solidFill>
                      <a:prstDash val="solid"/>
                    </a:lnR>
                    <a:lnT w="10575" cmpd="sng">
                      <a:solidFill>
                        <a:srgbClr val="000000"/>
                      </a:solidFill>
                      <a:prstDash val="solid"/>
                    </a:lnT>
                    <a:lnB w="1057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lnT w="10575" cmpd="sng">
                      <a:solidFill>
                        <a:srgbClr val="000000"/>
                      </a:solidFill>
                      <a:prstDash val="solid"/>
                    </a:lnT>
                    <a:lnB w="10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T w="10575" cmpd="sng">
                      <a:solidFill>
                        <a:srgbClr val="000000"/>
                      </a:solidFill>
                      <a:prstDash val="solid"/>
                    </a:lnT>
                    <a:lnB w="10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T w="10575" cmpd="sng">
                      <a:solidFill>
                        <a:srgbClr val="000000"/>
                      </a:solidFill>
                      <a:prstDash val="solid"/>
                    </a:lnT>
                    <a:lnB w="10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T w="10575" cmpd="sng">
                      <a:solidFill>
                        <a:srgbClr val="000000"/>
                      </a:solidFill>
                      <a:prstDash val="solid"/>
                    </a:lnT>
                    <a:lnB w="10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R w="10575" cmpd="sng">
                      <a:solidFill>
                        <a:srgbClr val="000000"/>
                      </a:solidFill>
                      <a:prstDash val="solid"/>
                    </a:lnR>
                    <a:lnT w="10575" cmpd="sng">
                      <a:solidFill>
                        <a:srgbClr val="000000"/>
                      </a:solidFill>
                      <a:prstDash val="solid"/>
                    </a:lnT>
                    <a:lnB w="10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lnT w="10575" cmpd="sng">
                      <a:solidFill>
                        <a:srgbClr val="000000"/>
                      </a:solidFill>
                      <a:prstDash val="solid"/>
                    </a:lnT>
                    <a:lnB w="10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T w="10575" cmpd="sng">
                      <a:solidFill>
                        <a:srgbClr val="000000"/>
                      </a:solidFill>
                      <a:prstDash val="solid"/>
                    </a:lnT>
                    <a:lnB w="10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T w="10575" cmpd="sng">
                      <a:solidFill>
                        <a:srgbClr val="000000"/>
                      </a:solidFill>
                      <a:prstDash val="solid"/>
                    </a:lnT>
                    <a:lnB w="10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R w="10575" cmpd="sng">
                      <a:solidFill>
                        <a:srgbClr val="000000"/>
                      </a:solidFill>
                      <a:prstDash val="solid"/>
                    </a:lnR>
                    <a:lnT w="10575" cmpd="sng">
                      <a:solidFill>
                        <a:srgbClr val="000000"/>
                      </a:solidFill>
                      <a:prstDash val="solid"/>
                    </a:lnT>
                    <a:lnB w="10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lnT w="10575" cmpd="sng">
                      <a:solidFill>
                        <a:srgbClr val="000000"/>
                      </a:solidFill>
                      <a:prstDash val="solid"/>
                    </a:lnT>
                    <a:lnB w="10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R w="10575" cmpd="sng">
                      <a:solidFill>
                        <a:srgbClr val="000000"/>
                      </a:solidFill>
                      <a:prstDash val="solid"/>
                    </a:lnR>
                    <a:lnT w="10575" cmpd="sng">
                      <a:solidFill>
                        <a:srgbClr val="000000"/>
                      </a:solidFill>
                      <a:prstDash val="solid"/>
                    </a:lnT>
                    <a:lnB w="10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lnT w="10575" cmpd="sng">
                      <a:solidFill>
                        <a:srgbClr val="000000"/>
                      </a:solidFill>
                      <a:prstDash val="solid"/>
                    </a:lnT>
                    <a:lnB w="10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R w="10575" cmpd="sng">
                      <a:solidFill>
                        <a:srgbClr val="000000"/>
                      </a:solidFill>
                      <a:prstDash val="solid"/>
                    </a:lnR>
                    <a:lnT w="10575" cmpd="sng">
                      <a:solidFill>
                        <a:srgbClr val="000000"/>
                      </a:solidFill>
                      <a:prstDash val="solid"/>
                    </a:lnT>
                    <a:lnB w="10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lnR w="10575" cmpd="sng">
                      <a:solidFill>
                        <a:srgbClr val="000000"/>
                      </a:solidFill>
                      <a:prstDash val="solid"/>
                    </a:lnR>
                    <a:lnT w="10575" cmpd="sng">
                      <a:solidFill>
                        <a:srgbClr val="000000"/>
                      </a:solidFill>
                      <a:prstDash val="solid"/>
                    </a:lnT>
                    <a:lnB w="10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3525"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gridSpan="2"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 i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lnR w="10575" cmpd="sng">
                      <a:solidFill>
                        <a:srgbClr val="000000"/>
                      </a:solidFill>
                      <a:prstDash val="solid"/>
                    </a:lnR>
                    <a:lnT w="10575" cmpd="sng">
                      <a:solidFill>
                        <a:srgbClr val="000000"/>
                      </a:solidFill>
                      <a:prstDash val="solid"/>
                    </a:lnT>
                    <a:lnB w="1057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lnT w="10575" cmpd="sng">
                      <a:solidFill>
                        <a:srgbClr val="000000"/>
                      </a:solidFill>
                      <a:prstDash val="solid"/>
                    </a:lnT>
                    <a:lnB w="10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T w="10575" cmpd="sng">
                      <a:solidFill>
                        <a:srgbClr val="000000"/>
                      </a:solidFill>
                      <a:prstDash val="solid"/>
                    </a:lnT>
                    <a:lnB w="10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T w="10575" cmpd="sng">
                      <a:solidFill>
                        <a:srgbClr val="000000"/>
                      </a:solidFill>
                      <a:prstDash val="solid"/>
                    </a:lnT>
                    <a:lnB w="10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T w="10575" cmpd="sng">
                      <a:solidFill>
                        <a:srgbClr val="000000"/>
                      </a:solidFill>
                      <a:prstDash val="solid"/>
                    </a:lnT>
                    <a:lnB w="10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R w="10575" cmpd="sng">
                      <a:solidFill>
                        <a:srgbClr val="000000"/>
                      </a:solidFill>
                      <a:prstDash val="solid"/>
                    </a:lnR>
                    <a:lnT w="10575" cmpd="sng">
                      <a:solidFill>
                        <a:srgbClr val="000000"/>
                      </a:solidFill>
                      <a:prstDash val="solid"/>
                    </a:lnT>
                    <a:lnB w="10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lnT w="10575" cmpd="sng">
                      <a:solidFill>
                        <a:srgbClr val="000000"/>
                      </a:solidFill>
                      <a:prstDash val="solid"/>
                    </a:lnT>
                    <a:lnB w="10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T w="10575" cmpd="sng">
                      <a:solidFill>
                        <a:srgbClr val="000000"/>
                      </a:solidFill>
                      <a:prstDash val="solid"/>
                    </a:lnT>
                    <a:lnB w="10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T w="10575" cmpd="sng">
                      <a:solidFill>
                        <a:srgbClr val="000000"/>
                      </a:solidFill>
                      <a:prstDash val="solid"/>
                    </a:lnT>
                    <a:lnB w="10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R w="10575" cmpd="sng">
                      <a:solidFill>
                        <a:srgbClr val="000000"/>
                      </a:solidFill>
                      <a:prstDash val="solid"/>
                    </a:lnR>
                    <a:lnT w="10575" cmpd="sng">
                      <a:solidFill>
                        <a:srgbClr val="000000"/>
                      </a:solidFill>
                      <a:prstDash val="solid"/>
                    </a:lnT>
                    <a:lnB w="10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lnT w="10575" cmpd="sng">
                      <a:solidFill>
                        <a:srgbClr val="000000"/>
                      </a:solidFill>
                      <a:prstDash val="solid"/>
                    </a:lnT>
                    <a:lnB w="1057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R w="10575" cmpd="sng">
                      <a:solidFill>
                        <a:srgbClr val="000000"/>
                      </a:solidFill>
                      <a:prstDash val="solid"/>
                    </a:lnR>
                    <a:lnT w="10575" cmpd="sng">
                      <a:solidFill>
                        <a:srgbClr val="000000"/>
                      </a:solidFill>
                      <a:prstDash val="solid"/>
                    </a:lnT>
                    <a:lnB w="1057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lnT w="10575" cmpd="sng">
                      <a:solidFill>
                        <a:srgbClr val="000000"/>
                      </a:solidFill>
                      <a:prstDash val="solid"/>
                    </a:lnT>
                    <a:lnB w="1057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R w="10575" cmpd="sng">
                      <a:solidFill>
                        <a:srgbClr val="000000"/>
                      </a:solidFill>
                      <a:prstDash val="solid"/>
                    </a:lnR>
                    <a:lnT w="10575" cmpd="sng">
                      <a:solidFill>
                        <a:srgbClr val="000000"/>
                      </a:solidFill>
                      <a:prstDash val="solid"/>
                    </a:lnT>
                    <a:lnB w="1057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lnR w="10575" cmpd="sng">
                      <a:solidFill>
                        <a:srgbClr val="000000"/>
                      </a:solidFill>
                      <a:prstDash val="solid"/>
                    </a:lnR>
                    <a:lnT w="10575" cmpd="sng">
                      <a:solidFill>
                        <a:srgbClr val="000000"/>
                      </a:solidFill>
                      <a:prstDash val="solid"/>
                    </a:lnT>
                    <a:lnB w="1057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</a:tr>
              <a:tr h="193525"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i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lnT w="10575" cmpd="sng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R w="10575" cmpd="sng">
                      <a:solidFill>
                        <a:srgbClr val="000000"/>
                      </a:solidFill>
                      <a:prstDash val="solid"/>
                    </a:lnR>
                    <a:lnT w="10575" cmpd="sng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lnT w="10575" cmpd="sng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T w="10575" cmpd="sng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T w="10575" cmpd="sng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T w="10575" cmpd="sng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R w="10575" cmpd="sng">
                      <a:solidFill>
                        <a:srgbClr val="000000"/>
                      </a:solidFill>
                      <a:prstDash val="solid"/>
                    </a:lnR>
                    <a:lnT w="10575" cmpd="sng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lnT w="10575" cmpd="sng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T w="10575" cmpd="sng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T w="10575" cmpd="sng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R w="10575" cmpd="sng">
                      <a:solidFill>
                        <a:srgbClr val="000000"/>
                      </a:solidFill>
                      <a:prstDash val="solid"/>
                    </a:lnR>
                    <a:lnT w="10575" cmpd="sng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lnT w="10575" cmpd="sng">
                      <a:solidFill>
                        <a:srgbClr val="000000"/>
                      </a:solidFill>
                      <a:prstDash val="solid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R w="10575" cmpd="sng">
                      <a:solidFill>
                        <a:srgbClr val="000000"/>
                      </a:solidFill>
                      <a:prstDash val="solid"/>
                    </a:lnR>
                    <a:lnT w="10575" cmpd="sng">
                      <a:solidFill>
                        <a:srgbClr val="000000"/>
                      </a:solidFill>
                      <a:prstDash val="solid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lnT w="10575" cmpd="sng">
                      <a:solidFill>
                        <a:srgbClr val="000000"/>
                      </a:solidFill>
                      <a:prstDash val="solid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R w="10575" cmpd="sng">
                      <a:solidFill>
                        <a:srgbClr val="000000"/>
                      </a:solidFill>
                      <a:prstDash val="solid"/>
                    </a:lnR>
                    <a:lnT w="10575" cmpd="sng">
                      <a:solidFill>
                        <a:srgbClr val="000000"/>
                      </a:solidFill>
                      <a:prstDash val="solid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lnR w="10575" cmpd="sng">
                      <a:solidFill>
                        <a:srgbClr val="000000"/>
                      </a:solidFill>
                      <a:prstDash val="solid"/>
                    </a:lnR>
                    <a:lnT w="10575" cmpd="sng">
                      <a:solidFill>
                        <a:srgbClr val="000000"/>
                      </a:solidFill>
                      <a:prstDash val="solid"/>
                    </a:lnT>
                    <a:solidFill>
                      <a:srgbClr val="F4CCCC"/>
                    </a:solidFill>
                  </a:tcPr>
                </a:tc>
              </a:tr>
              <a:tr h="193525"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i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R w="10575" cmpd="sng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/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/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/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R w="10575" cmpd="sng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/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/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R w="10575" cmpd="sng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R w="10575" cmpd="sng">
                      <a:solidFill>
                        <a:srgbClr val="000000"/>
                      </a:solidFill>
                      <a:prstDash val="solid"/>
                    </a:lnR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R w="10575" cmpd="sng">
                      <a:solidFill>
                        <a:srgbClr val="000000"/>
                      </a:solidFill>
                      <a:prstDash val="solid"/>
                    </a:lnR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lnR w="10575" cmpd="sng">
                      <a:solidFill>
                        <a:srgbClr val="000000"/>
                      </a:solidFill>
                      <a:prstDash val="solid"/>
                    </a:lnR>
                    <a:solidFill>
                      <a:srgbClr val="D9EAD3"/>
                    </a:solidFill>
                  </a:tcPr>
                </a:tc>
              </a:tr>
              <a:tr h="193525"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i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lnB w="10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R w="10575" cmpd="sng">
                      <a:solidFill>
                        <a:srgbClr val="000000"/>
                      </a:solidFill>
                      <a:prstDash val="solid"/>
                    </a:lnR>
                    <a:lnB w="10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lnB w="10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B w="10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B w="10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B w="10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R w="10575" cmpd="sng">
                      <a:solidFill>
                        <a:srgbClr val="000000"/>
                      </a:solidFill>
                      <a:prstDash val="solid"/>
                    </a:lnR>
                    <a:lnB w="10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lnB w="10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B w="10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B w="10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R w="10575" cmpd="sng">
                      <a:solidFill>
                        <a:srgbClr val="000000"/>
                      </a:solidFill>
                      <a:prstDash val="solid"/>
                    </a:lnR>
                    <a:lnB w="10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lnB w="1057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R w="10575" cmpd="sng">
                      <a:solidFill>
                        <a:srgbClr val="000000"/>
                      </a:solidFill>
                      <a:prstDash val="solid"/>
                    </a:lnR>
                    <a:lnB w="1057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lnB w="1057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R w="10575" cmpd="sng">
                      <a:solidFill>
                        <a:srgbClr val="000000"/>
                      </a:solidFill>
                      <a:prstDash val="solid"/>
                    </a:lnR>
                    <a:lnB w="1057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lnR w="10575" cmpd="sng">
                      <a:solidFill>
                        <a:srgbClr val="000000"/>
                      </a:solidFill>
                      <a:prstDash val="solid"/>
                    </a:lnR>
                    <a:lnB w="1057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</a:tr>
              <a:tr h="193525">
                <a:tc rowSpan="7"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ctr">
                    <a:lnL w="10575" cmpd="sng">
                      <a:solidFill>
                        <a:srgbClr val="000000"/>
                      </a:solidFill>
                      <a:prstDash val="solid"/>
                    </a:lnL>
                    <a:lnR w="10575" cmpd="sng">
                      <a:solidFill>
                        <a:srgbClr val="000000"/>
                      </a:solidFill>
                      <a:prstDash val="solid"/>
                    </a:lnR>
                    <a:lnT w="10575" cmpd="sng">
                      <a:solidFill>
                        <a:srgbClr val="000000"/>
                      </a:solidFill>
                      <a:prstDash val="solid"/>
                    </a:lnT>
                    <a:lnB w="10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 i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lnR w="10575" cmpd="sng">
                      <a:solidFill>
                        <a:srgbClr val="000000"/>
                      </a:solidFill>
                      <a:prstDash val="solid"/>
                    </a:lnR>
                    <a:lnT w="10575" cmpd="sng">
                      <a:solidFill>
                        <a:srgbClr val="000000"/>
                      </a:solidFill>
                      <a:prstDash val="solid"/>
                    </a:lnT>
                    <a:lnB w="1057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lnT w="10575" cmpd="sng">
                      <a:solidFill>
                        <a:srgbClr val="000000"/>
                      </a:solidFill>
                      <a:prstDash val="solid"/>
                    </a:lnT>
                    <a:lnB w="10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T w="10575" cmpd="sng">
                      <a:solidFill>
                        <a:srgbClr val="000000"/>
                      </a:solidFill>
                      <a:prstDash val="solid"/>
                    </a:lnT>
                    <a:lnB w="10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T w="10575" cmpd="sng">
                      <a:solidFill>
                        <a:srgbClr val="000000"/>
                      </a:solidFill>
                      <a:prstDash val="solid"/>
                    </a:lnT>
                    <a:lnB w="10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T w="10575" cmpd="sng">
                      <a:solidFill>
                        <a:srgbClr val="000000"/>
                      </a:solidFill>
                      <a:prstDash val="solid"/>
                    </a:lnT>
                    <a:lnB w="10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R w="10575" cmpd="sng">
                      <a:solidFill>
                        <a:srgbClr val="000000"/>
                      </a:solidFill>
                      <a:prstDash val="solid"/>
                    </a:lnR>
                    <a:lnT w="10575" cmpd="sng">
                      <a:solidFill>
                        <a:srgbClr val="000000"/>
                      </a:solidFill>
                      <a:prstDash val="solid"/>
                    </a:lnT>
                    <a:lnB w="10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lnT w="10575" cmpd="sng">
                      <a:solidFill>
                        <a:srgbClr val="000000"/>
                      </a:solidFill>
                      <a:prstDash val="solid"/>
                    </a:lnT>
                    <a:lnB w="10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T w="10575" cmpd="sng">
                      <a:solidFill>
                        <a:srgbClr val="000000"/>
                      </a:solidFill>
                      <a:prstDash val="solid"/>
                    </a:lnT>
                    <a:lnB w="10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T w="10575" cmpd="sng">
                      <a:solidFill>
                        <a:srgbClr val="000000"/>
                      </a:solidFill>
                      <a:prstDash val="solid"/>
                    </a:lnT>
                    <a:lnB w="10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R w="10575" cmpd="sng">
                      <a:solidFill>
                        <a:srgbClr val="000000"/>
                      </a:solidFill>
                      <a:prstDash val="solid"/>
                    </a:lnR>
                    <a:lnT w="10575" cmpd="sng">
                      <a:solidFill>
                        <a:srgbClr val="000000"/>
                      </a:solidFill>
                      <a:prstDash val="solid"/>
                    </a:lnT>
                    <a:lnB w="10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lnT w="10575" cmpd="sng">
                      <a:solidFill>
                        <a:srgbClr val="000000"/>
                      </a:solidFill>
                      <a:prstDash val="solid"/>
                    </a:lnT>
                    <a:lnB w="10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R w="10575" cmpd="sng">
                      <a:solidFill>
                        <a:srgbClr val="000000"/>
                      </a:solidFill>
                      <a:prstDash val="solid"/>
                    </a:lnR>
                    <a:lnT w="10575" cmpd="sng">
                      <a:solidFill>
                        <a:srgbClr val="000000"/>
                      </a:solidFill>
                      <a:prstDash val="solid"/>
                    </a:lnT>
                    <a:lnB w="10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lnT w="10575" cmpd="sng">
                      <a:solidFill>
                        <a:srgbClr val="000000"/>
                      </a:solidFill>
                      <a:prstDash val="solid"/>
                    </a:lnT>
                    <a:lnB w="10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R w="10575" cmpd="sng">
                      <a:solidFill>
                        <a:srgbClr val="000000"/>
                      </a:solidFill>
                      <a:prstDash val="solid"/>
                    </a:lnR>
                    <a:lnT w="10575" cmpd="sng">
                      <a:solidFill>
                        <a:srgbClr val="000000"/>
                      </a:solidFill>
                      <a:prstDash val="solid"/>
                    </a:lnT>
                    <a:lnB w="10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lnR w="10575" cmpd="sng">
                      <a:solidFill>
                        <a:srgbClr val="000000"/>
                      </a:solidFill>
                      <a:prstDash val="solid"/>
                    </a:lnR>
                    <a:lnT w="10575" cmpd="sng">
                      <a:solidFill>
                        <a:srgbClr val="000000"/>
                      </a:solidFill>
                      <a:prstDash val="solid"/>
                    </a:lnT>
                    <a:lnB w="10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3525"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gridSpan="2"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 i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lnR w="10575" cmpd="sng">
                      <a:solidFill>
                        <a:srgbClr val="000000"/>
                      </a:solidFill>
                      <a:prstDash val="solid"/>
                    </a:lnR>
                    <a:lnT w="10575" cmpd="sng">
                      <a:solidFill>
                        <a:srgbClr val="000000"/>
                      </a:solidFill>
                      <a:prstDash val="solid"/>
                    </a:lnT>
                    <a:lnB w="1057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lnT w="10575" cmpd="sng">
                      <a:solidFill>
                        <a:srgbClr val="000000"/>
                      </a:solidFill>
                      <a:prstDash val="solid"/>
                    </a:lnT>
                    <a:lnB w="10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T w="10575" cmpd="sng">
                      <a:solidFill>
                        <a:srgbClr val="000000"/>
                      </a:solidFill>
                      <a:prstDash val="solid"/>
                    </a:lnT>
                    <a:lnB w="10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T w="10575" cmpd="sng">
                      <a:solidFill>
                        <a:srgbClr val="000000"/>
                      </a:solidFill>
                      <a:prstDash val="solid"/>
                    </a:lnT>
                    <a:lnB w="10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T w="10575" cmpd="sng">
                      <a:solidFill>
                        <a:srgbClr val="000000"/>
                      </a:solidFill>
                      <a:prstDash val="solid"/>
                    </a:lnT>
                    <a:lnB w="10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R w="10575" cmpd="sng">
                      <a:solidFill>
                        <a:srgbClr val="000000"/>
                      </a:solidFill>
                      <a:prstDash val="solid"/>
                    </a:lnR>
                    <a:lnT w="10575" cmpd="sng">
                      <a:solidFill>
                        <a:srgbClr val="000000"/>
                      </a:solidFill>
                      <a:prstDash val="solid"/>
                    </a:lnT>
                    <a:lnB w="10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lnT w="10575" cmpd="sng">
                      <a:solidFill>
                        <a:srgbClr val="000000"/>
                      </a:solidFill>
                      <a:prstDash val="solid"/>
                    </a:lnT>
                    <a:lnB w="10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T w="10575" cmpd="sng">
                      <a:solidFill>
                        <a:srgbClr val="000000"/>
                      </a:solidFill>
                      <a:prstDash val="solid"/>
                    </a:lnT>
                    <a:lnB w="10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T w="10575" cmpd="sng">
                      <a:solidFill>
                        <a:srgbClr val="000000"/>
                      </a:solidFill>
                      <a:prstDash val="solid"/>
                    </a:lnT>
                    <a:lnB w="10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R w="10575" cmpd="sng">
                      <a:solidFill>
                        <a:srgbClr val="000000"/>
                      </a:solidFill>
                      <a:prstDash val="solid"/>
                    </a:lnR>
                    <a:lnT w="10575" cmpd="sng">
                      <a:solidFill>
                        <a:srgbClr val="000000"/>
                      </a:solidFill>
                      <a:prstDash val="solid"/>
                    </a:lnT>
                    <a:lnB w="10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lnT w="10575" cmpd="sng">
                      <a:solidFill>
                        <a:srgbClr val="000000"/>
                      </a:solidFill>
                      <a:prstDash val="solid"/>
                    </a:lnT>
                    <a:lnB w="1057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R w="10575" cmpd="sng">
                      <a:solidFill>
                        <a:srgbClr val="000000"/>
                      </a:solidFill>
                      <a:prstDash val="solid"/>
                    </a:lnR>
                    <a:lnT w="10575" cmpd="sng">
                      <a:solidFill>
                        <a:srgbClr val="000000"/>
                      </a:solidFill>
                      <a:prstDash val="solid"/>
                    </a:lnT>
                    <a:lnB w="1057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lnT w="10575" cmpd="sng">
                      <a:solidFill>
                        <a:srgbClr val="000000"/>
                      </a:solidFill>
                      <a:prstDash val="solid"/>
                    </a:lnT>
                    <a:lnB w="1057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R w="10575" cmpd="sng">
                      <a:solidFill>
                        <a:srgbClr val="000000"/>
                      </a:solidFill>
                      <a:prstDash val="solid"/>
                    </a:lnR>
                    <a:lnT w="10575" cmpd="sng">
                      <a:solidFill>
                        <a:srgbClr val="000000"/>
                      </a:solidFill>
                      <a:prstDash val="solid"/>
                    </a:lnT>
                    <a:lnB w="1057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lnR w="10575" cmpd="sng">
                      <a:solidFill>
                        <a:srgbClr val="000000"/>
                      </a:solidFill>
                      <a:prstDash val="solid"/>
                    </a:lnR>
                    <a:lnT w="10575" cmpd="sng">
                      <a:solidFill>
                        <a:srgbClr val="000000"/>
                      </a:solidFill>
                      <a:prstDash val="solid"/>
                    </a:lnT>
                    <a:lnB w="1057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</a:tr>
              <a:tr h="193525"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i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lnT w="10575" cmpd="sng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R w="10575" cmpd="sng">
                      <a:solidFill>
                        <a:srgbClr val="000000"/>
                      </a:solidFill>
                      <a:prstDash val="solid"/>
                    </a:lnR>
                    <a:lnT w="10575" cmpd="sng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lnT w="10575" cmpd="sng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T w="10575" cmpd="sng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T w="10575" cmpd="sng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T w="10575" cmpd="sng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R w="10575" cmpd="sng">
                      <a:solidFill>
                        <a:srgbClr val="000000"/>
                      </a:solidFill>
                      <a:prstDash val="solid"/>
                    </a:lnR>
                    <a:lnT w="10575" cmpd="sng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lnT w="10575" cmpd="sng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T w="10575" cmpd="sng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T w="10575" cmpd="sng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R w="10575" cmpd="sng">
                      <a:solidFill>
                        <a:srgbClr val="000000"/>
                      </a:solidFill>
                      <a:prstDash val="solid"/>
                    </a:lnR>
                    <a:lnT w="10575" cmpd="sng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lnT w="10575" cmpd="sng">
                      <a:solidFill>
                        <a:srgbClr val="000000"/>
                      </a:solidFill>
                      <a:prstDash val="solid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R w="10575" cmpd="sng">
                      <a:solidFill>
                        <a:srgbClr val="000000"/>
                      </a:solidFill>
                      <a:prstDash val="solid"/>
                    </a:lnR>
                    <a:lnT w="10575" cmpd="sng">
                      <a:solidFill>
                        <a:srgbClr val="000000"/>
                      </a:solidFill>
                      <a:prstDash val="solid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lnT w="10575" cmpd="sng">
                      <a:solidFill>
                        <a:srgbClr val="000000"/>
                      </a:solidFill>
                      <a:prstDash val="solid"/>
                    </a:lnT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R w="10575" cmpd="sng">
                      <a:solidFill>
                        <a:srgbClr val="000000"/>
                      </a:solidFill>
                      <a:prstDash val="solid"/>
                    </a:lnR>
                    <a:lnT w="10575" cmpd="sng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lnR w="10575" cmpd="sng">
                      <a:solidFill>
                        <a:srgbClr val="000000"/>
                      </a:solidFill>
                      <a:prstDash val="solid"/>
                    </a:lnR>
                    <a:lnT w="10575" cmpd="sng">
                      <a:solidFill>
                        <a:srgbClr val="000000"/>
                      </a:solidFill>
                      <a:prstDash val="solid"/>
                    </a:lnT>
                    <a:solidFill>
                      <a:srgbClr val="D9EAD3"/>
                    </a:solidFill>
                  </a:tcPr>
                </a:tc>
              </a:tr>
              <a:tr h="193525"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i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R w="10575" cmpd="sng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/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/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/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R w="10575" cmpd="sng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/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/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R w="10575" cmpd="sng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R w="10575" cmpd="sng">
                      <a:solidFill>
                        <a:srgbClr val="000000"/>
                      </a:solidFill>
                      <a:prstDash val="solid"/>
                    </a:lnR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R w="10575" cmpd="sng">
                      <a:solidFill>
                        <a:srgbClr val="000000"/>
                      </a:solidFill>
                      <a:prstDash val="solid"/>
                    </a:lnR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lnR w="10575" cmpd="sng">
                      <a:solidFill>
                        <a:srgbClr val="000000"/>
                      </a:solidFill>
                      <a:prstDash val="solid"/>
                    </a:lnR>
                    <a:solidFill>
                      <a:srgbClr val="D9EAD3"/>
                    </a:solidFill>
                  </a:tcPr>
                </a:tc>
              </a:tr>
              <a:tr h="193525"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i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R w="10575" cmpd="sng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/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/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/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R w="10575" cmpd="sng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/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/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R w="10575" cmpd="sng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R w="10575" cmpd="sng">
                      <a:solidFill>
                        <a:srgbClr val="000000"/>
                      </a:solidFill>
                      <a:prstDash val="solid"/>
                    </a:lnR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R w="10575" cmpd="sng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lnR w="10575" cmpd="sng">
                      <a:solidFill>
                        <a:srgbClr val="000000"/>
                      </a:solidFill>
                      <a:prstDash val="solid"/>
                    </a:lnR>
                    <a:solidFill>
                      <a:srgbClr val="D9EAD3"/>
                    </a:solidFill>
                  </a:tcPr>
                </a:tc>
              </a:tr>
              <a:tr h="193525"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i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R w="10575" cmpd="sng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/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/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/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R w="10575" cmpd="sng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/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/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R w="10575" cmpd="sng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R w="10575" cmpd="sng">
                      <a:solidFill>
                        <a:srgbClr val="000000"/>
                      </a:solidFill>
                      <a:prstDash val="solid"/>
                    </a:ln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R w="10575" cmpd="sng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lnR w="10575" cmpd="sng">
                      <a:solidFill>
                        <a:srgbClr val="000000"/>
                      </a:solidFill>
                      <a:prstDash val="solid"/>
                    </a:lnR>
                    <a:solidFill>
                      <a:srgbClr val="D9EAD3"/>
                    </a:solidFill>
                  </a:tcPr>
                </a:tc>
              </a:tr>
              <a:tr h="193525"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i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lnB w="10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R w="10575" cmpd="sng">
                      <a:solidFill>
                        <a:srgbClr val="000000"/>
                      </a:solidFill>
                      <a:prstDash val="solid"/>
                    </a:lnR>
                    <a:lnB w="10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lnB w="10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B w="10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B w="10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B w="10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R w="10575" cmpd="sng">
                      <a:solidFill>
                        <a:srgbClr val="000000"/>
                      </a:solidFill>
                      <a:prstDash val="solid"/>
                    </a:lnR>
                    <a:lnB w="10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lnB w="10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B w="10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B w="10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R w="10575" cmpd="sng">
                      <a:solidFill>
                        <a:srgbClr val="000000"/>
                      </a:solidFill>
                      <a:prstDash val="solid"/>
                    </a:lnR>
                    <a:lnB w="10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lnB w="1057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R w="10575" cmpd="sng">
                      <a:solidFill>
                        <a:srgbClr val="000000"/>
                      </a:solidFill>
                      <a:prstDash val="solid"/>
                    </a:lnR>
                    <a:lnB w="1057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lnB w="1057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R w="10575" cmpd="sng">
                      <a:solidFill>
                        <a:srgbClr val="000000"/>
                      </a:solidFill>
                      <a:prstDash val="solid"/>
                    </a:lnR>
                    <a:lnB w="1057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38100" marR="38100" marT="0" marB="0" anchor="b">
                    <a:lnL w="10575" cmpd="sng">
                      <a:solidFill>
                        <a:srgbClr val="000000"/>
                      </a:solidFill>
                      <a:prstDash val="solid"/>
                    </a:lnL>
                    <a:lnR w="10575" cmpd="sng">
                      <a:solidFill>
                        <a:srgbClr val="000000"/>
                      </a:solidFill>
                      <a:prstDash val="solid"/>
                    </a:lnR>
                    <a:lnB w="1057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sp>
        <p:nvSpPr>
          <p:cNvPr id="3121" name="sanitized-shape-2316">
            <a:extLst xmlns:a="http://schemas.openxmlformats.org/drawingml/2006/main">
              <a:ext uri="{FF2B5EF4-FFF2-40B4-BE49-F238E27FC236}">
                <a16:creationId xmlns:a16="http://schemas.microsoft.com/office/drawing/2014/main" id="{205261AF-59DF-40B6-A93C-6EEE7018A8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54036" y="85200"/>
            <a:ext cx="10741800" cy="58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68550" tIns="68550" rIns="68550" bIns="68550" anchor="b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900">
                <a:solidFill>
                  <a:srgbClr val="EB4726"/>
                </a:solidFill>
              </a:rPr>
              <a:t/>
            </a:r>
          </a:p>
        </p:txBody>
      </p:sp>
      <p:sp>
        <p:nvSpPr>
          <p:cNvPr id="3122" name="sanitized-shape-2317">
            <a:extLst xmlns:a="http://schemas.openxmlformats.org/drawingml/2006/main">
              <a:ext uri="{FF2B5EF4-FFF2-40B4-BE49-F238E27FC236}">
                <a16:creationId xmlns:a16="http://schemas.microsoft.com/office/drawing/2014/main" id="{9CAEBD18-FAA0-4B3E-BF46-ADF90ED39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1" y="797584"/>
            <a:ext cx="11574300" cy="9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36550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1" i="0" u="sng" cap="none">
                <a:solidFill>
                  <a:srgbClr val="EB5A3C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123" name="sanitized-shape-2318">
            <a:extLst xmlns:a="http://schemas.openxmlformats.org/drawingml/2006/main">
              <a:ext uri="{FF2B5EF4-FFF2-40B4-BE49-F238E27FC236}">
                <a16:creationId xmlns:a16="http://schemas.microsoft.com/office/drawing/2014/main" id="{EF48B2CC-9C11-463E-9C47-050B0CC4F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192" y="1070168"/>
            <a:ext cx="207000" cy="20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563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sz="9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3124" name="sanitized-shape-2319">
            <a:extLst xmlns:a="http://schemas.openxmlformats.org/drawingml/2006/main">
              <a:ext uri="{FF2B5EF4-FFF2-40B4-BE49-F238E27FC236}">
                <a16:creationId xmlns:a16="http://schemas.microsoft.com/office/drawing/2014/main" id="{C2A13C96-B940-4DA2-84C6-FC38D13DA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192" y="1302768"/>
            <a:ext cx="207000" cy="20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563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sz="9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3125" name="sanitized-shape-2320">
            <a:extLst xmlns:a="http://schemas.openxmlformats.org/drawingml/2006/main">
              <a:ext uri="{FF2B5EF4-FFF2-40B4-BE49-F238E27FC236}">
                <a16:creationId xmlns:a16="http://schemas.microsoft.com/office/drawing/2014/main" id="{379703B9-E96B-4F38-9C8F-E03D762D5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8200" y="2556951"/>
            <a:ext cx="1274100" cy="369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50" cmpd="sng">
            <a:solidFill>
              <a:srgbClr val="EE0F0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126" name="sanitized-shape-2321">
            <a:extLst xmlns:a="http://schemas.openxmlformats.org/drawingml/2006/main">
              <a:ext uri="{FF2B5EF4-FFF2-40B4-BE49-F238E27FC236}">
                <a16:creationId xmlns:a16="http://schemas.microsoft.com/office/drawing/2014/main" id="{ABC5BD31-0226-48FB-A3D1-AF0EF5D24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1050" y="2573250"/>
            <a:ext cx="1397400" cy="232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50" cmpd="sng">
            <a:solidFill>
              <a:srgbClr val="EE0F0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127" name="sanitized-shape-2322">
            <a:extLst xmlns:a="http://schemas.openxmlformats.org/drawingml/2006/main">
              <a:ext uri="{FF2B5EF4-FFF2-40B4-BE49-F238E27FC236}">
                <a16:creationId xmlns:a16="http://schemas.microsoft.com/office/drawing/2014/main" id="{D3358077-B7BD-4167-847C-9A522CFBA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5062" y="2450091"/>
            <a:ext cx="207000" cy="20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563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sz="9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3128" name="sanitized-shape-2323">
            <a:extLst xmlns:a="http://schemas.openxmlformats.org/drawingml/2006/main">
              <a:ext uri="{FF2B5EF4-FFF2-40B4-BE49-F238E27FC236}">
                <a16:creationId xmlns:a16="http://schemas.microsoft.com/office/drawing/2014/main" id="{563CBD09-F349-40A8-B760-C4D225C3A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964" y="2450091"/>
            <a:ext cx="207000" cy="20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563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sz="9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3129" name="sanitized-shape-2324">
            <a:extLst xmlns:a="http://schemas.openxmlformats.org/drawingml/2006/main">
              <a:ext uri="{FF2B5EF4-FFF2-40B4-BE49-F238E27FC236}">
                <a16:creationId xmlns:a16="http://schemas.microsoft.com/office/drawing/2014/main" id="{F3D8A4B5-8EB9-419F-8504-58B434BF9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00" y="6386720"/>
            <a:ext cx="11366400" cy="3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chemeClr val="dk2"/>
                </a:solidFill>
              </a:rPr>
              <a:t/>
            </a:r>
          </a:p>
        </p:txBody>
      </p:sp>
      <p:sp>
        <p:nvSpPr>
          <p:cNvPr id="3130" name="sanitized-shape-2325">
            <a:extLst xmlns:a="http://schemas.openxmlformats.org/drawingml/2006/main">
              <a:ext uri="{FF2B5EF4-FFF2-40B4-BE49-F238E27FC236}">
                <a16:creationId xmlns:a16="http://schemas.microsoft.com/office/drawing/2014/main" id="{D08F38E3-32A3-4DA7-9753-3EABCD9BB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9991" y="6372775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rPr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/>
            </a:fld>
          </a:p>
        </p:txBody>
      </p:sp>
    </p:spTree>
    <p:extLst>
      <p:ext uri="{BB962C8B-B14F-4D97-AF65-F5344CB8AC3E}">
        <p14:creationId xmlns:p14="http://schemas.microsoft.com/office/powerpoint/2010/main" val="640153435"/>
      </p:ext>
    </p:extLst>
  </p:cSld>
</p:sld>
</file>

<file path=ppt/slides/slide4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35" name="sanitized-shape-2326">
            <a:extLst xmlns:a="http://schemas.openxmlformats.org/drawingml/2006/main">
              <a:ext uri="{FF2B5EF4-FFF2-40B4-BE49-F238E27FC236}">
                <a16:creationId xmlns:a16="http://schemas.microsoft.com/office/drawing/2014/main" id="{12A9331B-9E8D-4F85-82C4-66852F1B2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200" y="931975"/>
            <a:ext cx="4677900" cy="544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dk2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136" name="sanitized-shape-2327">
            <a:extLst xmlns:a="http://schemas.openxmlformats.org/drawingml/2006/main">
              <a:ext uri="{FF2B5EF4-FFF2-40B4-BE49-F238E27FC236}">
                <a16:creationId xmlns:a16="http://schemas.microsoft.com/office/drawing/2014/main" id="{9F96A0C7-69D9-4A60-8816-8DE3AC53B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6624" y="3822738"/>
            <a:ext cx="4369200" cy="100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>
            <a:noFill/>
          </a:ln>
          <a:effectLst xmlns:a="http://schemas.openxmlformats.org/drawingml/2006/main">
            <a:outerShdw blurRad="43771" dist="14590" dir="5400000" algn="bl" rotWithShape="0">
              <a:srgbClr val="000000">
                <a:alpha val="50000"/>
              </a:srgbClr>
            </a:outerShdw>
          </a:effectLst>
        </p:spPr>
        <p:txBody>
          <a:bodyPr xmlns:a="http://schemas.openxmlformats.org/drawingml/2006/main" spcFirstLastPara="1" wrap="square" lIns="70000" tIns="70000" rIns="70000" bIns="700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137" name="sanitized-shape-2328">
            <a:extLst xmlns:a="http://schemas.openxmlformats.org/drawingml/2006/main">
              <a:ext uri="{FF2B5EF4-FFF2-40B4-BE49-F238E27FC236}">
                <a16:creationId xmlns:a16="http://schemas.microsoft.com/office/drawing/2014/main" id="{A933644B-B0E9-4B20-851E-F416ADD40A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119093"/>
            <a:ext cx="107673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50" tIns="68550" rIns="68550" bIns="6855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sz="2100">
                <a:solidFill>
                  <a:srgbClr val="EB4726"/>
                </a:solidFill>
              </a:rPr>
              <a:t/>
            </a:r>
          </a:p>
        </p:txBody>
      </p:sp>
      <p:cxnSp>
        <p:nvCxnSpPr>
          <p:cNvPr id="3231" name="sanitized-shape-2329"/>
          <p:cNvCxnSpPr/>
          <p:nvPr/>
        </p:nvCxnSpPr>
        <p:spPr>
          <a:xfrm xmlns:a="http://schemas.openxmlformats.org/drawingml/2006/main">
            <a:off x="7808826" y="4430123"/>
            <a:ext cx="3596400" cy="0"/>
          </a:xfrm>
          <a:prstGeom xmlns:a="http://schemas.openxmlformats.org/drawingml/2006/main" prst="straightConnector1">
            <a:avLst/>
          </a:prstGeom>
          <a:ln xmlns:a="http://schemas.openxmlformats.org/drawingml/2006/main" w="14600" cap="flat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139" name="sanitized-shape-2330">
            <a:extLst xmlns:a="http://schemas.openxmlformats.org/drawingml/2006/main">
              <a:ext uri="{FF2B5EF4-FFF2-40B4-BE49-F238E27FC236}">
                <a16:creationId xmlns:a16="http://schemas.microsoft.com/office/drawing/2014/main" id="{10236A9E-2D5A-4A95-8DDC-AD90A2130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5267" y="4453375"/>
            <a:ext cx="665700" cy="28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0000" tIns="35000" rIns="70000" bIns="350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89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140" name="sanitized-shape-2331">
            <a:extLst xmlns:a="http://schemas.openxmlformats.org/drawingml/2006/main">
              <a:ext uri="{FF2B5EF4-FFF2-40B4-BE49-F238E27FC236}">
                <a16:creationId xmlns:a16="http://schemas.microsoft.com/office/drawing/2014/main" id="{5A0C751F-950F-4EAB-9A1F-F2BC132A3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2926" y="4288939"/>
            <a:ext cx="1401000" cy="12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4D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0000" tIns="35000" rIns="70000" bIns="350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89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cxnSp>
        <p:nvCxnSpPr>
          <p:cNvPr id="3234" name="sanitized-shape-2332"/>
          <p:cNvCxnSpPr/>
          <p:nvPr/>
        </p:nvCxnSpPr>
        <p:spPr>
          <a:xfrm xmlns:a="http://schemas.openxmlformats.org/drawingml/2006/main">
            <a:off x="7815795" y="4170675"/>
            <a:ext cx="1141200" cy="0"/>
          </a:xfrm>
          <a:prstGeom xmlns:a="http://schemas.openxmlformats.org/drawingml/2006/main" prst="straightConnector1">
            <a:avLst/>
          </a:prstGeom>
          <a:ln xmlns:a="http://schemas.openxmlformats.org/drawingml/2006/main" w="14600" cap="flat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235" name="sanitized-shape-2333"/>
          <p:cNvCxnSpPr/>
          <p:nvPr/>
        </p:nvCxnSpPr>
        <p:spPr>
          <a:xfrm xmlns:a="http://schemas.openxmlformats.org/drawingml/2006/main">
            <a:off x="9012386" y="4162958"/>
            <a:ext cx="2093400" cy="0"/>
          </a:xfrm>
          <a:prstGeom xmlns:a="http://schemas.openxmlformats.org/drawingml/2006/main" prst="straightConnector1">
            <a:avLst/>
          </a:prstGeom>
          <a:ln xmlns:a="http://schemas.openxmlformats.org/drawingml/2006/main" w="14600" cap="flat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143" name="sanitized-shape-2334">
            <a:extLst xmlns:a="http://schemas.openxmlformats.org/drawingml/2006/main">
              <a:ext uri="{FF2B5EF4-FFF2-40B4-BE49-F238E27FC236}">
                <a16:creationId xmlns:a16="http://schemas.microsoft.com/office/drawing/2014/main" id="{5437DD21-2381-4B8A-B2A2-3F348AED4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6214" y="3942257"/>
            <a:ext cx="1210800" cy="1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0000" tIns="35000" rIns="70000" bIns="350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89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144" name="sanitized-shape-2335">
            <a:extLst xmlns:a="http://schemas.openxmlformats.org/drawingml/2006/main">
              <a:ext uri="{FF2B5EF4-FFF2-40B4-BE49-F238E27FC236}">
                <a16:creationId xmlns:a16="http://schemas.microsoft.com/office/drawing/2014/main" id="{82F9248E-03C3-492D-9A02-7E9BF2983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2352" y="3951262"/>
            <a:ext cx="1122600" cy="1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0000" tIns="35000" rIns="70000" bIns="350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89">
                <a:solidFill>
                  <a:schemeClr val="dk1"/>
                </a:solidFill>
              </a:rPr>
              <a:t/>
            </a:r>
          </a:p>
        </p:txBody>
      </p:sp>
      <p:sp>
        <p:nvSpPr>
          <p:cNvPr id="3145" name="sanitized-shape-2336">
            <a:extLst xmlns:a="http://schemas.openxmlformats.org/drawingml/2006/main">
              <a:ext uri="{FF2B5EF4-FFF2-40B4-BE49-F238E27FC236}">
                <a16:creationId xmlns:a16="http://schemas.microsoft.com/office/drawing/2014/main" id="{42A724CA-3C3D-4D2F-8E79-2ADEA13B0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8844" y="4401008"/>
            <a:ext cx="62400" cy="63300"/>
          </a:xfrm>
          <a:prstGeom xmlns:a="http://schemas.openxmlformats.org/drawingml/2006/main" prst="flowChartConnector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34050" cmpd="sng">
            <a:solidFill>
              <a:srgbClr val="EE4D2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70000" tIns="35000" rIns="70000" bIns="350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146" name="sanitized-shape-2337">
            <a:extLst xmlns:a="http://schemas.openxmlformats.org/drawingml/2006/main">
              <a:ext uri="{FF2B5EF4-FFF2-40B4-BE49-F238E27FC236}">
                <a16:creationId xmlns:a16="http://schemas.microsoft.com/office/drawing/2014/main" id="{E51BB895-A99C-46A1-9C3C-C15BE418C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9982" y="4388798"/>
            <a:ext cx="63300" cy="63300"/>
          </a:xfrm>
          <a:prstGeom xmlns:a="http://schemas.openxmlformats.org/drawingml/2006/main" prst="flowChartConnector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34050" cmpd="sng">
            <a:solidFill>
              <a:srgbClr val="EE4D2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70000" tIns="35000" rIns="70000" bIns="350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147" name="sanitized-shape-2338">
            <a:extLst xmlns:a="http://schemas.openxmlformats.org/drawingml/2006/main">
              <a:ext uri="{FF2B5EF4-FFF2-40B4-BE49-F238E27FC236}">
                <a16:creationId xmlns:a16="http://schemas.microsoft.com/office/drawing/2014/main" id="{156ED73D-A1DB-42AB-B76E-0F7232A82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853" y="4394050"/>
            <a:ext cx="62400" cy="63300"/>
          </a:xfrm>
          <a:prstGeom xmlns:a="http://schemas.openxmlformats.org/drawingml/2006/main" prst="flowChartConnector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34050" cmpd="sng">
            <a:solidFill>
              <a:srgbClr val="EE4D2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70000" tIns="35000" rIns="70000" bIns="350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148" name="sanitized-shape-2339">
            <a:extLst xmlns:a="http://schemas.openxmlformats.org/drawingml/2006/main">
              <a:ext uri="{FF2B5EF4-FFF2-40B4-BE49-F238E27FC236}">
                <a16:creationId xmlns:a16="http://schemas.microsoft.com/office/drawing/2014/main" id="{D1754E8D-7444-4C50-99E9-ECEE692A0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912" y="4394050"/>
            <a:ext cx="62400" cy="63300"/>
          </a:xfrm>
          <a:prstGeom xmlns:a="http://schemas.openxmlformats.org/drawingml/2006/main" prst="flowChartConnector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34050" cmpd="sng">
            <a:solidFill>
              <a:srgbClr val="EE4D2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70000" tIns="35000" rIns="70000" bIns="350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149" name="sanitized-shape-2340">
            <a:extLst xmlns:a="http://schemas.openxmlformats.org/drawingml/2006/main">
              <a:ext uri="{FF2B5EF4-FFF2-40B4-BE49-F238E27FC236}">
                <a16:creationId xmlns:a16="http://schemas.microsoft.com/office/drawing/2014/main" id="{CCE72329-6389-4519-9FF2-E04725E31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3024" y="995450"/>
            <a:ext cx="4496400" cy="209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1">
                <a:solidFill>
                  <a:srgbClr val="757070"/>
                </a:solidFill>
              </a:rPr>
              <a:t/>
            </a:r>
          </a:p>
        </p:txBody>
      </p:sp>
      <p:sp>
        <p:nvSpPr>
          <p:cNvPr id="3150" name="sanitized-shape-2341">
            <a:extLst xmlns:a="http://schemas.openxmlformats.org/drawingml/2006/main">
              <a:ext uri="{FF2B5EF4-FFF2-40B4-BE49-F238E27FC236}">
                <a16:creationId xmlns:a16="http://schemas.microsoft.com/office/drawing/2014/main" id="{B7D49E17-D89E-4CBB-BB61-52D4E6895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950" y="936582"/>
            <a:ext cx="6673500" cy="1066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/>
              <a:t/>
            </a:r>
          </a:p>
        </p:txBody>
      </p:sp>
      <p:sp>
        <p:nvSpPr>
          <p:cNvPr id="3151" name="sanitized-shape-2342">
            <a:extLst xmlns:a="http://schemas.openxmlformats.org/drawingml/2006/main">
              <a:ext uri="{FF2B5EF4-FFF2-40B4-BE49-F238E27FC236}">
                <a16:creationId xmlns:a16="http://schemas.microsoft.com/office/drawing/2014/main" id="{E3BA456B-3B6D-4589-A93F-44F0BBD2F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116" y="6016481"/>
            <a:ext cx="4369200" cy="24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/>
              <a:t/>
            </a:r>
          </a:p>
        </p:txBody>
      </p:sp>
      <p:sp>
        <p:nvSpPr>
          <p:cNvPr id="3154" name="sanitized-shape-2343">
            <a:extLst xmlns:a="http://schemas.openxmlformats.org/drawingml/2006/main">
              <a:ext uri="{FF2B5EF4-FFF2-40B4-BE49-F238E27FC236}">
                <a16:creationId xmlns:a16="http://schemas.microsoft.com/office/drawing/2014/main" id="{E110A4C2-09AA-4372-BC16-3CC3953DA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4245" y="4450898"/>
            <a:ext cx="665700" cy="28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0000" tIns="35000" rIns="70000" bIns="35000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689">
                <a:solidFill>
                  <a:schemeClr val="dk1"/>
                </a:solidFill>
              </a:rPr>
              <a:t/>
            </a:r>
          </a:p>
        </p:txBody>
      </p:sp>
      <p:sp>
        <p:nvSpPr>
          <p:cNvPr id="3155" name="sanitized-shape-2344">
            <a:extLst xmlns:a="http://schemas.openxmlformats.org/drawingml/2006/main">
              <a:ext uri="{FF2B5EF4-FFF2-40B4-BE49-F238E27FC236}">
                <a16:creationId xmlns:a16="http://schemas.microsoft.com/office/drawing/2014/main" id="{713989C8-5C04-452C-96E4-AD757A4A9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8866" y="4447905"/>
            <a:ext cx="665700" cy="28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0000" tIns="35000" rIns="70000" bIns="35000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689">
                <a:solidFill>
                  <a:schemeClr val="dk1"/>
                </a:solidFill>
              </a:rPr>
              <a:t/>
            </a:r>
          </a:p>
        </p:txBody>
      </p:sp>
      <p:sp>
        <p:nvSpPr>
          <p:cNvPr id="3156" name="sanitized-shape-2345">
            <a:extLst xmlns:a="http://schemas.openxmlformats.org/drawingml/2006/main">
              <a:ext uri="{FF2B5EF4-FFF2-40B4-BE49-F238E27FC236}">
                <a16:creationId xmlns:a16="http://schemas.microsoft.com/office/drawing/2014/main" id="{037DDDD5-8D26-43A3-BF9C-F846AA612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7351" y="4447905"/>
            <a:ext cx="665700" cy="28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0000" tIns="35000" rIns="70000" bIns="35000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689">
                <a:solidFill>
                  <a:schemeClr val="dk1"/>
                </a:solidFill>
              </a:rPr>
              <a:t/>
            </a:r>
          </a:p>
        </p:txBody>
      </p:sp>
      <p:sp>
        <p:nvSpPr>
          <p:cNvPr id="3157" name="sanitized-shape-2346">
            <a:extLst xmlns:a="http://schemas.openxmlformats.org/drawingml/2006/main">
              <a:ext uri="{FF2B5EF4-FFF2-40B4-BE49-F238E27FC236}">
                <a16:creationId xmlns:a16="http://schemas.microsoft.com/office/drawing/2014/main" id="{B33D4239-C02B-4CF3-99FF-B6371C6EF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6624" y="5205644"/>
            <a:ext cx="4369200" cy="100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>
            <a:noFill/>
          </a:ln>
          <a:effectLst xmlns:a="http://schemas.openxmlformats.org/drawingml/2006/main">
            <a:outerShdw blurRad="43771" dist="14590" dir="5400000" algn="bl" rotWithShape="0">
              <a:srgbClr val="000000">
                <a:alpha val="50000"/>
              </a:srgbClr>
            </a:outerShdw>
          </a:effectLst>
        </p:spPr>
        <p:txBody>
          <a:bodyPr xmlns:a="http://schemas.openxmlformats.org/drawingml/2006/main" spcFirstLastPara="1" wrap="square" lIns="70000" tIns="70000" rIns="70000" bIns="700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cxnSp>
        <p:nvCxnSpPr>
          <p:cNvPr id="3249" name="sanitized-shape-2347"/>
          <p:cNvCxnSpPr/>
          <p:nvPr/>
        </p:nvCxnSpPr>
        <p:spPr>
          <a:xfrm xmlns:a="http://schemas.openxmlformats.org/drawingml/2006/main">
            <a:off x="7808826" y="5813029"/>
            <a:ext cx="3596400" cy="0"/>
          </a:xfrm>
          <a:prstGeom xmlns:a="http://schemas.openxmlformats.org/drawingml/2006/main" prst="straightConnector1">
            <a:avLst/>
          </a:prstGeom>
          <a:ln xmlns:a="http://schemas.openxmlformats.org/drawingml/2006/main" w="14600" cap="flat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159" name="sanitized-shape-2348">
            <a:extLst xmlns:a="http://schemas.openxmlformats.org/drawingml/2006/main">
              <a:ext uri="{FF2B5EF4-FFF2-40B4-BE49-F238E27FC236}">
                <a16:creationId xmlns:a16="http://schemas.microsoft.com/office/drawing/2014/main" id="{334B0F92-4D90-40BC-AF9A-350D636FC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0792" y="5847205"/>
            <a:ext cx="665700" cy="28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0000" tIns="35000" rIns="70000" bIns="350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89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160" name="sanitized-shape-2349">
            <a:extLst xmlns:a="http://schemas.openxmlformats.org/drawingml/2006/main">
              <a:ext uri="{FF2B5EF4-FFF2-40B4-BE49-F238E27FC236}">
                <a16:creationId xmlns:a16="http://schemas.microsoft.com/office/drawing/2014/main" id="{7C5F730E-51AC-4A3B-9F0E-AD44E040F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2926" y="5671844"/>
            <a:ext cx="1401000" cy="12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4D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0000" tIns="35000" rIns="70000" bIns="350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89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cxnSp>
        <p:nvCxnSpPr>
          <p:cNvPr id="3252" name="sanitized-shape-2350"/>
          <p:cNvCxnSpPr/>
          <p:nvPr/>
        </p:nvCxnSpPr>
        <p:spPr>
          <a:xfrm xmlns:a="http://schemas.openxmlformats.org/drawingml/2006/main">
            <a:off x="7815795" y="5553581"/>
            <a:ext cx="1748100" cy="0"/>
          </a:xfrm>
          <a:prstGeom xmlns:a="http://schemas.openxmlformats.org/drawingml/2006/main" prst="straightConnector1">
            <a:avLst/>
          </a:prstGeom>
          <a:ln xmlns:a="http://schemas.openxmlformats.org/drawingml/2006/main" w="14600" cap="flat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253" name="sanitized-shape-2351"/>
          <p:cNvCxnSpPr/>
          <p:nvPr/>
        </p:nvCxnSpPr>
        <p:spPr>
          <a:xfrm xmlns:a="http://schemas.openxmlformats.org/drawingml/2006/main">
            <a:off x="9609299" y="5545859"/>
            <a:ext cx="1496400" cy="0"/>
          </a:xfrm>
          <a:prstGeom xmlns:a="http://schemas.openxmlformats.org/drawingml/2006/main" prst="straightConnector1">
            <a:avLst/>
          </a:prstGeom>
          <a:ln xmlns:a="http://schemas.openxmlformats.org/drawingml/2006/main" w="14600" cap="flat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163" name="sanitized-shape-2352">
            <a:extLst xmlns:a="http://schemas.openxmlformats.org/drawingml/2006/main">
              <a:ext uri="{FF2B5EF4-FFF2-40B4-BE49-F238E27FC236}">
                <a16:creationId xmlns:a16="http://schemas.microsoft.com/office/drawing/2014/main" id="{340A3272-0D19-4B91-B0D1-6B34BAD65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968" y="5325163"/>
            <a:ext cx="1210800" cy="1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0000" tIns="35000" rIns="70000" bIns="350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89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164" name="sanitized-shape-2353">
            <a:extLst xmlns:a="http://schemas.openxmlformats.org/drawingml/2006/main">
              <a:ext uri="{FF2B5EF4-FFF2-40B4-BE49-F238E27FC236}">
                <a16:creationId xmlns:a16="http://schemas.microsoft.com/office/drawing/2014/main" id="{EB196EA9-86E5-4C5C-8C6A-6CA481064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4881" y="5325155"/>
            <a:ext cx="1122600" cy="1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0000" tIns="35000" rIns="70000" bIns="350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89">
                <a:solidFill>
                  <a:schemeClr val="dk1"/>
                </a:solidFill>
              </a:rPr>
              <a:t/>
            </a:r>
          </a:p>
        </p:txBody>
      </p:sp>
      <p:sp>
        <p:nvSpPr>
          <p:cNvPr id="3165" name="sanitized-shape-2354">
            <a:extLst xmlns:a="http://schemas.openxmlformats.org/drawingml/2006/main">
              <a:ext uri="{FF2B5EF4-FFF2-40B4-BE49-F238E27FC236}">
                <a16:creationId xmlns:a16="http://schemas.microsoft.com/office/drawing/2014/main" id="{763463DA-6C3F-41A3-98E5-F2341CE93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8844" y="5783913"/>
            <a:ext cx="62400" cy="63300"/>
          </a:xfrm>
          <a:prstGeom xmlns:a="http://schemas.openxmlformats.org/drawingml/2006/main" prst="flowChartConnector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34050" cmpd="sng">
            <a:solidFill>
              <a:srgbClr val="EE4D2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70000" tIns="35000" rIns="70000" bIns="350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166" name="sanitized-shape-2355">
            <a:extLst xmlns:a="http://schemas.openxmlformats.org/drawingml/2006/main">
              <a:ext uri="{FF2B5EF4-FFF2-40B4-BE49-F238E27FC236}">
                <a16:creationId xmlns:a16="http://schemas.microsoft.com/office/drawing/2014/main" id="{B48DA006-F2B1-4A82-AD8B-5C267380E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9982" y="5771704"/>
            <a:ext cx="63300" cy="63300"/>
          </a:xfrm>
          <a:prstGeom xmlns:a="http://schemas.openxmlformats.org/drawingml/2006/main" prst="flowChartConnector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34050" cmpd="sng">
            <a:solidFill>
              <a:srgbClr val="EE4D2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70000" tIns="35000" rIns="70000" bIns="350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167" name="sanitized-shape-2356">
            <a:extLst xmlns:a="http://schemas.openxmlformats.org/drawingml/2006/main">
              <a:ext uri="{FF2B5EF4-FFF2-40B4-BE49-F238E27FC236}">
                <a16:creationId xmlns:a16="http://schemas.microsoft.com/office/drawing/2014/main" id="{3FDF59F6-2A7B-4BCA-90E2-36F35FF99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916" y="5771706"/>
            <a:ext cx="62400" cy="63300"/>
          </a:xfrm>
          <a:prstGeom xmlns:a="http://schemas.openxmlformats.org/drawingml/2006/main" prst="flowChartConnector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34050" cmpd="sng">
            <a:solidFill>
              <a:srgbClr val="EE4D2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70000" tIns="35000" rIns="70000" bIns="350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168" name="sanitized-shape-2357">
            <a:extLst xmlns:a="http://schemas.openxmlformats.org/drawingml/2006/main">
              <a:ext uri="{FF2B5EF4-FFF2-40B4-BE49-F238E27FC236}">
                <a16:creationId xmlns:a16="http://schemas.microsoft.com/office/drawing/2014/main" id="{32865DB0-6071-486E-AB90-745DB031D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912" y="5776956"/>
            <a:ext cx="62400" cy="63300"/>
          </a:xfrm>
          <a:prstGeom xmlns:a="http://schemas.openxmlformats.org/drawingml/2006/main" prst="flowChartConnector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34050" cmpd="sng">
            <a:solidFill>
              <a:srgbClr val="EE4D2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70000" tIns="35000" rIns="70000" bIns="350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169" name="sanitized-shape-2358">
            <a:extLst xmlns:a="http://schemas.openxmlformats.org/drawingml/2006/main">
              <a:ext uri="{FF2B5EF4-FFF2-40B4-BE49-F238E27FC236}">
                <a16:creationId xmlns:a16="http://schemas.microsoft.com/office/drawing/2014/main" id="{1E4D2140-4EC7-4F98-A453-5CC9D3430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4245" y="5833804"/>
            <a:ext cx="665700" cy="28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0000" tIns="35000" rIns="70000" bIns="35000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689">
                <a:solidFill>
                  <a:schemeClr val="dk1"/>
                </a:solidFill>
              </a:rPr>
              <a:t/>
            </a:r>
          </a:p>
        </p:txBody>
      </p:sp>
      <p:sp>
        <p:nvSpPr>
          <p:cNvPr id="3170" name="sanitized-shape-2359">
            <a:extLst xmlns:a="http://schemas.openxmlformats.org/drawingml/2006/main">
              <a:ext uri="{FF2B5EF4-FFF2-40B4-BE49-F238E27FC236}">
                <a16:creationId xmlns:a16="http://schemas.microsoft.com/office/drawing/2014/main" id="{5885B7D9-F907-4818-B134-FE8B7F88B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041" y="5847210"/>
            <a:ext cx="665700" cy="28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0000" tIns="35000" rIns="70000" bIns="35000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689">
                <a:solidFill>
                  <a:schemeClr val="dk1"/>
                </a:solidFill>
              </a:rPr>
              <a:t/>
            </a:r>
          </a:p>
        </p:txBody>
      </p:sp>
      <p:sp>
        <p:nvSpPr>
          <p:cNvPr id="3171" name="sanitized-shape-2360">
            <a:extLst xmlns:a="http://schemas.openxmlformats.org/drawingml/2006/main">
              <a:ext uri="{FF2B5EF4-FFF2-40B4-BE49-F238E27FC236}">
                <a16:creationId xmlns:a16="http://schemas.microsoft.com/office/drawing/2014/main" id="{0ACC2970-E53B-4776-83E7-9CAF1CA24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7351" y="5830810"/>
            <a:ext cx="665700" cy="28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0000" tIns="35000" rIns="70000" bIns="35000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689">
                <a:solidFill>
                  <a:schemeClr val="dk1"/>
                </a:solidFill>
              </a:rPr>
              <a:t/>
            </a:r>
          </a:p>
        </p:txBody>
      </p:sp>
      <p:sp>
        <p:nvSpPr>
          <p:cNvPr id="3172" name="sanitized-shape-2361">
            <a:extLst xmlns:a="http://schemas.openxmlformats.org/drawingml/2006/main">
              <a:ext uri="{FF2B5EF4-FFF2-40B4-BE49-F238E27FC236}">
                <a16:creationId xmlns:a16="http://schemas.microsoft.com/office/drawing/2014/main" id="{806E90B7-45F2-487F-8E7C-E194E2B4C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3024" y="3529982"/>
            <a:ext cx="1496400" cy="24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00"/>
              <a:t/>
            </a:r>
          </a:p>
        </p:txBody>
      </p:sp>
      <p:sp>
        <p:nvSpPr>
          <p:cNvPr id="3173" name="sanitized-shape-2362">
            <a:extLst xmlns:a="http://schemas.openxmlformats.org/drawingml/2006/main">
              <a:ext uri="{FF2B5EF4-FFF2-40B4-BE49-F238E27FC236}">
                <a16:creationId xmlns:a16="http://schemas.microsoft.com/office/drawing/2014/main" id="{D0FDE09F-CAB3-4887-A4AC-2FDC183AE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3024" y="4932743"/>
            <a:ext cx="1496400" cy="24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00"/>
              <a:t/>
            </a:r>
          </a:p>
        </p:txBody>
      </p:sp>
      <p:sp>
        <p:nvSpPr>
          <p:cNvPr id="3174" name="sanitized-shape-2363">
            <a:extLst xmlns:a="http://schemas.openxmlformats.org/drawingml/2006/main">
              <a:ext uri="{FF2B5EF4-FFF2-40B4-BE49-F238E27FC236}">
                <a16:creationId xmlns:a16="http://schemas.microsoft.com/office/drawing/2014/main" id="{149AA2C2-EFD2-48AE-A9B1-F353AD82D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9991" y="6372775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rPr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/>
            </a:fld>
          </a:p>
        </p:txBody>
      </p:sp>
      <p:sp>
        <p:nvSpPr>
          <p:cNvPr id="3175" name="sanitized-shape-2364">
            <a:extLst xmlns:a="http://schemas.openxmlformats.org/drawingml/2006/main">
              <a:ext uri="{FF2B5EF4-FFF2-40B4-BE49-F238E27FC236}">
                <a16:creationId xmlns:a16="http://schemas.microsoft.com/office/drawing/2014/main" id="{19030DE7-DFAB-411B-B1F1-159B2B9E2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0650" y="280000"/>
            <a:ext cx="4197300" cy="80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00FF"/>
          </a:solidFill>
          <a:ln xmlns:a="http://schemas.openxmlformats.org/drawingml/2006/main" w="9525" cmpd="sng">
            <a:solidFill>
              <a:schemeClr val="dk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chemeClr val="lt1"/>
                </a:solidFill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98355472"/>
      </p:ext>
    </p:extLst>
  </p:cSld>
</p:sld>
</file>

<file path=ppt/slides/slide4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80" name="sanitized-shape-2365">
            <a:extLst xmlns:a="http://schemas.openxmlformats.org/drawingml/2006/main">
              <a:ext uri="{FF2B5EF4-FFF2-40B4-BE49-F238E27FC236}">
                <a16:creationId xmlns:a16="http://schemas.microsoft.com/office/drawing/2014/main" id="{4031D846-F565-4421-A520-F605D42AC3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3625" y="133800"/>
            <a:ext cx="11082600" cy="486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68550" tIns="68550" rIns="68550" bIns="6855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181" name="sanitized-shape-2366">
            <a:extLst xmlns:a="http://schemas.openxmlformats.org/drawingml/2006/main">
              <a:ext uri="{FF2B5EF4-FFF2-40B4-BE49-F238E27FC236}">
                <a16:creationId xmlns:a16="http://schemas.microsoft.com/office/drawing/2014/main" id="{11199EF3-24A8-4A09-BCA5-92D26A3B0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9991" y="6372775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rPr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/>
            </a:fld>
          </a:p>
        </p:txBody>
      </p:sp>
      <p:graphicFrame>
        <p:nvGraphicFramePr>
          <p:cNvPr id="3185" name="sanitized-table-34"/>
          <p:cNvGraphicFramePr/>
          <p:nvPr/>
        </p:nvGraphicFramePr>
        <p:xfrm>
          <a:off xmlns:a="http://schemas.openxmlformats.org/drawingml/2006/main" x="344147" y="909348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{80D8D8A9-949E-4B8C-BB15-63F78EA36203}</a:tableStyleId>
              </a:tblPr>
              <a:tblGrid>
                <a:gridCol w="739925"/>
                <a:gridCol w="1701800"/>
                <a:gridCol w="8934400"/>
              </a:tblGrid>
              <a:tr h="526225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/>
                        <a:t/>
                      </a:r>
                    </a:p>
                  </a:txBody>
                  <a:tcPr marL="121875" marR="121875" marT="121900" marB="121900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/>
                        <a:t/>
                      </a:r>
                    </a:p>
                  </a:txBody>
                  <a:tcPr marL="121875" marR="121875" marT="121900" marB="121900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/>
                        <a:t/>
                      </a:r>
                    </a:p>
                  </a:txBody>
                  <a:tcPr marL="121875" marR="121875" marT="121900" marB="121900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33325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/>
                        <a:t/>
                      </a:r>
                    </a:p>
                  </a:txBody>
                  <a:tcPr marL="121875" marR="121875" marT="121900" marB="121900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sz="1500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121875" marR="121875" marT="121900" marB="121900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32385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AutoNum type="arabicPeriod"/>
                      </a:pPr>
                      <a:r>
                        <a:rPr sz="1500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121875" marR="121875" marT="121900" marB="121900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49775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/>
                        <a:t/>
                      </a:r>
                    </a:p>
                  </a:txBody>
                  <a:tcPr marL="121875" marR="121875" marT="121900" marB="121900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sz="1500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121875" marR="121875" marT="121900" marB="121900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sz="1500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121875" marR="121875" marT="121900" marB="121900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943250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/>
                        <a:t/>
                      </a:r>
                    </a:p>
                  </a:txBody>
                  <a:tcPr marL="121875" marR="121875" marT="121900" marB="121900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121875" marR="121875" marT="121900" marB="121900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32385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AutoNum type="arabicPeriod"/>
                      </a:pPr>
                      <a:r>
                        <a:rPr sz="1500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121875" marR="121875" marT="121900" marB="121900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9373593"/>
      </p:ext>
    </p:extLst>
  </p:cSld>
</p:sld>
</file>

<file path=ppt/slides/slide4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87" name="sanitized-shape-2367">
            <a:extLst xmlns:a="http://schemas.openxmlformats.org/drawingml/2006/main">
              <a:ext uri="{FF2B5EF4-FFF2-40B4-BE49-F238E27FC236}">
                <a16:creationId xmlns:a16="http://schemas.microsoft.com/office/drawing/2014/main" id="{919DF27B-1FCD-4434-8197-23FC7A78461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406191" y="6593493"/>
            <a:ext cx="7314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51425" tIns="25700" rIns="51425" bIns="257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sp>
        <p:nvSpPr>
          <p:cNvPr id="3189" name="sanitized-shape-2368">
            <a:extLst xmlns:a="http://schemas.openxmlformats.org/drawingml/2006/main">
              <a:ext uri="{FF2B5EF4-FFF2-40B4-BE49-F238E27FC236}">
                <a16:creationId xmlns:a16="http://schemas.microsoft.com/office/drawing/2014/main" id="{0067F198-C50A-4111-AFF9-63EB2A937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9383" y="1306214"/>
            <a:ext cx="27226" cy="782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4D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6700" tIns="48350" rIns="96700" bIns="483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3"/>
              <a:buFont typeface="Arial"/>
              <a:buNone/>
            </a:pPr>
            <a:r>
              <a:t/>
            </a:r>
          </a:p>
        </p:txBody>
      </p:sp>
      <p:sp>
        <p:nvSpPr>
          <p:cNvPr id="3190" name="sanitized-shape-2369">
            <a:extLst xmlns:a="http://schemas.openxmlformats.org/drawingml/2006/main">
              <a:ext uri="{FF2B5EF4-FFF2-40B4-BE49-F238E27FC236}">
                <a16:creationId xmlns:a16="http://schemas.microsoft.com/office/drawing/2014/main" id="{5E04124C-8B8A-4750-A271-859B8528F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8734" y="1411897"/>
            <a:ext cx="77942" cy="64653"/>
          </a:xfrm>
          <a:custGeom xmlns:a="http://schemas.openxmlformats.org/drawingml/2006/main">
            <a:rect l="l" t="t" r="r" b="b"/>
            <a:pathLst>
              <a:path w="66" h="52">
                <a:moveTo>
                  <a:pt x="54" y="0"/>
                </a:moveTo>
                <a:lnTo>
                  <a:pt x="0" y="30"/>
                </a:lnTo>
                <a:lnTo>
                  <a:pt x="12" y="52"/>
                </a:lnTo>
                <a:lnTo>
                  <a:pt x="66" y="21"/>
                </a:lnTo>
                <a:lnTo>
                  <a:pt x="54" y="0"/>
                </a:lnTo>
                <a:close/>
              </a:path>
            </a:pathLst>
          </a:custGeom>
          <a:solidFill xmlns:a="http://schemas.openxmlformats.org/drawingml/2006/main">
            <a:srgbClr val="ED4D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6700" tIns="48350" rIns="96700" bIns="483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3"/>
              <a:buFont typeface="Arial"/>
              <a:buNone/>
            </a:pPr>
            <a:r>
              <a:t/>
            </a:r>
          </a:p>
        </p:txBody>
      </p:sp>
      <p:sp>
        <p:nvSpPr>
          <p:cNvPr id="3191" name="sanitized-shape-2370">
            <a:extLst xmlns:a="http://schemas.openxmlformats.org/drawingml/2006/main">
              <a:ext uri="{FF2B5EF4-FFF2-40B4-BE49-F238E27FC236}">
                <a16:creationId xmlns:a16="http://schemas.microsoft.com/office/drawing/2014/main" id="{0910B0A7-7F0B-42CF-9974-C1D896341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6813" y="1528770"/>
            <a:ext cx="75654" cy="298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4D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6700" tIns="48350" rIns="96700" bIns="483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3"/>
              <a:buFont typeface="Arial"/>
              <a:buNone/>
            </a:pPr>
            <a:r>
              <a:t/>
            </a:r>
          </a:p>
        </p:txBody>
      </p:sp>
      <p:sp>
        <p:nvSpPr>
          <p:cNvPr id="3192" name="sanitized-shape-2371">
            <a:extLst xmlns:a="http://schemas.openxmlformats.org/drawingml/2006/main">
              <a:ext uri="{FF2B5EF4-FFF2-40B4-BE49-F238E27FC236}">
                <a16:creationId xmlns:a16="http://schemas.microsoft.com/office/drawing/2014/main" id="{59262BBE-CFE8-4CFD-883F-67DC128F6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50736" y="1328594"/>
            <a:ext cx="61409" cy="83302"/>
          </a:xfrm>
          <a:custGeom xmlns:a="http://schemas.openxmlformats.org/drawingml/2006/main">
            <a:rect l="l" t="t" r="r" b="b"/>
            <a:pathLst>
              <a:path w="52" h="67">
                <a:moveTo>
                  <a:pt x="52" y="55"/>
                </a:moveTo>
                <a:lnTo>
                  <a:pt x="19" y="0"/>
                </a:lnTo>
                <a:lnTo>
                  <a:pt x="0" y="12"/>
                </a:lnTo>
                <a:lnTo>
                  <a:pt x="30" y="67"/>
                </a:lnTo>
                <a:lnTo>
                  <a:pt x="52" y="55"/>
                </a:lnTo>
                <a:close/>
              </a:path>
            </a:pathLst>
          </a:custGeom>
          <a:solidFill xmlns:a="http://schemas.openxmlformats.org/drawingml/2006/main">
            <a:srgbClr val="ED4D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6700" tIns="48350" rIns="96700" bIns="483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3"/>
              <a:buFont typeface="Arial"/>
              <a:buNone/>
            </a:pPr>
            <a:r>
              <a:t/>
            </a:r>
          </a:p>
        </p:txBody>
      </p:sp>
      <p:sp>
        <p:nvSpPr>
          <p:cNvPr id="3193" name="sanitized-shape-2372">
            <a:extLst xmlns:a="http://schemas.openxmlformats.org/drawingml/2006/main">
              <a:ext uri="{FF2B5EF4-FFF2-40B4-BE49-F238E27FC236}">
                <a16:creationId xmlns:a16="http://schemas.microsoft.com/office/drawing/2014/main" id="{C42B1370-55F1-4F2B-8F5B-CC72FCEF5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325" y="1328594"/>
            <a:ext cx="61409" cy="83302"/>
          </a:xfrm>
          <a:custGeom xmlns:a="http://schemas.openxmlformats.org/drawingml/2006/main">
            <a:rect l="l" t="t" r="r" b="b"/>
            <a:pathLst>
              <a:path w="52" h="67">
                <a:moveTo>
                  <a:pt x="52" y="12"/>
                </a:moveTo>
                <a:lnTo>
                  <a:pt x="31" y="0"/>
                </a:lnTo>
                <a:lnTo>
                  <a:pt x="0" y="55"/>
                </a:lnTo>
                <a:lnTo>
                  <a:pt x="21" y="67"/>
                </a:lnTo>
                <a:lnTo>
                  <a:pt x="52" y="12"/>
                </a:lnTo>
                <a:close/>
              </a:path>
            </a:pathLst>
          </a:custGeom>
          <a:solidFill xmlns:a="http://schemas.openxmlformats.org/drawingml/2006/main">
            <a:srgbClr val="ED4D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6700" tIns="48350" rIns="96700" bIns="483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3"/>
              <a:buFont typeface="Arial"/>
              <a:buNone/>
            </a:pPr>
            <a:r>
              <a:t/>
            </a:r>
          </a:p>
        </p:txBody>
      </p:sp>
      <p:sp>
        <p:nvSpPr>
          <p:cNvPr id="3194" name="sanitized-shape-2373">
            <a:extLst xmlns:a="http://schemas.openxmlformats.org/drawingml/2006/main">
              <a:ext uri="{FF2B5EF4-FFF2-40B4-BE49-F238E27FC236}">
                <a16:creationId xmlns:a16="http://schemas.microsoft.com/office/drawing/2014/main" id="{3D2049AB-C81E-463D-9B38-F51A3B57D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2794" y="1411897"/>
            <a:ext cx="77942" cy="64653"/>
          </a:xfrm>
          <a:custGeom xmlns:a="http://schemas.openxmlformats.org/drawingml/2006/main">
            <a:rect l="l" t="t" r="r" b="b"/>
            <a:pathLst>
              <a:path w="66" h="52">
                <a:moveTo>
                  <a:pt x="0" y="18"/>
                </a:moveTo>
                <a:lnTo>
                  <a:pt x="54" y="52"/>
                </a:lnTo>
                <a:lnTo>
                  <a:pt x="66" y="30"/>
                </a:lnTo>
                <a:lnTo>
                  <a:pt x="11" y="0"/>
                </a:lnTo>
                <a:lnTo>
                  <a:pt x="0" y="18"/>
                </a:lnTo>
                <a:close/>
              </a:path>
            </a:pathLst>
          </a:custGeom>
          <a:solidFill xmlns:a="http://schemas.openxmlformats.org/drawingml/2006/main">
            <a:srgbClr val="ED4D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6700" tIns="48350" rIns="96700" bIns="483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3"/>
              <a:buFont typeface="Arial"/>
              <a:buNone/>
            </a:pPr>
            <a:r>
              <a:t/>
            </a:r>
          </a:p>
        </p:txBody>
      </p:sp>
      <p:sp>
        <p:nvSpPr>
          <p:cNvPr id="3195" name="sanitized-shape-2374">
            <a:extLst xmlns:a="http://schemas.openxmlformats.org/drawingml/2006/main">
              <a:ext uri="{FF2B5EF4-FFF2-40B4-BE49-F238E27FC236}">
                <a16:creationId xmlns:a16="http://schemas.microsoft.com/office/drawing/2014/main" id="{50C54E36-C6BE-418B-90F0-DE2B272A8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53098" y="1420600"/>
            <a:ext cx="243274" cy="366781"/>
          </a:xfrm>
          <a:custGeom xmlns:a="http://schemas.openxmlformats.org/drawingml/2006/main">
            <a:rect l="l" t="t" r="r" b="b"/>
            <a:pathLst>
              <a:path w="87" h="125">
                <a:moveTo>
                  <a:pt x="43" y="0"/>
                </a:moveTo>
                <a:cubicBezTo>
                  <a:pt x="32" y="0"/>
                  <a:pt x="21" y="5"/>
                  <a:pt x="13" y="13"/>
                </a:cubicBezTo>
                <a:cubicBezTo>
                  <a:pt x="5" y="20"/>
                  <a:pt x="0" y="31"/>
                  <a:pt x="0" y="43"/>
                </a:cubicBezTo>
                <a:cubicBezTo>
                  <a:pt x="0" y="51"/>
                  <a:pt x="3" y="59"/>
                  <a:pt x="7" y="66"/>
                </a:cubicBezTo>
                <a:cubicBezTo>
                  <a:pt x="10" y="71"/>
                  <a:pt x="15" y="77"/>
                  <a:pt x="21" y="80"/>
                </a:cubicBezTo>
                <a:cubicBezTo>
                  <a:pt x="21" y="88"/>
                  <a:pt x="21" y="88"/>
                  <a:pt x="21" y="88"/>
                </a:cubicBezTo>
                <a:cubicBezTo>
                  <a:pt x="19" y="88"/>
                  <a:pt x="19" y="88"/>
                  <a:pt x="19" y="88"/>
                </a:cubicBezTo>
                <a:cubicBezTo>
                  <a:pt x="17" y="88"/>
                  <a:pt x="17" y="88"/>
                  <a:pt x="17" y="88"/>
                </a:cubicBezTo>
                <a:cubicBezTo>
                  <a:pt x="16" y="91"/>
                  <a:pt x="16" y="91"/>
                  <a:pt x="16" y="91"/>
                </a:cubicBezTo>
                <a:cubicBezTo>
                  <a:pt x="14" y="94"/>
                  <a:pt x="14" y="96"/>
                  <a:pt x="14" y="99"/>
                </a:cubicBezTo>
                <a:cubicBezTo>
                  <a:pt x="14" y="101"/>
                  <a:pt x="15" y="103"/>
                  <a:pt x="15" y="105"/>
                </a:cubicBezTo>
                <a:cubicBezTo>
                  <a:pt x="16" y="106"/>
                  <a:pt x="16" y="106"/>
                  <a:pt x="16" y="106"/>
                </a:cubicBezTo>
                <a:cubicBezTo>
                  <a:pt x="16" y="107"/>
                  <a:pt x="16" y="107"/>
                  <a:pt x="16" y="107"/>
                </a:cubicBezTo>
                <a:cubicBezTo>
                  <a:pt x="14" y="110"/>
                  <a:pt x="14" y="112"/>
                  <a:pt x="14" y="115"/>
                </a:cubicBezTo>
                <a:cubicBezTo>
                  <a:pt x="14" y="117"/>
                  <a:pt x="15" y="119"/>
                  <a:pt x="15" y="121"/>
                </a:cubicBezTo>
                <a:cubicBezTo>
                  <a:pt x="17" y="125"/>
                  <a:pt x="17" y="125"/>
                  <a:pt x="17" y="125"/>
                </a:cubicBezTo>
                <a:cubicBezTo>
                  <a:pt x="20" y="124"/>
                  <a:pt x="20" y="124"/>
                  <a:pt x="20" y="124"/>
                </a:cubicBezTo>
                <a:cubicBezTo>
                  <a:pt x="69" y="120"/>
                  <a:pt x="69" y="120"/>
                  <a:pt x="69" y="120"/>
                </a:cubicBezTo>
                <a:cubicBezTo>
                  <a:pt x="72" y="120"/>
                  <a:pt x="72" y="120"/>
                  <a:pt x="72" y="120"/>
                </a:cubicBezTo>
                <a:cubicBezTo>
                  <a:pt x="73" y="117"/>
                  <a:pt x="73" y="117"/>
                  <a:pt x="73" y="117"/>
                </a:cubicBezTo>
                <a:cubicBezTo>
                  <a:pt x="74" y="115"/>
                  <a:pt x="74" y="113"/>
                  <a:pt x="74" y="110"/>
                </a:cubicBezTo>
                <a:cubicBezTo>
                  <a:pt x="74" y="108"/>
                  <a:pt x="74" y="105"/>
                  <a:pt x="73" y="103"/>
                </a:cubicBezTo>
                <a:cubicBezTo>
                  <a:pt x="72" y="102"/>
                  <a:pt x="72" y="102"/>
                  <a:pt x="72" y="102"/>
                </a:cubicBezTo>
                <a:cubicBezTo>
                  <a:pt x="73" y="101"/>
                  <a:pt x="73" y="101"/>
                  <a:pt x="73" y="101"/>
                </a:cubicBezTo>
                <a:cubicBezTo>
                  <a:pt x="74" y="99"/>
                  <a:pt x="74" y="96"/>
                  <a:pt x="74" y="94"/>
                </a:cubicBezTo>
                <a:cubicBezTo>
                  <a:pt x="74" y="92"/>
                  <a:pt x="74" y="89"/>
                  <a:pt x="73" y="87"/>
                </a:cubicBezTo>
                <a:cubicBezTo>
                  <a:pt x="71" y="84"/>
                  <a:pt x="71" y="84"/>
                  <a:pt x="71" y="84"/>
                </a:cubicBezTo>
                <a:cubicBezTo>
                  <a:pt x="68" y="84"/>
                  <a:pt x="68" y="84"/>
                  <a:pt x="68" y="84"/>
                </a:cubicBezTo>
                <a:cubicBezTo>
                  <a:pt x="67" y="84"/>
                  <a:pt x="67" y="84"/>
                  <a:pt x="67" y="84"/>
                </a:cubicBezTo>
                <a:cubicBezTo>
                  <a:pt x="67" y="80"/>
                  <a:pt x="67" y="80"/>
                  <a:pt x="67" y="80"/>
                </a:cubicBezTo>
                <a:cubicBezTo>
                  <a:pt x="72" y="76"/>
                  <a:pt x="77" y="71"/>
                  <a:pt x="81" y="65"/>
                </a:cubicBezTo>
                <a:cubicBezTo>
                  <a:pt x="84" y="59"/>
                  <a:pt x="87" y="51"/>
                  <a:pt x="87" y="43"/>
                </a:cubicBezTo>
                <a:cubicBezTo>
                  <a:pt x="87" y="31"/>
                  <a:pt x="82" y="20"/>
                  <a:pt x="74" y="13"/>
                </a:cubicBezTo>
                <a:cubicBezTo>
                  <a:pt x="67" y="5"/>
                  <a:pt x="54" y="0"/>
                  <a:pt x="43" y="0"/>
                </a:cubicBezTo>
                <a:close/>
                <a:moveTo>
                  <a:pt x="65" y="111"/>
                </a:moveTo>
                <a:cubicBezTo>
                  <a:pt x="23" y="115"/>
                  <a:pt x="23" y="115"/>
                  <a:pt x="23" y="115"/>
                </a:cubicBezTo>
                <a:cubicBezTo>
                  <a:pt x="23" y="115"/>
                  <a:pt x="23" y="115"/>
                  <a:pt x="23" y="114"/>
                </a:cubicBezTo>
                <a:cubicBezTo>
                  <a:pt x="23" y="114"/>
                  <a:pt x="23" y="113"/>
                  <a:pt x="23" y="113"/>
                </a:cubicBezTo>
                <a:cubicBezTo>
                  <a:pt x="65" y="109"/>
                  <a:pt x="65" y="109"/>
                  <a:pt x="65" y="109"/>
                </a:cubicBezTo>
                <a:cubicBezTo>
                  <a:pt x="65" y="110"/>
                  <a:pt x="65" y="110"/>
                  <a:pt x="65" y="110"/>
                </a:cubicBezTo>
                <a:cubicBezTo>
                  <a:pt x="65" y="110"/>
                  <a:pt x="65" y="111"/>
                  <a:pt x="65" y="111"/>
                </a:cubicBezTo>
                <a:close/>
                <a:moveTo>
                  <a:pt x="65" y="95"/>
                </a:moveTo>
                <a:cubicBezTo>
                  <a:pt x="23" y="99"/>
                  <a:pt x="23" y="99"/>
                  <a:pt x="23" y="99"/>
                </a:cubicBezTo>
                <a:cubicBezTo>
                  <a:pt x="23" y="99"/>
                  <a:pt x="23" y="98"/>
                  <a:pt x="23" y="98"/>
                </a:cubicBezTo>
                <a:cubicBezTo>
                  <a:pt x="23" y="98"/>
                  <a:pt x="23" y="97"/>
                  <a:pt x="23" y="97"/>
                </a:cubicBezTo>
                <a:cubicBezTo>
                  <a:pt x="65" y="93"/>
                  <a:pt x="65" y="93"/>
                  <a:pt x="65" y="93"/>
                </a:cubicBezTo>
                <a:cubicBezTo>
                  <a:pt x="65" y="93"/>
                  <a:pt x="65" y="94"/>
                  <a:pt x="65" y="94"/>
                </a:cubicBezTo>
                <a:cubicBezTo>
                  <a:pt x="65" y="94"/>
                  <a:pt x="65" y="95"/>
                  <a:pt x="65" y="95"/>
                </a:cubicBezTo>
                <a:close/>
                <a:moveTo>
                  <a:pt x="43" y="75"/>
                </a:moveTo>
                <a:cubicBezTo>
                  <a:pt x="25" y="75"/>
                  <a:pt x="11" y="61"/>
                  <a:pt x="11" y="43"/>
                </a:cubicBezTo>
                <a:cubicBezTo>
                  <a:pt x="11" y="25"/>
                  <a:pt x="25" y="11"/>
                  <a:pt x="43" y="11"/>
                </a:cubicBezTo>
                <a:cubicBezTo>
                  <a:pt x="61" y="11"/>
                  <a:pt x="76" y="25"/>
                  <a:pt x="76" y="43"/>
                </a:cubicBezTo>
                <a:cubicBezTo>
                  <a:pt x="76" y="61"/>
                  <a:pt x="61" y="75"/>
                  <a:pt x="43" y="75"/>
                </a:cubicBezTo>
                <a:close/>
              </a:path>
            </a:pathLst>
          </a:custGeom>
          <a:solidFill xmlns:a="http://schemas.openxmlformats.org/drawingml/2006/main">
            <a:srgbClr val="ED4D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6700" tIns="48350" rIns="96700" bIns="483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3"/>
              <a:buFont typeface="Arial"/>
              <a:buNone/>
            </a:pPr>
            <a:r>
              <a:t/>
            </a:r>
          </a:p>
        </p:txBody>
      </p:sp>
      <p:sp>
        <p:nvSpPr>
          <p:cNvPr id="3196" name="sanitized-shape-2375">
            <a:extLst xmlns:a="http://schemas.openxmlformats.org/drawingml/2006/main">
              <a:ext uri="{FF2B5EF4-FFF2-40B4-BE49-F238E27FC236}">
                <a16:creationId xmlns:a16="http://schemas.microsoft.com/office/drawing/2014/main" id="{40DD83EF-E73B-4C7C-A054-5661A0464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2850" y="1793599"/>
            <a:ext cx="66132" cy="37299"/>
          </a:xfrm>
          <a:custGeom xmlns:a="http://schemas.openxmlformats.org/drawingml/2006/main">
            <a:rect l="l" t="t" r="r" b="b"/>
            <a:pathLst>
              <a:path w="24" h="13">
                <a:moveTo>
                  <a:pt x="0" y="3"/>
                </a:moveTo>
                <a:cubicBezTo>
                  <a:pt x="0" y="9"/>
                  <a:pt x="6" y="13"/>
                  <a:pt x="12" y="13"/>
                </a:cubicBezTo>
                <a:cubicBezTo>
                  <a:pt x="19" y="13"/>
                  <a:pt x="24" y="8"/>
                  <a:pt x="24" y="1"/>
                </a:cubicBezTo>
                <a:cubicBezTo>
                  <a:pt x="24" y="1"/>
                  <a:pt x="24" y="1"/>
                  <a:pt x="24" y="0"/>
                </a:cubicBezTo>
                <a:lnTo>
                  <a:pt x="0" y="3"/>
                </a:lnTo>
                <a:close/>
              </a:path>
            </a:pathLst>
          </a:custGeom>
          <a:solidFill xmlns:a="http://schemas.openxmlformats.org/drawingml/2006/main">
            <a:srgbClr val="ED4D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6700" tIns="48350" rIns="96700" bIns="483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3"/>
              <a:buFont typeface="Arial"/>
              <a:buNone/>
            </a:pPr>
            <a:r>
              <a:t/>
            </a:r>
          </a:p>
        </p:txBody>
      </p:sp>
      <p:sp>
        <p:nvSpPr>
          <p:cNvPr id="3197" name="sanitized-shape-2376">
            <a:extLst xmlns:a="http://schemas.openxmlformats.org/drawingml/2006/main">
              <a:ext uri="{FF2B5EF4-FFF2-40B4-BE49-F238E27FC236}">
                <a16:creationId xmlns:a16="http://schemas.microsoft.com/office/drawing/2014/main" id="{74F5425E-404E-4414-A678-92FF4B627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3533" y="1528770"/>
            <a:ext cx="75654" cy="298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4D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6700" tIns="48350" rIns="96700" bIns="483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3"/>
              <a:buFont typeface="Arial"/>
              <a:buNone/>
            </a:pPr>
            <a:r>
              <a:t/>
            </a:r>
          </a:p>
        </p:txBody>
      </p:sp>
      <p:sp>
        <p:nvSpPr>
          <p:cNvPr id="3198" name="sanitized-shape-2377">
            <a:extLst xmlns:a="http://schemas.openxmlformats.org/drawingml/2006/main">
              <a:ext uri="{FF2B5EF4-FFF2-40B4-BE49-F238E27FC236}">
                <a16:creationId xmlns:a16="http://schemas.microsoft.com/office/drawing/2014/main" id="{F38EDE8A-70C6-48C4-A13D-92D5F41F5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7313" y="2680777"/>
            <a:ext cx="4528800" cy="41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563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60925" rIns="0" bIns="609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6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3199" name="sanitized-shape-2378">
            <a:extLst xmlns:a="http://schemas.openxmlformats.org/drawingml/2006/main">
              <a:ext uri="{FF2B5EF4-FFF2-40B4-BE49-F238E27FC236}">
                <a16:creationId xmlns:a16="http://schemas.microsoft.com/office/drawing/2014/main" id="{CE39DA9A-B339-40EA-871B-D61E93695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0214" y="2681643"/>
            <a:ext cx="4528800" cy="41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563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60925" rIns="0" bIns="609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600" b="1">
                <a:solidFill>
                  <a:schemeClr val="lt1"/>
                </a:solidFill>
              </a:rPr>
              <a:t/>
            </a:r>
          </a:p>
        </p:txBody>
      </p:sp>
      <p:sp>
        <p:nvSpPr>
          <p:cNvPr id="3200" name="sanitized-shape-2379">
            <a:extLst xmlns:a="http://schemas.openxmlformats.org/drawingml/2006/main">
              <a:ext uri="{FF2B5EF4-FFF2-40B4-BE49-F238E27FC236}">
                <a16:creationId xmlns:a16="http://schemas.microsoft.com/office/drawing/2014/main" id="{3BE83656-E227-4041-83B1-54B214EAD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052" y="3595065"/>
            <a:ext cx="1436400" cy="59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60925" rIns="121875" bIns="609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>
                <a:solidFill>
                  <a:schemeClr val="dk1"/>
                </a:solidFill>
              </a:rPr>
              <a:t/>
            </a:r>
          </a:p>
        </p:txBody>
      </p:sp>
      <p:sp>
        <p:nvSpPr>
          <p:cNvPr id="3201" name="sanitized-shape-2380">
            <a:extLst xmlns:a="http://schemas.openxmlformats.org/drawingml/2006/main">
              <a:ext uri="{FF2B5EF4-FFF2-40B4-BE49-F238E27FC236}">
                <a16:creationId xmlns:a16="http://schemas.microsoft.com/office/drawing/2014/main" id="{5DD8E990-1FD4-4B02-B1D8-8E7225644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667" y="4644714"/>
            <a:ext cx="1681200" cy="59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60925" rIns="121875" bIns="609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>
                <a:solidFill>
                  <a:schemeClr val="dk1"/>
                </a:solidFill>
              </a:rPr>
              <a:t/>
            </a:r>
          </a:p>
        </p:txBody>
      </p:sp>
      <p:sp>
        <p:nvSpPr>
          <p:cNvPr id="3202" name="sanitized-shape-2381">
            <a:extLst xmlns:a="http://schemas.openxmlformats.org/drawingml/2006/main">
              <a:ext uri="{FF2B5EF4-FFF2-40B4-BE49-F238E27FC236}">
                <a16:creationId xmlns:a16="http://schemas.microsoft.com/office/drawing/2014/main" id="{0FBF15BE-24DA-4663-8B50-B6E9749CE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730" y="5748014"/>
            <a:ext cx="1937100" cy="59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60925" rIns="121875" bIns="609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>
                <a:solidFill>
                  <a:schemeClr val="dk1"/>
                </a:solidFill>
              </a:rPr>
              <a:t/>
            </a:r>
          </a:p>
        </p:txBody>
      </p:sp>
      <p:sp>
        <p:nvSpPr>
          <p:cNvPr id="3203" name="sanitized-shape-2382">
            <a:extLst xmlns:a="http://schemas.openxmlformats.org/drawingml/2006/main">
              <a:ext uri="{FF2B5EF4-FFF2-40B4-BE49-F238E27FC236}">
                <a16:creationId xmlns:a16="http://schemas.microsoft.com/office/drawing/2014/main" id="{770A758D-B9AA-4824-8D88-820557FCD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7309" y="3362375"/>
            <a:ext cx="4528800" cy="322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solidFill>
              <a:srgbClr val="888888"/>
            </a:solidFill>
            <a:prstDash val="dash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</a:p>
        </p:txBody>
      </p:sp>
      <p:sp>
        <p:nvSpPr>
          <p:cNvPr id="3204" name="sanitized-shape-2383">
            <a:extLst xmlns:a="http://schemas.openxmlformats.org/drawingml/2006/main">
              <a:ext uri="{FF2B5EF4-FFF2-40B4-BE49-F238E27FC236}">
                <a16:creationId xmlns:a16="http://schemas.microsoft.com/office/drawing/2014/main" id="{B19E23C5-9229-4DAE-B4AC-263B8B54B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0225" y="3337300"/>
            <a:ext cx="4528800" cy="322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solidFill>
              <a:srgbClr val="888888"/>
            </a:solidFill>
            <a:prstDash val="dash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</a:p>
        </p:txBody>
      </p:sp>
      <p:sp>
        <p:nvSpPr>
          <p:cNvPr id="3205" name="sanitized-shape-2384">
            <a:extLst xmlns:a="http://schemas.openxmlformats.org/drawingml/2006/main">
              <a:ext uri="{FF2B5EF4-FFF2-40B4-BE49-F238E27FC236}">
                <a16:creationId xmlns:a16="http://schemas.microsoft.com/office/drawing/2014/main" id="{0C26AE92-40EB-4001-B8DB-9A7E2853D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400" y="3187225"/>
            <a:ext cx="4007700" cy="28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60925" rIns="121875" bIns="609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1" u="sng">
                <a:solidFill>
                  <a:srgbClr val="ED4D2D"/>
                </a:solidFill>
              </a:rPr>
              <a:t/>
            </a:r>
          </a:p>
        </p:txBody>
      </p:sp>
      <p:sp>
        <p:nvSpPr>
          <p:cNvPr id="3206" name="sanitized-shape-2385">
            <a:extLst xmlns:a="http://schemas.openxmlformats.org/drawingml/2006/main">
              <a:ext uri="{FF2B5EF4-FFF2-40B4-BE49-F238E27FC236}">
                <a16:creationId xmlns:a16="http://schemas.microsoft.com/office/drawing/2014/main" id="{2FEA01B4-54A2-483B-AC7E-F009FB971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3834" y="3625964"/>
            <a:ext cx="4190100" cy="56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5C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300" b="1"/>
              <a:t/>
            </a:r>
          </a:p>
        </p:txBody>
      </p:sp>
      <p:sp>
        <p:nvSpPr>
          <p:cNvPr id="3207" name="sanitized-shape-2386">
            <a:extLst xmlns:a="http://schemas.openxmlformats.org/drawingml/2006/main">
              <a:ext uri="{FF2B5EF4-FFF2-40B4-BE49-F238E27FC236}">
                <a16:creationId xmlns:a16="http://schemas.microsoft.com/office/drawing/2014/main" id="{B30D861F-9CAD-4CB7-92A4-CE0D67F0F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3834" y="4434896"/>
            <a:ext cx="4190100" cy="92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457200" lvl="0" indent="-31115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sz="1300" b="1">
                <a:solidFill>
                  <a:srgbClr val="ED4D2D"/>
                </a:solidFill>
              </a:rPr>
              <a:t/>
            </a:r>
          </a:p>
        </p:txBody>
      </p:sp>
      <p:sp>
        <p:nvSpPr>
          <p:cNvPr id="3208" name="sanitized-shape-2387">
            <a:extLst xmlns:a="http://schemas.openxmlformats.org/drawingml/2006/main">
              <a:ext uri="{FF2B5EF4-FFF2-40B4-BE49-F238E27FC236}">
                <a16:creationId xmlns:a16="http://schemas.microsoft.com/office/drawing/2014/main" id="{406023D3-7583-45C3-A2D1-70A69BD45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6650" y="5579256"/>
            <a:ext cx="4190100" cy="79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457200" lvl="0" indent="-31115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sz="1300" b="1">
                <a:solidFill>
                  <a:srgbClr val="ED4D2D"/>
                </a:solidFill>
              </a:rPr>
              <a:t/>
            </a:r>
          </a:p>
        </p:txBody>
      </p:sp>
      <p:sp>
        <p:nvSpPr>
          <p:cNvPr id="3209" name="sanitized-shape-2388">
            <a:extLst xmlns:a="http://schemas.openxmlformats.org/drawingml/2006/main">
              <a:ext uri="{FF2B5EF4-FFF2-40B4-BE49-F238E27FC236}">
                <a16:creationId xmlns:a16="http://schemas.microsoft.com/office/drawing/2014/main" id="{26260ED1-4539-4089-9F74-16DDF28AE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634" y="2265272"/>
            <a:ext cx="320100" cy="360300"/>
          </a:xfrm>
          <a:prstGeom xmlns:a="http://schemas.openxmlformats.org/drawingml/2006/main" prst="downArrow">
            <a:avLst>
              <a:gd name="adj1" fmla="val 50000"/>
              <a:gd name="adj2" fmla="val 50000"/>
            </a:avLst>
          </a:prstGeom>
          <a:solidFill xmlns:a="http://schemas.openxmlformats.org/drawingml/2006/main">
            <a:srgbClr val="EE4D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210" name="sanitized-shape-2389">
            <a:extLst xmlns:a="http://schemas.openxmlformats.org/drawingml/2006/main">
              <a:ext uri="{FF2B5EF4-FFF2-40B4-BE49-F238E27FC236}">
                <a16:creationId xmlns:a16="http://schemas.microsoft.com/office/drawing/2014/main" id="{486DC9C3-D7B5-496B-A25C-507CD24E8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4575" y="2290108"/>
            <a:ext cx="320100" cy="360300"/>
          </a:xfrm>
          <a:prstGeom xmlns:a="http://schemas.openxmlformats.org/drawingml/2006/main" prst="downArrow">
            <a:avLst>
              <a:gd name="adj1" fmla="val 50000"/>
              <a:gd name="adj2" fmla="val 50000"/>
            </a:avLst>
          </a:prstGeom>
          <a:solidFill xmlns:a="http://schemas.openxmlformats.org/drawingml/2006/main">
            <a:srgbClr val="EE4D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211" name="sanitized-shape-2390">
            <a:extLst xmlns:a="http://schemas.openxmlformats.org/drawingml/2006/main">
              <a:ext uri="{FF2B5EF4-FFF2-40B4-BE49-F238E27FC236}">
                <a16:creationId xmlns:a16="http://schemas.microsoft.com/office/drawing/2014/main" id="{93A35255-8C41-477F-8F0E-E02901D13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7125" y="3636050"/>
            <a:ext cx="4219800" cy="56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5C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300" b="1"/>
              <a:t/>
            </a:r>
          </a:p>
        </p:txBody>
      </p:sp>
      <p:sp>
        <p:nvSpPr>
          <p:cNvPr id="3212" name="sanitized-shape-2391">
            <a:extLst xmlns:a="http://schemas.openxmlformats.org/drawingml/2006/main">
              <a:ext uri="{FF2B5EF4-FFF2-40B4-BE49-F238E27FC236}">
                <a16:creationId xmlns:a16="http://schemas.microsoft.com/office/drawing/2014/main" id="{44D317FC-A713-42FB-A19F-E8FC0ED57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7147" y="5579247"/>
            <a:ext cx="4219800" cy="79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457200" lvl="0" indent="-31115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sz="1300" b="1">
                <a:solidFill>
                  <a:srgbClr val="ED4D2D"/>
                </a:solidFill>
              </a:rPr>
              <a:t/>
            </a:r>
          </a:p>
        </p:txBody>
      </p:sp>
      <p:sp>
        <p:nvSpPr>
          <p:cNvPr id="3213" name="sanitized-shape-2392">
            <a:extLst xmlns:a="http://schemas.openxmlformats.org/drawingml/2006/main">
              <a:ext uri="{FF2B5EF4-FFF2-40B4-BE49-F238E27FC236}">
                <a16:creationId xmlns:a16="http://schemas.microsoft.com/office/drawing/2014/main" id="{30A657A1-2185-4ECB-827F-44ECDF8C6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4725" y="4404350"/>
            <a:ext cx="4219800" cy="92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457200" lvl="0" indent="-31115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sz="1300" b="1">
                <a:solidFill>
                  <a:srgbClr val="ED4D2D"/>
                </a:solidFill>
              </a:rPr>
              <a:t/>
            </a:r>
          </a:p>
        </p:txBody>
      </p:sp>
      <p:sp>
        <p:nvSpPr>
          <p:cNvPr id="3214" name="sanitized-shape-2393">
            <a:extLst xmlns:a="http://schemas.openxmlformats.org/drawingml/2006/main">
              <a:ext uri="{FF2B5EF4-FFF2-40B4-BE49-F238E27FC236}">
                <a16:creationId xmlns:a16="http://schemas.microsoft.com/office/drawing/2014/main" id="{6B431FDC-BEFC-4102-95F7-02AB7C3F79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5" y="0"/>
            <a:ext cx="11429400" cy="72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68550" tIns="68550" rIns="68550" bIns="6855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FF3A12"/>
                </a:solidFill>
              </a:rPr>
              <a:t/>
            </a:r>
          </a:p>
        </p:txBody>
      </p:sp>
      <p:sp>
        <p:nvSpPr>
          <p:cNvPr id="3217" name="sanitized-shape-2394">
            <a:extLst xmlns:a="http://schemas.openxmlformats.org/drawingml/2006/main">
              <a:ext uri="{FF2B5EF4-FFF2-40B4-BE49-F238E27FC236}">
                <a16:creationId xmlns:a16="http://schemas.microsoft.com/office/drawing/2014/main" id="{9C276C47-D41E-4BDD-9186-D0C73132D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260" y="1229514"/>
            <a:ext cx="1034700" cy="72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60925" rIns="121875" bIns="609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>
                <a:solidFill>
                  <a:srgbClr val="ED4D2D"/>
                </a:solidFill>
              </a:rPr>
              <a:t/>
            </a:r>
          </a:p>
        </p:txBody>
      </p:sp>
      <p:cxnSp>
        <p:nvCxnSpPr>
          <p:cNvPr id="3311" name="sanitized-shape-2395"/>
          <p:cNvCxnSpPr/>
          <p:nvPr/>
        </p:nvCxnSpPr>
        <p:spPr>
          <a:xfrm xmlns:a="http://schemas.openxmlformats.org/drawingml/2006/main">
            <a:off x="1821733" y="976776"/>
            <a:ext cx="0" cy="123390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rgbClr val="ED4D2D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12" name="sanitized-shape-2396"/>
          <p:cNvCxnSpPr/>
          <p:nvPr/>
        </p:nvCxnSpPr>
        <p:spPr>
          <a:xfrm xmlns:a="http://schemas.openxmlformats.org/drawingml/2006/main">
            <a:off x="1835208" y="3290575"/>
            <a:ext cx="0" cy="332670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rgbClr val="ED4D2D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20" name="sanitized-shape-2397">
            <a:extLst xmlns:a="http://schemas.openxmlformats.org/drawingml/2006/main">
              <a:ext uri="{FF2B5EF4-FFF2-40B4-BE49-F238E27FC236}">
                <a16:creationId xmlns:a16="http://schemas.microsoft.com/office/drawing/2014/main" id="{0E797EFA-E8E6-46C9-841C-6BAF3E818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8200" y="976776"/>
            <a:ext cx="9480900" cy="123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solidFill>
              <a:srgbClr val="888888"/>
            </a:solidFill>
            <a:prstDash val="dash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</a:p>
        </p:txBody>
      </p:sp>
      <p:sp>
        <p:nvSpPr>
          <p:cNvPr id="3221" name="sanitized-shape-2398">
            <a:extLst xmlns:a="http://schemas.openxmlformats.org/drawingml/2006/main">
              <a:ext uri="{FF2B5EF4-FFF2-40B4-BE49-F238E27FC236}">
                <a16:creationId xmlns:a16="http://schemas.microsoft.com/office/drawing/2014/main" id="{E9AC5A80-00CA-4FE1-B8C2-DB16B0169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8500" y="1087875"/>
            <a:ext cx="9480900" cy="101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>
                <a:solidFill>
                  <a:srgbClr val="F04E1C"/>
                </a:solidFill>
              </a:rPr>
              <a:t/>
            </a:r>
          </a:p>
        </p:txBody>
      </p:sp>
      <p:sp>
        <p:nvSpPr>
          <p:cNvPr id="3222" name="sanitized-shape-2399">
            <a:extLst xmlns:a="http://schemas.openxmlformats.org/drawingml/2006/main">
              <a:ext uri="{FF2B5EF4-FFF2-40B4-BE49-F238E27FC236}">
                <a16:creationId xmlns:a16="http://schemas.microsoft.com/office/drawing/2014/main" id="{57F1164C-34ED-48B6-A805-FC3DFE8F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0775" y="3191338"/>
            <a:ext cx="4007700" cy="28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60925" rIns="121875" bIns="609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1" u="sng">
                <a:solidFill>
                  <a:srgbClr val="ED4D2D"/>
                </a:solidFill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425401447"/>
      </p:ext>
    </p:extLst>
  </p:cSld>
</p:sld>
</file>

<file path=ppt/slides/slide5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28" name="sanitized-shape-2400">
            <a:extLst xmlns:a="http://schemas.openxmlformats.org/drawingml/2006/main">
              <a:ext uri="{FF2B5EF4-FFF2-40B4-BE49-F238E27FC236}">
                <a16:creationId xmlns:a16="http://schemas.microsoft.com/office/drawing/2014/main" id="{03D5A674-4277-4E8F-A962-29139EB5447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406191" y="6403534"/>
            <a:ext cx="7314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51425" tIns="25700" rIns="51425" bIns="257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  <p:graphicFrame>
        <p:nvGraphicFramePr>
          <p:cNvPr id="3233" name="sanitized-table-35"/>
          <p:cNvGraphicFramePr/>
          <p:nvPr/>
        </p:nvGraphicFramePr>
        <p:xfrm>
          <a:off xmlns:a="http://schemas.openxmlformats.org/drawingml/2006/main" x="598175" y="865550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{CDD7BB8A-1EDB-4F6B-BC6B-4E1E84436C22}</a:tableStyleId>
              </a:tblPr>
              <a:tblGrid>
                <a:gridCol w="1227125"/>
                <a:gridCol w="1227125"/>
                <a:gridCol w="1227125"/>
                <a:gridCol w="1227125"/>
                <a:gridCol w="1227125"/>
                <a:gridCol w="1227125"/>
                <a:gridCol w="1227125"/>
                <a:gridCol w="1227125"/>
                <a:gridCol w="1227125"/>
              </a:tblGrid>
              <a:tr h="399700">
                <a:tc gridSpan="2"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DD4D36"/>
                          </a:solidFill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lnL w="9525" cmpd="sng">
                      <a:solidFill>
                        <a:srgbClr val="F04B2F"/>
                      </a:solidFill>
                      <a:prstDash val="solid"/>
                    </a:lnL>
                    <a:lnR w="9525" cmpd="sng">
                      <a:solidFill>
                        <a:srgbClr val="F04B2F"/>
                      </a:solidFill>
                      <a:prstDash val="solid"/>
                    </a:lnR>
                    <a:lnT w="9525" cmpd="sng">
                      <a:solidFill>
                        <a:srgbClr val="F04B2F"/>
                      </a:solidFill>
                      <a:prstDash val="solid"/>
                    </a:lnT>
                    <a:lnB w="9525" cmpd="sng">
                      <a:solidFill>
                        <a:srgbClr val="F04B2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lnL w="9525" cmpd="sng">
                      <a:solidFill>
                        <a:srgbClr val="F04B2F"/>
                      </a:solidFill>
                      <a:prstDash val="solid"/>
                    </a:lnL>
                    <a:lnR w="9525" cmpd="sng">
                      <a:solidFill>
                        <a:srgbClr val="FFFFFF"/>
                      </a:solidFill>
                      <a:prstDash val="solid"/>
                    </a:lnR>
                    <a:lnT w="9525" cmpd="sng">
                      <a:solidFill>
                        <a:srgbClr val="FFFFFF"/>
                      </a:solidFill>
                      <a:prstDash val="solid"/>
                    </a:lnT>
                    <a:lnB w="9525" cmpd="sng">
                      <a:solidFill>
                        <a:srgbClr val="F04B2F"/>
                      </a:solidFill>
                      <a:prstDash val="solid"/>
                    </a:lnB>
                    <a:solidFill>
                      <a:srgbClr val="D93B2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lnL w="9525" cmpd="sng">
                      <a:solidFill>
                        <a:srgbClr val="FFFFFF"/>
                      </a:solidFill>
                      <a:prstDash val="solid"/>
                    </a:lnL>
                    <a:lnR w="9525" cmpd="sng">
                      <a:solidFill>
                        <a:srgbClr val="FFFFFF"/>
                      </a:solidFill>
                      <a:prstDash val="solid"/>
                    </a:lnR>
                    <a:lnT w="9525" cmpd="sng">
                      <a:solidFill>
                        <a:srgbClr val="FFFFFF"/>
                      </a:solidFill>
                      <a:prstDash val="solid"/>
                    </a:lnT>
                    <a:lnB w="9525" cmpd="sng">
                      <a:solidFill>
                        <a:srgbClr val="F04B2F"/>
                      </a:solidFill>
                      <a:prstDash val="solid"/>
                    </a:lnB>
                    <a:solidFill>
                      <a:srgbClr val="D93B2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lnL w="9525" cmpd="sng">
                      <a:solidFill>
                        <a:srgbClr val="FFFFFF"/>
                      </a:solidFill>
                      <a:prstDash val="solid"/>
                    </a:lnL>
                    <a:lnR w="9525" cmpd="sng">
                      <a:solidFill>
                        <a:srgbClr val="FFFFFF"/>
                      </a:solidFill>
                      <a:prstDash val="solid"/>
                    </a:lnR>
                    <a:lnT w="9525" cmpd="sng">
                      <a:solidFill>
                        <a:srgbClr val="FFFFFF"/>
                      </a:solidFill>
                      <a:prstDash val="solid"/>
                    </a:lnT>
                    <a:lnB w="9525" cmpd="sng">
                      <a:solidFill>
                        <a:srgbClr val="F04B2F"/>
                      </a:solidFill>
                      <a:prstDash val="solid"/>
                    </a:lnB>
                    <a:solidFill>
                      <a:srgbClr val="D93B2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lnL w="9525" cmpd="sng">
                      <a:solidFill>
                        <a:srgbClr val="FFFFFF"/>
                      </a:solidFill>
                      <a:prstDash val="solid"/>
                    </a:lnL>
                    <a:lnR w="9525" cmpd="sng">
                      <a:solidFill>
                        <a:srgbClr val="FFFFFF"/>
                      </a:solidFill>
                      <a:prstDash val="solid"/>
                    </a:lnR>
                    <a:lnT w="9525" cmpd="sng">
                      <a:solidFill>
                        <a:srgbClr val="FFFFFF"/>
                      </a:solidFill>
                      <a:prstDash val="solid"/>
                    </a:lnT>
                    <a:lnB w="9525" cmpd="sng">
                      <a:solidFill>
                        <a:srgbClr val="F04B2F"/>
                      </a:solidFill>
                      <a:prstDash val="solid"/>
                    </a:lnB>
                    <a:solidFill>
                      <a:srgbClr val="D93B2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lnL w="9525" cmpd="sng">
                      <a:solidFill>
                        <a:srgbClr val="FFFFFF"/>
                      </a:solidFill>
                      <a:prstDash val="solid"/>
                    </a:lnL>
                    <a:lnR w="9525" cmpd="sng">
                      <a:solidFill>
                        <a:srgbClr val="FFFFFF"/>
                      </a:solidFill>
                      <a:prstDash val="solid"/>
                    </a:lnR>
                    <a:lnT w="9525" cmpd="sng">
                      <a:solidFill>
                        <a:srgbClr val="FFFFFF"/>
                      </a:solidFill>
                      <a:prstDash val="solid"/>
                    </a:lnT>
                    <a:lnB w="9525" cmpd="sng">
                      <a:solidFill>
                        <a:srgbClr val="F04B2F"/>
                      </a:solidFill>
                      <a:prstDash val="solid"/>
                    </a:lnB>
                    <a:solidFill>
                      <a:srgbClr val="D93B2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lnL w="9525" cmpd="sng">
                      <a:solidFill>
                        <a:srgbClr val="FFFFFF"/>
                      </a:solidFill>
                      <a:prstDash val="solid"/>
                    </a:lnL>
                    <a:lnR w="9525" cmpd="sng">
                      <a:solidFill>
                        <a:srgbClr val="FFFFFF"/>
                      </a:solidFill>
                      <a:prstDash val="solid"/>
                    </a:lnR>
                    <a:lnT w="9525" cmpd="sng">
                      <a:solidFill>
                        <a:srgbClr val="FFFFFF"/>
                      </a:solidFill>
                      <a:prstDash val="solid"/>
                    </a:lnT>
                    <a:lnB w="9525" cmpd="sng">
                      <a:solidFill>
                        <a:srgbClr val="F04B2F"/>
                      </a:solidFill>
                      <a:prstDash val="solid"/>
                    </a:lnB>
                    <a:solidFill>
                      <a:srgbClr val="D93B2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lnL w="9525" cmpd="sng">
                      <a:solidFill>
                        <a:srgbClr val="FFFFFF"/>
                      </a:solidFill>
                      <a:prstDash val="solid"/>
                    </a:lnL>
                    <a:lnR w="9525" cmpd="sng">
                      <a:solidFill>
                        <a:srgbClr val="F04B2F"/>
                      </a:solidFill>
                      <a:prstDash val="solid"/>
                    </a:lnR>
                    <a:lnT w="9525" cmpd="sng">
                      <a:solidFill>
                        <a:srgbClr val="FFFFFF"/>
                      </a:solidFill>
                      <a:prstDash val="solid"/>
                    </a:lnT>
                    <a:lnB w="9525" cmpd="sng">
                      <a:solidFill>
                        <a:srgbClr val="F04B2F"/>
                      </a:solidFill>
                      <a:prstDash val="solid"/>
                    </a:lnB>
                    <a:solidFill>
                      <a:srgbClr val="D93B22"/>
                    </a:solidFill>
                  </a:tcPr>
                </a:tc>
              </a:tr>
              <a:tr h="218000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solidFill>
                            <a:srgbClr val="F04B2F"/>
                          </a:solidFill>
                        </a:rPr>
                        <a:t/>
                      </a:r>
                    </a:p>
                  </a:txBody>
                  <a:tcPr marL="28575" marR="28575" marT="19050" marB="19050" anchor="ctr">
                    <a:lnL w="9525" cmpd="sng">
                      <a:solidFill>
                        <a:srgbClr val="F04B2F"/>
                      </a:solidFill>
                      <a:prstDash val="solid"/>
                    </a:lnL>
                    <a:lnR w="9525" cmpd="sng">
                      <a:solidFill>
                        <a:srgbClr val="F04B2F"/>
                      </a:solidFill>
                      <a:prstDash val="solid"/>
                    </a:lnR>
                    <a:lnT w="9525" cmpd="sng">
                      <a:solidFill>
                        <a:srgbClr val="F04B2F"/>
                      </a:solidFill>
                      <a:prstDash val="solid"/>
                    </a:lnT>
                    <a:lnB w="9525" cmpd="sng">
                      <a:solidFill>
                        <a:srgbClr val="F04B2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solidFill>
                            <a:srgbClr val="DD4D36"/>
                          </a:solidFill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lnL w="9525" cmpd="sng">
                      <a:solidFill>
                        <a:srgbClr val="F04B2F"/>
                      </a:solidFill>
                      <a:prstDash val="solid"/>
                    </a:lnL>
                    <a:lnR w="9525" cmpd="sng">
                      <a:solidFill>
                        <a:srgbClr val="CCCCCC"/>
                      </a:solidFill>
                      <a:prstDash val="solid"/>
                    </a:lnR>
                    <a:lnT w="9525" cmpd="sng">
                      <a:solidFill>
                        <a:srgbClr val="F04B2F"/>
                      </a:solidFill>
                      <a:prstDash val="solid"/>
                    </a:lnT>
                    <a:lnB w="9525" cmpd="sng">
                      <a:solidFill>
                        <a:srgbClr val="F04B2F"/>
                      </a:solidFill>
                      <a:prstDash val="solid"/>
                    </a:lnB>
                    <a:solidFill>
                      <a:srgbClr val="FBE6D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lnL w="9525" cmpd="sng">
                      <a:solidFill>
                        <a:srgbClr val="CCCCCC"/>
                      </a:solidFill>
                      <a:prstDash val="solid"/>
                    </a:lnL>
                    <a:lnT w="9525" cmpd="sng">
                      <a:solidFill>
                        <a:srgbClr val="F04B2F"/>
                      </a:solidFill>
                      <a:prstDash val="solid"/>
                    </a:lnT>
                    <a:lnB w="9525" cmpd="sng">
                      <a:solidFill>
                        <a:srgbClr val="F04B2F"/>
                      </a:solidFill>
                      <a:prstDash val="solid"/>
                    </a:lnB>
                    <a:solidFill>
                      <a:srgbClr val="FBE6D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lnT w="9525" cmpd="sng">
                      <a:solidFill>
                        <a:srgbClr val="F04B2F"/>
                      </a:solidFill>
                      <a:prstDash val="solid"/>
                    </a:lnT>
                    <a:lnB w="9525" cmpd="sng">
                      <a:solidFill>
                        <a:srgbClr val="F04B2F"/>
                      </a:solidFill>
                      <a:prstDash val="solid"/>
                    </a:lnB>
                    <a:solidFill>
                      <a:srgbClr val="FBE6D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lnT w="9525" cmpd="sng">
                      <a:solidFill>
                        <a:srgbClr val="F04B2F"/>
                      </a:solidFill>
                      <a:prstDash val="solid"/>
                    </a:lnT>
                    <a:lnB w="9525" cmpd="sng">
                      <a:solidFill>
                        <a:srgbClr val="F04B2F"/>
                      </a:solidFill>
                      <a:prstDash val="solid"/>
                    </a:lnB>
                    <a:solidFill>
                      <a:srgbClr val="FBE6D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lnT w="9525" cmpd="sng">
                      <a:solidFill>
                        <a:srgbClr val="F04B2F"/>
                      </a:solidFill>
                      <a:prstDash val="solid"/>
                    </a:lnT>
                    <a:lnB w="9525" cmpd="sng">
                      <a:solidFill>
                        <a:srgbClr val="F04B2F"/>
                      </a:solidFill>
                      <a:prstDash val="solid"/>
                    </a:lnB>
                    <a:solidFill>
                      <a:srgbClr val="FBE6D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lnT w="9525" cmpd="sng">
                      <a:solidFill>
                        <a:srgbClr val="F04B2F"/>
                      </a:solidFill>
                      <a:prstDash val="solid"/>
                    </a:lnT>
                    <a:lnB w="9525" cmpd="sng">
                      <a:solidFill>
                        <a:srgbClr val="F04B2F"/>
                      </a:solidFill>
                      <a:prstDash val="solid"/>
                    </a:lnB>
                    <a:solidFill>
                      <a:srgbClr val="FBE6D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lnT w="9525" cmpd="sng">
                      <a:solidFill>
                        <a:srgbClr val="F04B2F"/>
                      </a:solidFill>
                      <a:prstDash val="solid"/>
                    </a:lnT>
                    <a:lnB w="9525" cmpd="sng">
                      <a:solidFill>
                        <a:srgbClr val="F04B2F"/>
                      </a:solidFill>
                      <a:prstDash val="solid"/>
                    </a:lnB>
                    <a:solidFill>
                      <a:srgbClr val="FBE6D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lnR w="9525" cmpd="sng">
                      <a:solidFill>
                        <a:srgbClr val="F04B2F"/>
                      </a:solidFill>
                      <a:prstDash val="solid"/>
                    </a:lnR>
                    <a:lnT w="9525" cmpd="sng">
                      <a:solidFill>
                        <a:srgbClr val="F04B2F"/>
                      </a:solidFill>
                      <a:prstDash val="solid"/>
                    </a:lnT>
                    <a:lnB w="9525" cmpd="sng">
                      <a:solidFill>
                        <a:srgbClr val="F04B2F"/>
                      </a:solidFill>
                      <a:prstDash val="solid"/>
                    </a:lnB>
                    <a:solidFill>
                      <a:srgbClr val="FBE6DD"/>
                    </a:solidFill>
                  </a:tcPr>
                </a:tc>
              </a:tr>
              <a:tr h="218000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solidFill>
                            <a:srgbClr val="F04B2F"/>
                          </a:solidFill>
                        </a:rPr>
                        <a:t/>
                      </a:r>
                    </a:p>
                  </a:txBody>
                  <a:tcPr marL="28575" marR="28575" marT="19050" marB="19050" anchor="ctr">
                    <a:lnL w="9525" cmpd="sng">
                      <a:solidFill>
                        <a:srgbClr val="F04B2F"/>
                      </a:solidFill>
                      <a:prstDash val="solid"/>
                    </a:lnL>
                    <a:lnR w="9525" cmpd="sng">
                      <a:solidFill>
                        <a:srgbClr val="F04B2F"/>
                      </a:solidFill>
                      <a:prstDash val="solid"/>
                    </a:lnR>
                    <a:lnT w="9525" cmpd="sng">
                      <a:solidFill>
                        <a:srgbClr val="F04B2F"/>
                      </a:solidFill>
                      <a:prstDash val="solid"/>
                    </a:lnT>
                    <a:lnB w="9525" cmpd="sng">
                      <a:solidFill>
                        <a:srgbClr val="F04B2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solidFill>
                            <a:srgbClr val="DD4D36"/>
                          </a:solidFill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lnL w="9525" cmpd="sng">
                      <a:solidFill>
                        <a:srgbClr val="F04B2F"/>
                      </a:solidFill>
                      <a:prstDash val="solid"/>
                    </a:lnL>
                    <a:lnR w="9525" cmpd="sng">
                      <a:solidFill>
                        <a:srgbClr val="CCCCCC"/>
                      </a:solidFill>
                      <a:prstDash val="solid"/>
                    </a:lnR>
                    <a:lnT w="9525" cmpd="sng">
                      <a:solidFill>
                        <a:srgbClr val="F04B2F"/>
                      </a:solidFill>
                      <a:prstDash val="solid"/>
                    </a:lnT>
                    <a:lnB w="9525" cmpd="sng">
                      <a:solidFill>
                        <a:srgbClr val="F04B2F"/>
                      </a:solidFill>
                      <a:prstDash val="solid"/>
                    </a:lnB>
                    <a:solidFill>
                      <a:srgbClr val="FBE6D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lnL w="9525" cmpd="sng">
                      <a:solidFill>
                        <a:srgbClr val="CCCCCC"/>
                      </a:solidFill>
                      <a:prstDash val="solid"/>
                    </a:lnL>
                    <a:lnT w="9525" cmpd="sng">
                      <a:solidFill>
                        <a:srgbClr val="F04B2F"/>
                      </a:solidFill>
                      <a:prstDash val="solid"/>
                    </a:lnT>
                    <a:lnB w="9525" cmpd="sng">
                      <a:solidFill>
                        <a:srgbClr val="F04B2F"/>
                      </a:solidFill>
                      <a:prstDash val="solid"/>
                    </a:lnB>
                    <a:solidFill>
                      <a:srgbClr val="FBE6D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lnT w="9525" cmpd="sng">
                      <a:solidFill>
                        <a:srgbClr val="F04B2F"/>
                      </a:solidFill>
                      <a:prstDash val="solid"/>
                    </a:lnT>
                    <a:lnB w="9525" cmpd="sng">
                      <a:solidFill>
                        <a:srgbClr val="F04B2F"/>
                      </a:solidFill>
                      <a:prstDash val="solid"/>
                    </a:lnB>
                    <a:solidFill>
                      <a:srgbClr val="FBE6D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lnT w="9525" cmpd="sng">
                      <a:solidFill>
                        <a:srgbClr val="F04B2F"/>
                      </a:solidFill>
                      <a:prstDash val="solid"/>
                    </a:lnT>
                    <a:lnB w="9525" cmpd="sng">
                      <a:solidFill>
                        <a:srgbClr val="F04B2F"/>
                      </a:solidFill>
                      <a:prstDash val="solid"/>
                    </a:lnB>
                    <a:solidFill>
                      <a:srgbClr val="FBE6D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lnT w="9525" cmpd="sng">
                      <a:solidFill>
                        <a:srgbClr val="F04B2F"/>
                      </a:solidFill>
                      <a:prstDash val="solid"/>
                    </a:lnT>
                    <a:lnB w="9525" cmpd="sng">
                      <a:solidFill>
                        <a:srgbClr val="F04B2F"/>
                      </a:solidFill>
                      <a:prstDash val="solid"/>
                    </a:lnB>
                    <a:solidFill>
                      <a:srgbClr val="FBE6D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lnT w="9525" cmpd="sng">
                      <a:solidFill>
                        <a:srgbClr val="F04B2F"/>
                      </a:solidFill>
                      <a:prstDash val="solid"/>
                    </a:lnT>
                    <a:lnB w="9525" cmpd="sng">
                      <a:solidFill>
                        <a:srgbClr val="F04B2F"/>
                      </a:solidFill>
                      <a:prstDash val="solid"/>
                    </a:lnB>
                    <a:solidFill>
                      <a:srgbClr val="FBE6D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lnT w="9525" cmpd="sng">
                      <a:solidFill>
                        <a:srgbClr val="F04B2F"/>
                      </a:solidFill>
                      <a:prstDash val="solid"/>
                    </a:lnT>
                    <a:lnB w="9525" cmpd="sng">
                      <a:solidFill>
                        <a:srgbClr val="F04B2F"/>
                      </a:solidFill>
                      <a:prstDash val="solid"/>
                    </a:lnB>
                    <a:solidFill>
                      <a:srgbClr val="FBE6D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lnR w="9525" cmpd="sng">
                      <a:solidFill>
                        <a:srgbClr val="F04B2F"/>
                      </a:solidFill>
                      <a:prstDash val="solid"/>
                    </a:lnR>
                    <a:lnT w="9525" cmpd="sng">
                      <a:solidFill>
                        <a:srgbClr val="F04B2F"/>
                      </a:solidFill>
                      <a:prstDash val="solid"/>
                    </a:lnT>
                    <a:lnB w="9525" cmpd="sng">
                      <a:solidFill>
                        <a:srgbClr val="F04B2F"/>
                      </a:solidFill>
                      <a:prstDash val="solid"/>
                    </a:lnB>
                    <a:solidFill>
                      <a:srgbClr val="FBE6DD"/>
                    </a:solidFill>
                  </a:tcPr>
                </a:tc>
              </a:tr>
              <a:tr h="218000">
                <a:tc rowSpan="11"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solidFill>
                            <a:srgbClr val="F04B2F"/>
                          </a:solidFill>
                        </a:rPr>
                        <a:t/>
                      </a:r>
                    </a:p>
                  </a:txBody>
                  <a:tcPr marL="28575" marR="28575" marT="19050" marB="19050" anchor="ctr">
                    <a:lnL w="9525" cmpd="sng">
                      <a:solidFill>
                        <a:srgbClr val="F04B2F"/>
                      </a:solidFill>
                      <a:prstDash val="solid"/>
                    </a:lnL>
                    <a:lnR w="9525" cmpd="sng">
                      <a:solidFill>
                        <a:srgbClr val="F04B2F"/>
                      </a:solidFill>
                      <a:prstDash val="solid"/>
                    </a:lnR>
                    <a:lnT w="9525" cmpd="sng">
                      <a:solidFill>
                        <a:srgbClr val="F04B2F"/>
                      </a:solidFill>
                      <a:prstDash val="solid"/>
                    </a:lnT>
                    <a:lnB w="9525" cmpd="sng">
                      <a:solidFill>
                        <a:srgbClr val="F04B2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solidFill>
                            <a:srgbClr val="DD4D36"/>
                          </a:solidFill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lnL w="9525" cmpd="sng">
                      <a:solidFill>
                        <a:srgbClr val="F04B2F"/>
                      </a:solidFill>
                      <a:prstDash val="solid"/>
                    </a:lnL>
                    <a:lnR w="9525" cmpd="sng">
                      <a:solidFill>
                        <a:srgbClr val="CCCCCC"/>
                      </a:solidFill>
                      <a:prstDash val="solid"/>
                    </a:lnR>
                    <a:lnT w="9525" cmpd="sng">
                      <a:solidFill>
                        <a:srgbClr val="F04B2F"/>
                      </a:solidFill>
                      <a:prstDash val="solid"/>
                    </a:lnT>
                    <a:solidFill>
                      <a:srgbClr val="FBE6D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lnL w="9525" cmpd="sng">
                      <a:solidFill>
                        <a:srgbClr val="CCCCCC"/>
                      </a:solidFill>
                      <a:prstDash val="solid"/>
                    </a:lnL>
                    <a:lnT w="9525" cmpd="sng">
                      <a:solidFill>
                        <a:srgbClr val="F04B2F"/>
                      </a:solidFill>
                      <a:prstDash val="solid"/>
                    </a:lnT>
                    <a:solidFill>
                      <a:srgbClr val="FBE6D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lnT w="9525" cmpd="sng">
                      <a:solidFill>
                        <a:srgbClr val="F04B2F"/>
                      </a:solidFill>
                      <a:prstDash val="solid"/>
                    </a:lnT>
                    <a:solidFill>
                      <a:srgbClr val="FBE6D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lnT w="9525" cmpd="sng">
                      <a:solidFill>
                        <a:srgbClr val="F04B2F"/>
                      </a:solidFill>
                      <a:prstDash val="solid"/>
                    </a:lnT>
                    <a:solidFill>
                      <a:srgbClr val="FBE6D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lnT w="9525" cmpd="sng">
                      <a:solidFill>
                        <a:srgbClr val="F04B2F"/>
                      </a:solidFill>
                      <a:prstDash val="solid"/>
                    </a:lnT>
                    <a:solidFill>
                      <a:srgbClr val="FBE6D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lnT w="9525" cmpd="sng">
                      <a:solidFill>
                        <a:srgbClr val="F04B2F"/>
                      </a:solidFill>
                      <a:prstDash val="solid"/>
                    </a:lnT>
                    <a:solidFill>
                      <a:srgbClr val="FBE6D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lnT w="9525" cmpd="sng">
                      <a:solidFill>
                        <a:srgbClr val="F04B2F"/>
                      </a:solidFill>
                      <a:prstDash val="solid"/>
                    </a:lnT>
                    <a:solidFill>
                      <a:srgbClr val="FBE6D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lnR w="9525" cmpd="sng">
                      <a:solidFill>
                        <a:srgbClr val="F04B2F"/>
                      </a:solidFill>
                      <a:prstDash val="solid"/>
                    </a:lnR>
                    <a:lnT w="9525" cmpd="sng">
                      <a:solidFill>
                        <a:srgbClr val="F04B2F"/>
                      </a:solidFill>
                      <a:prstDash val="solid"/>
                    </a:lnT>
                    <a:solidFill>
                      <a:srgbClr val="FBE6DD"/>
                    </a:solidFill>
                  </a:tcPr>
                </a:tc>
              </a:tr>
              <a:tr h="218000"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solidFill>
                            <a:srgbClr val="DD4D36"/>
                          </a:solidFill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lnL w="9525" cmpd="sng">
                      <a:solidFill>
                        <a:srgbClr val="F04B2F"/>
                      </a:solidFill>
                      <a:prstDash val="solid"/>
                    </a:lnL>
                    <a:lnR w="9525" cmpd="sng">
                      <a:solidFill>
                        <a:srgbClr val="CCCCCC"/>
                      </a:solidFill>
                      <a:prstDash val="solid"/>
                    </a:lnR>
                    <a:solidFill>
                      <a:srgbClr val="FFF4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lnL w="9525" cmpd="sng">
                      <a:solidFill>
                        <a:srgbClr val="CCCCCC"/>
                      </a:solidFill>
                      <a:prstDash val="solid"/>
                    </a:lnL>
                    <a:solidFill>
                      <a:srgbClr val="FFF4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solidFill>
                      <a:srgbClr val="FFF4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solidFill>
                      <a:srgbClr val="FFF4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solidFill>
                      <a:srgbClr val="FFF4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solidFill>
                      <a:srgbClr val="FFF4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solidFill>
                      <a:srgbClr val="FFF4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lnR w="9525" cmpd="sng">
                      <a:solidFill>
                        <a:srgbClr val="F04B2F"/>
                      </a:solidFill>
                      <a:prstDash val="solid"/>
                    </a:lnR>
                    <a:solidFill>
                      <a:srgbClr val="FFF4EF"/>
                    </a:solidFill>
                  </a:tcPr>
                </a:tc>
              </a:tr>
              <a:tr h="218000"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lnL w="9525" cmpd="sng">
                      <a:solidFill>
                        <a:srgbClr val="F04B2F"/>
                      </a:solidFill>
                      <a:prstDash val="solid"/>
                    </a:lnL>
                    <a:lnR w="9525" cmpd="sng">
                      <a:solidFill>
                        <a:srgbClr val="CCCCCC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lnL w="9525" cmpd="sng">
                      <a:solidFill>
                        <a:srgbClr val="CCCCCC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lnR w="9525" cmpd="sng">
                      <a:solidFill>
                        <a:srgbClr val="F04B2F"/>
                      </a:solidFill>
                      <a:prstDash val="solid"/>
                    </a:lnR>
                  </a:tcPr>
                </a:tc>
              </a:tr>
              <a:tr h="218000"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lnL w="9525" cmpd="sng">
                      <a:solidFill>
                        <a:srgbClr val="F04B2F"/>
                      </a:solidFill>
                      <a:prstDash val="solid"/>
                    </a:lnL>
                    <a:lnR w="9525" cmpd="sng">
                      <a:solidFill>
                        <a:srgbClr val="CCCCCC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lnL w="9525" cmpd="sng">
                      <a:solidFill>
                        <a:srgbClr val="CCCCCC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lnR w="9525" cmpd="sng">
                      <a:solidFill>
                        <a:srgbClr val="F04B2F"/>
                      </a:solidFill>
                      <a:prstDash val="solid"/>
                    </a:lnR>
                  </a:tcPr>
                </a:tc>
              </a:tr>
              <a:tr h="246575"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solidFill>
                            <a:srgbClr val="DD4D36"/>
                          </a:solidFill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lnL w="9525" cmpd="sng">
                      <a:solidFill>
                        <a:srgbClr val="F04B2F"/>
                      </a:solidFill>
                      <a:prstDash val="solid"/>
                    </a:lnL>
                    <a:lnR w="9525" cmpd="sng">
                      <a:solidFill>
                        <a:srgbClr val="CCCCCC"/>
                      </a:solidFill>
                      <a:prstDash val="solid"/>
                    </a:lnR>
                    <a:solidFill>
                      <a:srgbClr val="FFF4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lnL w="9525" cmpd="sng">
                      <a:solidFill>
                        <a:srgbClr val="CCCCCC"/>
                      </a:solidFill>
                      <a:prstDash val="solid"/>
                    </a:lnL>
                    <a:solidFill>
                      <a:srgbClr val="FFF4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solidFill>
                      <a:srgbClr val="FFF4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solidFill>
                      <a:srgbClr val="FFF4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solidFill>
                      <a:srgbClr val="FFF4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solidFill>
                      <a:srgbClr val="FFF4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solidFill>
                      <a:srgbClr val="FFF4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lnR w="9525" cmpd="sng">
                      <a:solidFill>
                        <a:srgbClr val="F04B2F"/>
                      </a:solidFill>
                      <a:prstDash val="solid"/>
                    </a:lnR>
                    <a:solidFill>
                      <a:srgbClr val="FFF4EF"/>
                    </a:solidFill>
                  </a:tcPr>
                </a:tc>
              </a:tr>
              <a:tr h="218000"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lnL w="9525" cmpd="sng">
                      <a:solidFill>
                        <a:srgbClr val="F04B2F"/>
                      </a:solidFill>
                      <a:prstDash val="solid"/>
                    </a:lnL>
                    <a:lnR w="9525" cmpd="sng">
                      <a:solidFill>
                        <a:srgbClr val="CCCCCC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lnL w="9525" cmpd="sng">
                      <a:solidFill>
                        <a:srgbClr val="CCCCCC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lnR w="9525" cmpd="sng">
                      <a:solidFill>
                        <a:srgbClr val="F04B2F"/>
                      </a:solidFill>
                      <a:prstDash val="solid"/>
                    </a:lnR>
                  </a:tcPr>
                </a:tc>
              </a:tr>
              <a:tr h="218000"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lnL w="9525" cmpd="sng">
                      <a:solidFill>
                        <a:srgbClr val="F04B2F"/>
                      </a:solidFill>
                      <a:prstDash val="solid"/>
                    </a:lnL>
                    <a:lnR w="9525" cmpd="sng">
                      <a:solidFill>
                        <a:srgbClr val="CCCCCC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lnL w="9525" cmpd="sng">
                      <a:solidFill>
                        <a:srgbClr val="CCCCCC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lnR w="9525" cmpd="sng">
                      <a:solidFill>
                        <a:srgbClr val="F04B2F"/>
                      </a:solidFill>
                      <a:prstDash val="solid"/>
                    </a:lnR>
                  </a:tcPr>
                </a:tc>
              </a:tr>
              <a:tr h="218000"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lnL w="9525" cmpd="sng">
                      <a:solidFill>
                        <a:srgbClr val="F04B2F"/>
                      </a:solidFill>
                      <a:prstDash val="solid"/>
                    </a:lnL>
                    <a:lnR w="9525" cmpd="sng">
                      <a:solidFill>
                        <a:srgbClr val="CCCCCC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lnL w="9525" cmpd="sng">
                      <a:solidFill>
                        <a:srgbClr val="CCCCCC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lnR w="9525" cmpd="sng">
                      <a:solidFill>
                        <a:srgbClr val="F04B2F"/>
                      </a:solidFill>
                      <a:prstDash val="solid"/>
                    </a:lnR>
                  </a:tcPr>
                </a:tc>
              </a:tr>
              <a:tr h="218000"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lnL w="9525" cmpd="sng">
                      <a:solidFill>
                        <a:srgbClr val="F04B2F"/>
                      </a:solidFill>
                      <a:prstDash val="solid"/>
                    </a:lnL>
                    <a:lnR w="9525" cmpd="sng">
                      <a:solidFill>
                        <a:srgbClr val="CCCCCC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lnL w="9525" cmpd="sng">
                      <a:solidFill>
                        <a:srgbClr val="CCCCCC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lnR w="9525" cmpd="sng">
                      <a:solidFill>
                        <a:srgbClr val="F04B2F"/>
                      </a:solidFill>
                      <a:prstDash val="solid"/>
                    </a:lnR>
                  </a:tcPr>
                </a:tc>
              </a:tr>
              <a:tr h="218000"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lnL w="9525" cmpd="sng">
                      <a:solidFill>
                        <a:srgbClr val="F04B2F"/>
                      </a:solidFill>
                      <a:prstDash val="solid"/>
                    </a:lnL>
                    <a:lnR w="9525" cmpd="sng">
                      <a:solidFill>
                        <a:srgbClr val="CCCCCC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lnL w="9525" cmpd="sng">
                      <a:solidFill>
                        <a:srgbClr val="CCCCCC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lnR w="9525" cmpd="sng">
                      <a:solidFill>
                        <a:srgbClr val="F04B2F"/>
                      </a:solidFill>
                      <a:prstDash val="solid"/>
                    </a:lnR>
                  </a:tcPr>
                </a:tc>
              </a:tr>
              <a:tr h="218000"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lnL w="9525" cmpd="sng">
                      <a:solidFill>
                        <a:srgbClr val="F04B2F"/>
                      </a:solidFill>
                      <a:prstDash val="solid"/>
                    </a:lnL>
                    <a:lnR w="9525" cmpd="sng">
                      <a:solidFill>
                        <a:srgbClr val="CCCCCC"/>
                      </a:solidFill>
                      <a:prstDash val="solid"/>
                    </a:lnR>
                    <a:lnB w="9525" cmpd="sng">
                      <a:solidFill>
                        <a:srgbClr val="F04B2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lnL w="9525" cmpd="sng">
                      <a:solidFill>
                        <a:srgbClr val="CCCCCC"/>
                      </a:solidFill>
                      <a:prstDash val="solid"/>
                    </a:lnL>
                    <a:lnB w="9525" cmpd="sng">
                      <a:solidFill>
                        <a:srgbClr val="F04B2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lnB w="9525" cmpd="sng">
                      <a:solidFill>
                        <a:srgbClr val="F04B2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lnB w="9525" cmpd="sng">
                      <a:solidFill>
                        <a:srgbClr val="F04B2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lnB w="9525" cmpd="sng">
                      <a:solidFill>
                        <a:srgbClr val="F04B2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lnB w="9525" cmpd="sng">
                      <a:solidFill>
                        <a:srgbClr val="F04B2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lnB w="9525" cmpd="sng">
                      <a:solidFill>
                        <a:srgbClr val="F04B2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lnR w="9525" cmpd="sng">
                      <a:solidFill>
                        <a:srgbClr val="F04B2F"/>
                      </a:solidFill>
                      <a:prstDash val="solid"/>
                    </a:lnR>
                    <a:lnB w="9525" cmpd="sng">
                      <a:solidFill>
                        <a:srgbClr val="F04B2F"/>
                      </a:solidFill>
                      <a:prstDash val="solid"/>
                    </a:lnB>
                  </a:tcPr>
                </a:tc>
              </a:tr>
              <a:tr h="218000">
                <a:tc rowSpan="11"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solidFill>
                            <a:srgbClr val="F04B2F"/>
                          </a:solidFill>
                        </a:rPr>
                        <a:t/>
                      </a:r>
                    </a:p>
                  </a:txBody>
                  <a:tcPr marL="28575" marR="28575" marT="19050" marB="19050" anchor="ctr">
                    <a:lnL w="9525" cmpd="sng">
                      <a:solidFill>
                        <a:srgbClr val="F04B2F"/>
                      </a:solidFill>
                      <a:prstDash val="solid"/>
                    </a:lnL>
                    <a:lnR w="9525" cmpd="sng">
                      <a:solidFill>
                        <a:srgbClr val="F04B2F"/>
                      </a:solidFill>
                      <a:prstDash val="solid"/>
                    </a:lnR>
                    <a:lnT w="9525" cmpd="sng">
                      <a:solidFill>
                        <a:srgbClr val="F04B2F"/>
                      </a:solidFill>
                      <a:prstDash val="solid"/>
                    </a:lnT>
                    <a:lnB w="9525" cmpd="sng">
                      <a:solidFill>
                        <a:srgbClr val="F04B2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solidFill>
                            <a:srgbClr val="DD4D36"/>
                          </a:solidFill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lnL w="9525" cmpd="sng">
                      <a:solidFill>
                        <a:srgbClr val="F04B2F"/>
                      </a:solidFill>
                      <a:prstDash val="solid"/>
                    </a:lnL>
                    <a:lnR w="9525" cmpd="sng">
                      <a:solidFill>
                        <a:srgbClr val="CCCCCC"/>
                      </a:solidFill>
                      <a:prstDash val="solid"/>
                    </a:lnR>
                    <a:lnT w="9525" cmpd="sng">
                      <a:solidFill>
                        <a:srgbClr val="F04B2F"/>
                      </a:solidFill>
                      <a:prstDash val="solid"/>
                    </a:lnT>
                    <a:solidFill>
                      <a:srgbClr val="FBE6D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lnL w="9525" cmpd="sng">
                      <a:solidFill>
                        <a:srgbClr val="CCCCCC"/>
                      </a:solidFill>
                      <a:prstDash val="solid"/>
                    </a:lnL>
                    <a:lnT w="9525" cmpd="sng">
                      <a:solidFill>
                        <a:srgbClr val="F04B2F"/>
                      </a:solidFill>
                      <a:prstDash val="solid"/>
                    </a:lnT>
                    <a:solidFill>
                      <a:srgbClr val="FBE6D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lnT w="9525" cmpd="sng">
                      <a:solidFill>
                        <a:srgbClr val="F04B2F"/>
                      </a:solidFill>
                      <a:prstDash val="solid"/>
                    </a:lnT>
                    <a:solidFill>
                      <a:srgbClr val="FBE6D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lnT w="9525" cmpd="sng">
                      <a:solidFill>
                        <a:srgbClr val="F04B2F"/>
                      </a:solidFill>
                      <a:prstDash val="solid"/>
                    </a:lnT>
                    <a:solidFill>
                      <a:srgbClr val="FBE6D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lnT w="9525" cmpd="sng">
                      <a:solidFill>
                        <a:srgbClr val="F04B2F"/>
                      </a:solidFill>
                      <a:prstDash val="solid"/>
                    </a:lnT>
                    <a:solidFill>
                      <a:srgbClr val="FBE6D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lnT w="9525" cmpd="sng">
                      <a:solidFill>
                        <a:srgbClr val="F04B2F"/>
                      </a:solidFill>
                      <a:prstDash val="solid"/>
                    </a:lnT>
                    <a:solidFill>
                      <a:srgbClr val="FBE6D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lnT w="9525" cmpd="sng">
                      <a:solidFill>
                        <a:srgbClr val="F04B2F"/>
                      </a:solidFill>
                      <a:prstDash val="solid"/>
                    </a:lnT>
                    <a:solidFill>
                      <a:srgbClr val="FBE6D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lnR w="9525" cmpd="sng">
                      <a:solidFill>
                        <a:srgbClr val="F04B2F"/>
                      </a:solidFill>
                      <a:prstDash val="solid"/>
                    </a:lnR>
                    <a:lnT w="9525" cmpd="sng">
                      <a:solidFill>
                        <a:srgbClr val="F04B2F"/>
                      </a:solidFill>
                      <a:prstDash val="solid"/>
                    </a:lnT>
                    <a:solidFill>
                      <a:srgbClr val="FBE6DD"/>
                    </a:solidFill>
                  </a:tcPr>
                </a:tc>
              </a:tr>
              <a:tr h="218000"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solidFill>
                            <a:srgbClr val="DD4D36"/>
                          </a:solidFill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lnL w="9525" cmpd="sng">
                      <a:solidFill>
                        <a:srgbClr val="F04B2F"/>
                      </a:solidFill>
                      <a:prstDash val="solid"/>
                    </a:lnL>
                    <a:lnR w="9525" cmpd="sng">
                      <a:solidFill>
                        <a:srgbClr val="CCCCCC"/>
                      </a:solidFill>
                      <a:prstDash val="solid"/>
                    </a:lnR>
                    <a:solidFill>
                      <a:srgbClr val="FFF4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lnL w="9525" cmpd="sng">
                      <a:solidFill>
                        <a:srgbClr val="CCCCCC"/>
                      </a:solidFill>
                      <a:prstDash val="solid"/>
                    </a:lnL>
                    <a:solidFill>
                      <a:srgbClr val="FFF4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solidFill>
                      <a:srgbClr val="FFF4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solidFill>
                      <a:srgbClr val="FFF4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solidFill>
                      <a:srgbClr val="FFF4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solidFill>
                      <a:srgbClr val="FFF4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solidFill>
                      <a:srgbClr val="FFF4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lnR w="9525" cmpd="sng">
                      <a:solidFill>
                        <a:srgbClr val="F04B2F"/>
                      </a:solidFill>
                      <a:prstDash val="solid"/>
                    </a:lnR>
                    <a:solidFill>
                      <a:srgbClr val="FFF4EF"/>
                    </a:solidFill>
                  </a:tcPr>
                </a:tc>
              </a:tr>
              <a:tr h="218000"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lnL w="9525" cmpd="sng">
                      <a:solidFill>
                        <a:srgbClr val="F04B2F"/>
                      </a:solidFill>
                      <a:prstDash val="solid"/>
                    </a:lnL>
                    <a:lnR w="9525" cmpd="sng">
                      <a:solidFill>
                        <a:srgbClr val="CCCCCC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lnL w="9525" cmpd="sng">
                      <a:solidFill>
                        <a:srgbClr val="CCCCCC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lnR w="9525" cmpd="sng">
                      <a:solidFill>
                        <a:srgbClr val="F04B2F"/>
                      </a:solidFill>
                      <a:prstDash val="solid"/>
                    </a:lnR>
                  </a:tcPr>
                </a:tc>
              </a:tr>
              <a:tr h="218000"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lnL w="9525" cmpd="sng">
                      <a:solidFill>
                        <a:srgbClr val="F04B2F"/>
                      </a:solidFill>
                      <a:prstDash val="solid"/>
                    </a:lnL>
                    <a:lnR w="9525" cmpd="sng">
                      <a:solidFill>
                        <a:srgbClr val="CCCCCC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lnL w="9525" cmpd="sng">
                      <a:solidFill>
                        <a:srgbClr val="CCCCCC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lnR w="9525" cmpd="sng">
                      <a:solidFill>
                        <a:srgbClr val="F04B2F"/>
                      </a:solidFill>
                      <a:prstDash val="solid"/>
                    </a:lnR>
                  </a:tcPr>
                </a:tc>
              </a:tr>
              <a:tr h="218000"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solidFill>
                            <a:srgbClr val="DD4D36"/>
                          </a:solidFill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lnL w="9525" cmpd="sng">
                      <a:solidFill>
                        <a:srgbClr val="F04B2F"/>
                      </a:solidFill>
                      <a:prstDash val="solid"/>
                    </a:lnL>
                    <a:lnR w="9525" cmpd="sng">
                      <a:solidFill>
                        <a:srgbClr val="CCCCCC"/>
                      </a:solidFill>
                      <a:prstDash val="solid"/>
                    </a:lnR>
                    <a:solidFill>
                      <a:srgbClr val="FFF4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lnL w="9525" cmpd="sng">
                      <a:solidFill>
                        <a:srgbClr val="CCCCCC"/>
                      </a:solidFill>
                      <a:prstDash val="solid"/>
                    </a:lnL>
                    <a:solidFill>
                      <a:srgbClr val="FFF4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solidFill>
                      <a:srgbClr val="FFF4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solidFill>
                      <a:srgbClr val="FFF4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solidFill>
                      <a:srgbClr val="FFF4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solidFill>
                      <a:srgbClr val="FFF4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solidFill>
                      <a:srgbClr val="FFF4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lnR w="9525" cmpd="sng">
                      <a:solidFill>
                        <a:srgbClr val="F04B2F"/>
                      </a:solidFill>
                      <a:prstDash val="solid"/>
                    </a:lnR>
                    <a:solidFill>
                      <a:srgbClr val="FFF4EF"/>
                    </a:solidFill>
                  </a:tcPr>
                </a:tc>
              </a:tr>
              <a:tr h="218000"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lnL w="9525" cmpd="sng">
                      <a:solidFill>
                        <a:srgbClr val="F04B2F"/>
                      </a:solidFill>
                      <a:prstDash val="solid"/>
                    </a:lnL>
                    <a:lnR w="9525" cmpd="sng">
                      <a:solidFill>
                        <a:srgbClr val="CCCCCC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lnL w="9525" cmpd="sng">
                      <a:solidFill>
                        <a:srgbClr val="CCCCCC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lnR w="9525" cmpd="sng">
                      <a:solidFill>
                        <a:srgbClr val="F04B2F"/>
                      </a:solidFill>
                      <a:prstDash val="solid"/>
                    </a:lnR>
                  </a:tcPr>
                </a:tc>
              </a:tr>
              <a:tr h="218000"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lnL w="9525" cmpd="sng">
                      <a:solidFill>
                        <a:srgbClr val="F04B2F"/>
                      </a:solidFill>
                      <a:prstDash val="solid"/>
                    </a:lnL>
                    <a:lnR w="9525" cmpd="sng">
                      <a:solidFill>
                        <a:srgbClr val="CCCCCC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lnL w="9525" cmpd="sng">
                      <a:solidFill>
                        <a:srgbClr val="CCCCCC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lnR w="9525" cmpd="sng">
                      <a:solidFill>
                        <a:srgbClr val="F04B2F"/>
                      </a:solidFill>
                      <a:prstDash val="solid"/>
                    </a:lnR>
                  </a:tcPr>
                </a:tc>
              </a:tr>
              <a:tr h="218000"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lnL w="9525" cmpd="sng">
                      <a:solidFill>
                        <a:srgbClr val="F04B2F"/>
                      </a:solidFill>
                      <a:prstDash val="solid"/>
                    </a:lnL>
                    <a:lnR w="9525" cmpd="sng">
                      <a:solidFill>
                        <a:srgbClr val="CCCCCC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lnL w="9525" cmpd="sng">
                      <a:solidFill>
                        <a:srgbClr val="CCCCCC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lnR w="9525" cmpd="sng">
                      <a:solidFill>
                        <a:srgbClr val="F04B2F"/>
                      </a:solidFill>
                      <a:prstDash val="solid"/>
                    </a:lnR>
                  </a:tcPr>
                </a:tc>
              </a:tr>
              <a:tr h="218000"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lnL w="9525" cmpd="sng">
                      <a:solidFill>
                        <a:srgbClr val="F04B2F"/>
                      </a:solidFill>
                      <a:prstDash val="solid"/>
                    </a:lnL>
                    <a:lnR w="9525" cmpd="sng">
                      <a:solidFill>
                        <a:srgbClr val="CCCCCC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lnL w="9525" cmpd="sng">
                      <a:solidFill>
                        <a:srgbClr val="CCCCCC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lnR w="9525" cmpd="sng">
                      <a:solidFill>
                        <a:srgbClr val="F04B2F"/>
                      </a:solidFill>
                      <a:prstDash val="solid"/>
                    </a:lnR>
                  </a:tcPr>
                </a:tc>
              </a:tr>
              <a:tr h="218000"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lnL w="9525" cmpd="sng">
                      <a:solidFill>
                        <a:srgbClr val="F04B2F"/>
                      </a:solidFill>
                      <a:prstDash val="solid"/>
                    </a:lnL>
                    <a:lnR w="9525" cmpd="sng">
                      <a:solidFill>
                        <a:srgbClr val="CCCCCC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lnL w="9525" cmpd="sng">
                      <a:solidFill>
                        <a:srgbClr val="CCCCCC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lnR w="9525" cmpd="sng">
                      <a:solidFill>
                        <a:srgbClr val="F04B2F"/>
                      </a:solidFill>
                      <a:prstDash val="solid"/>
                    </a:lnR>
                  </a:tcPr>
                </a:tc>
              </a:tr>
              <a:tr h="218000"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lnL w="9525" cmpd="sng">
                      <a:solidFill>
                        <a:srgbClr val="F04B2F"/>
                      </a:solidFill>
                      <a:prstDash val="solid"/>
                    </a:lnL>
                    <a:lnR w="9525" cmpd="sng">
                      <a:solidFill>
                        <a:srgbClr val="CCCCCC"/>
                      </a:solidFill>
                      <a:prstDash val="solid"/>
                    </a:lnR>
                    <a:lnB w="9525" cmpd="sng">
                      <a:solidFill>
                        <a:srgbClr val="F04B2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lnL w="9525" cmpd="sng">
                      <a:solidFill>
                        <a:srgbClr val="CCCCCC"/>
                      </a:solidFill>
                      <a:prstDash val="solid"/>
                    </a:lnL>
                    <a:lnB w="9525" cmpd="sng">
                      <a:solidFill>
                        <a:srgbClr val="F04B2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lnB w="9525" cmpd="sng">
                      <a:solidFill>
                        <a:srgbClr val="F04B2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lnB w="9525" cmpd="sng">
                      <a:solidFill>
                        <a:srgbClr val="F04B2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lnB w="9525" cmpd="sng">
                      <a:solidFill>
                        <a:srgbClr val="F04B2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lnB w="9525" cmpd="sng">
                      <a:solidFill>
                        <a:srgbClr val="F04B2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lnB w="9525" cmpd="sng">
                      <a:solidFill>
                        <a:srgbClr val="F04B2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28575" marR="28575" marT="19050" marB="19050" anchor="ctr">
                    <a:lnR w="9525" cmpd="sng">
                      <a:solidFill>
                        <a:srgbClr val="F04B2F"/>
                      </a:solidFill>
                      <a:prstDash val="solid"/>
                    </a:lnR>
                    <a:lnB w="9525" cmpd="sng">
                      <a:solidFill>
                        <a:srgbClr val="F04B2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230" name="sanitized-shape-2401">
            <a:extLst xmlns:a="http://schemas.openxmlformats.org/drawingml/2006/main">
              <a:ext uri="{FF2B5EF4-FFF2-40B4-BE49-F238E27FC236}">
                <a16:creationId xmlns:a16="http://schemas.microsoft.com/office/drawing/2014/main" id="{8FF7D061-6749-4BDA-97E8-8988518573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5" y="119100"/>
            <a:ext cx="11225100" cy="563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68550" tIns="68550" rIns="68550" bIns="6855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FF3A12"/>
                </a:solidFill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443785179"/>
      </p:ext>
    </p:extLst>
  </p:cSld>
</p:sld>
</file>

<file path=ppt/slides/slide5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35" name="sanitized-shape-2402">
            <a:extLst xmlns:a="http://schemas.openxmlformats.org/drawingml/2006/main">
              <a:ext uri="{FF2B5EF4-FFF2-40B4-BE49-F238E27FC236}">
                <a16:creationId xmlns:a16="http://schemas.microsoft.com/office/drawing/2014/main" id="{D1262F40-6D9B-4D37-AD28-1DCF0EB0F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9888" y="2961074"/>
            <a:ext cx="1110300" cy="46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/>
              <a:t/>
            </a:r>
          </a:p>
        </p:txBody>
      </p:sp>
      <p:sp>
        <p:nvSpPr>
          <p:cNvPr id="3236" name="sanitized-shape-2403">
            <a:extLst xmlns:a="http://schemas.openxmlformats.org/drawingml/2006/main">
              <a:ext uri="{FF2B5EF4-FFF2-40B4-BE49-F238E27FC236}">
                <a16:creationId xmlns:a16="http://schemas.microsoft.com/office/drawing/2014/main" id="{50959D0A-E763-4698-8944-26AB7573F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575" y="1994950"/>
            <a:ext cx="10255800" cy="77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237" name="sanitized-shape-2404">
            <a:extLst xmlns:a="http://schemas.openxmlformats.org/drawingml/2006/main">
              <a:ext uri="{FF2B5EF4-FFF2-40B4-BE49-F238E27FC236}">
                <a16:creationId xmlns:a16="http://schemas.microsoft.com/office/drawing/2014/main" id="{1E1D1A54-D792-455A-BC06-020D3B2461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5" y="119100"/>
            <a:ext cx="11373300" cy="563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68550" tIns="68550" rIns="68550" bIns="6855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800">
                <a:solidFill>
                  <a:srgbClr val="FF3A12"/>
                </a:solidFill>
              </a:rPr>
              <a:t/>
            </a:r>
          </a:p>
        </p:txBody>
      </p:sp>
      <p:cxnSp>
        <p:nvCxnSpPr>
          <p:cNvPr id="3498" name="sanitized-shape-2405"/>
          <p:cNvCxnSpPr/>
          <p:nvPr/>
        </p:nvCxnSpPr>
        <p:spPr>
          <a:xfrm xmlns:a="http://schemas.openxmlformats.org/drawingml/2006/main" rot="10800000" flipH="1">
            <a:off x="1517183" y="1801325"/>
            <a:ext cx="10264800" cy="1530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rgbClr val="F1592B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239" name="sanitized-shape-2406">
            <a:extLst xmlns:a="http://schemas.openxmlformats.org/drawingml/2006/main">
              <a:ext uri="{FF2B5EF4-FFF2-40B4-BE49-F238E27FC236}">
                <a16:creationId xmlns:a16="http://schemas.microsoft.com/office/drawing/2014/main" id="{04E33BB5-C507-467C-9A03-E72937E91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700" y="1994950"/>
            <a:ext cx="1257600" cy="77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599"/>
          </a:solidFill>
          <a:ln xmlns:a="http://schemas.openxmlformats.org/drawingml/2006/main" w="9525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1"/>
              <a:t/>
            </a:r>
          </a:p>
        </p:txBody>
      </p:sp>
      <p:sp>
        <p:nvSpPr>
          <p:cNvPr id="3240" name="sanitized-shape-2407">
            <a:extLst xmlns:a="http://schemas.openxmlformats.org/drawingml/2006/main">
              <a:ext uri="{FF2B5EF4-FFF2-40B4-BE49-F238E27FC236}">
                <a16:creationId xmlns:a16="http://schemas.microsoft.com/office/drawing/2014/main" id="{5E6A7D25-E8CF-47CA-A699-F82FA85E9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305" y="2880171"/>
            <a:ext cx="690900" cy="77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5CD"/>
          </a:solidFill>
          <a:ln xmlns:a="http://schemas.openxmlformats.org/drawingml/2006/main" w="9525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chemeClr val="dk1"/>
                </a:solidFill>
              </a:rPr>
              <a:t/>
            </a:r>
          </a:p>
        </p:txBody>
      </p:sp>
      <p:sp>
        <p:nvSpPr>
          <p:cNvPr id="3241" name="sanitized-shape-2408">
            <a:extLst xmlns:a="http://schemas.openxmlformats.org/drawingml/2006/main">
              <a:ext uri="{FF2B5EF4-FFF2-40B4-BE49-F238E27FC236}">
                <a16:creationId xmlns:a16="http://schemas.microsoft.com/office/drawing/2014/main" id="{77B2F6FA-8095-4A7D-A32F-DA9713798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300" y="3736671"/>
            <a:ext cx="690900" cy="77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5CD"/>
          </a:solidFill>
          <a:ln xmlns:a="http://schemas.openxmlformats.org/drawingml/2006/main" w="9525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chemeClr val="dk1"/>
                </a:solidFill>
              </a:rPr>
              <a:t/>
            </a:r>
          </a:p>
        </p:txBody>
      </p:sp>
      <p:cxnSp>
        <p:nvCxnSpPr>
          <p:cNvPr id="3502" name="sanitized-shape-2409"/>
          <p:cNvCxnSpPr/>
          <p:nvPr/>
        </p:nvCxnSpPr>
        <p:spPr>
          <a:xfrm xmlns:a="http://schemas.openxmlformats.org/drawingml/2006/main">
            <a:off x="1853375" y="1816947"/>
            <a:ext cx="0" cy="456360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243" name="sanitized-shape-2410">
            <a:extLst xmlns:a="http://schemas.openxmlformats.org/drawingml/2006/main">
              <a:ext uri="{FF2B5EF4-FFF2-40B4-BE49-F238E27FC236}">
                <a16:creationId xmlns:a16="http://schemas.microsoft.com/office/drawing/2014/main" id="{7A1F25DF-2161-4820-B8EB-9EBB94844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0882" y="2066053"/>
            <a:ext cx="10119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1"/>
              <a:t/>
            </a:r>
          </a:p>
        </p:txBody>
      </p:sp>
      <p:sp>
        <p:nvSpPr>
          <p:cNvPr id="3244" name="sanitized-shape-2411">
            <a:extLst xmlns:a="http://schemas.openxmlformats.org/drawingml/2006/main">
              <a:ext uri="{FF2B5EF4-FFF2-40B4-BE49-F238E27FC236}">
                <a16:creationId xmlns:a16="http://schemas.microsoft.com/office/drawing/2014/main" id="{CE274461-EF29-4F45-94E9-9EE30F915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8917" y="2066053"/>
            <a:ext cx="15180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1"/>
              <a:t/>
            </a:r>
          </a:p>
        </p:txBody>
      </p:sp>
      <p:sp>
        <p:nvSpPr>
          <p:cNvPr id="3245" name="sanitized-shape-2412">
            <a:extLst xmlns:a="http://schemas.openxmlformats.org/drawingml/2006/main">
              <a:ext uri="{FF2B5EF4-FFF2-40B4-BE49-F238E27FC236}">
                <a16:creationId xmlns:a16="http://schemas.microsoft.com/office/drawing/2014/main" id="{1A59C110-9343-483D-9768-975B8564E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0711" y="2066053"/>
            <a:ext cx="13842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1"/>
              <a:t/>
            </a:r>
          </a:p>
        </p:txBody>
      </p:sp>
      <p:sp>
        <p:nvSpPr>
          <p:cNvPr id="3246" name="sanitized-shape-2413">
            <a:extLst xmlns:a="http://schemas.openxmlformats.org/drawingml/2006/main">
              <a:ext uri="{FF2B5EF4-FFF2-40B4-BE49-F238E27FC236}">
                <a16:creationId xmlns:a16="http://schemas.microsoft.com/office/drawing/2014/main" id="{070EC5E0-6A15-4ACC-9734-EC441792C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528" y="2066053"/>
            <a:ext cx="13842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1"/>
              <a:t/>
            </a:r>
          </a:p>
        </p:txBody>
      </p:sp>
      <p:sp>
        <p:nvSpPr>
          <p:cNvPr id="3247" name="sanitized-shape-2414">
            <a:extLst xmlns:a="http://schemas.openxmlformats.org/drawingml/2006/main">
              <a:ext uri="{FF2B5EF4-FFF2-40B4-BE49-F238E27FC236}">
                <a16:creationId xmlns:a16="http://schemas.microsoft.com/office/drawing/2014/main" id="{1B072E8B-625A-4495-A32B-AE5917AE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7017" y="2066050"/>
            <a:ext cx="10119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1"/>
              <a:t/>
            </a:r>
          </a:p>
        </p:txBody>
      </p:sp>
      <p:sp>
        <p:nvSpPr>
          <p:cNvPr id="3248" name="sanitized-shape-2415">
            <a:extLst xmlns:a="http://schemas.openxmlformats.org/drawingml/2006/main">
              <a:ext uri="{FF2B5EF4-FFF2-40B4-BE49-F238E27FC236}">
                <a16:creationId xmlns:a16="http://schemas.microsoft.com/office/drawing/2014/main" id="{866EE73A-A4EA-414F-AA7F-C4111E0A3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606" y="2066053"/>
            <a:ext cx="11103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1"/>
              <a:t/>
            </a:r>
          </a:p>
        </p:txBody>
      </p:sp>
      <p:sp>
        <p:nvSpPr>
          <p:cNvPr id="3249" name="sanitized-shape-2416">
            <a:extLst xmlns:a="http://schemas.openxmlformats.org/drawingml/2006/main">
              <a:ext uri="{FF2B5EF4-FFF2-40B4-BE49-F238E27FC236}">
                <a16:creationId xmlns:a16="http://schemas.microsoft.com/office/drawing/2014/main" id="{FEA9D69C-2D80-4B23-A4B1-A20C0DBF7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0882" y="2961074"/>
            <a:ext cx="13098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/>
              <a:t/>
            </a:r>
          </a:p>
        </p:txBody>
      </p:sp>
      <p:sp>
        <p:nvSpPr>
          <p:cNvPr id="3250" name="sanitized-shape-2417">
            <a:extLst xmlns:a="http://schemas.openxmlformats.org/drawingml/2006/main">
              <a:ext uri="{FF2B5EF4-FFF2-40B4-BE49-F238E27FC236}">
                <a16:creationId xmlns:a16="http://schemas.microsoft.com/office/drawing/2014/main" id="{3CD9C677-A26C-4799-9A6B-089BB7647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700" y="2880171"/>
            <a:ext cx="504900" cy="162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5CD"/>
          </a:solidFill>
          <a:ln xmlns:a="http://schemas.openxmlformats.org/drawingml/2006/main" w="9525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chemeClr val="dk1"/>
                </a:solidFill>
              </a:rPr>
              <a:t/>
            </a:r>
          </a:p>
        </p:txBody>
      </p:sp>
      <p:sp>
        <p:nvSpPr>
          <p:cNvPr id="3251" name="sanitized-shape-2418">
            <a:extLst xmlns:a="http://schemas.openxmlformats.org/drawingml/2006/main">
              <a:ext uri="{FF2B5EF4-FFF2-40B4-BE49-F238E27FC236}">
                <a16:creationId xmlns:a16="http://schemas.microsoft.com/office/drawing/2014/main" id="{4E7DE6B9-6884-434C-A04D-333CF137A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747" y="4765655"/>
            <a:ext cx="504900" cy="162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5CD"/>
          </a:solidFill>
          <a:ln xmlns:a="http://schemas.openxmlformats.org/drawingml/2006/main" w="9525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chemeClr val="dk1"/>
                </a:solidFill>
              </a:rPr>
              <a:t/>
            </a:r>
          </a:p>
        </p:txBody>
      </p:sp>
      <p:sp>
        <p:nvSpPr>
          <p:cNvPr id="3252" name="sanitized-shape-2419">
            <a:extLst xmlns:a="http://schemas.openxmlformats.org/drawingml/2006/main">
              <a:ext uri="{FF2B5EF4-FFF2-40B4-BE49-F238E27FC236}">
                <a16:creationId xmlns:a16="http://schemas.microsoft.com/office/drawing/2014/main" id="{D3344D0B-4136-4548-92A7-FC3333E00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0684" y="2961074"/>
            <a:ext cx="1309800" cy="50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/>
              <a:t/>
            </a:r>
          </a:p>
        </p:txBody>
      </p:sp>
      <p:sp>
        <p:nvSpPr>
          <p:cNvPr id="3253" name="sanitized-shape-2420">
            <a:extLst xmlns:a="http://schemas.openxmlformats.org/drawingml/2006/main">
              <a:ext uri="{FF2B5EF4-FFF2-40B4-BE49-F238E27FC236}">
                <a16:creationId xmlns:a16="http://schemas.microsoft.com/office/drawing/2014/main" id="{EA7927C7-CBD6-443D-B771-73AAC1A6A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3833" y="2961074"/>
            <a:ext cx="1110300" cy="46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/>
              <a:t/>
            </a:r>
          </a:p>
        </p:txBody>
      </p:sp>
      <p:sp>
        <p:nvSpPr>
          <p:cNvPr id="3254" name="sanitized-shape-2421">
            <a:extLst xmlns:a="http://schemas.openxmlformats.org/drawingml/2006/main">
              <a:ext uri="{FF2B5EF4-FFF2-40B4-BE49-F238E27FC236}">
                <a16:creationId xmlns:a16="http://schemas.microsoft.com/office/drawing/2014/main" id="{B1857DC2-2E77-4785-B067-B530ECE55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2881" y="2961074"/>
            <a:ext cx="9477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/>
              <a:t/>
            </a:r>
          </a:p>
        </p:txBody>
      </p:sp>
      <p:sp>
        <p:nvSpPr>
          <p:cNvPr id="3255" name="sanitized-shape-2422">
            <a:extLst xmlns:a="http://schemas.openxmlformats.org/drawingml/2006/main">
              <a:ext uri="{FF2B5EF4-FFF2-40B4-BE49-F238E27FC236}">
                <a16:creationId xmlns:a16="http://schemas.microsoft.com/office/drawing/2014/main" id="{E0E1520E-A8BA-41DE-8F30-AE450C3E1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0699" y="4819775"/>
            <a:ext cx="1110300" cy="6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chemeClr val="dk1"/>
                </a:solidFill>
              </a:rPr>
              <a:t/>
            </a:r>
          </a:p>
        </p:txBody>
      </p:sp>
      <p:sp>
        <p:nvSpPr>
          <p:cNvPr id="3256" name="sanitized-shape-2423">
            <a:extLst xmlns:a="http://schemas.openxmlformats.org/drawingml/2006/main">
              <a:ext uri="{FF2B5EF4-FFF2-40B4-BE49-F238E27FC236}">
                <a16:creationId xmlns:a16="http://schemas.microsoft.com/office/drawing/2014/main" id="{0FBAF44C-D462-4D66-BCED-9A54F5730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0882" y="3755577"/>
            <a:ext cx="13098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/>
              <a:t/>
            </a:r>
          </a:p>
        </p:txBody>
      </p:sp>
      <p:sp>
        <p:nvSpPr>
          <p:cNvPr id="3257" name="sanitized-shape-2424">
            <a:extLst xmlns:a="http://schemas.openxmlformats.org/drawingml/2006/main">
              <a:ext uri="{FF2B5EF4-FFF2-40B4-BE49-F238E27FC236}">
                <a16:creationId xmlns:a16="http://schemas.microsoft.com/office/drawing/2014/main" id="{3886B7CC-CF8F-4093-8050-58E4409D8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0688" y="3755575"/>
            <a:ext cx="1309800" cy="87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chemeClr val="dk1"/>
                </a:solidFill>
              </a:rPr>
              <a:t/>
            </a:r>
          </a:p>
        </p:txBody>
      </p:sp>
      <p:sp>
        <p:nvSpPr>
          <p:cNvPr id="3258" name="sanitized-shape-2425">
            <a:extLst xmlns:a="http://schemas.openxmlformats.org/drawingml/2006/main">
              <a:ext uri="{FF2B5EF4-FFF2-40B4-BE49-F238E27FC236}">
                <a16:creationId xmlns:a16="http://schemas.microsoft.com/office/drawing/2014/main" id="{4B13395E-2440-41FD-9715-551C23074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0718" y="3755577"/>
            <a:ext cx="1202700" cy="46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chemeClr val="dk1"/>
                </a:solidFill>
              </a:rPr>
              <a:t/>
            </a:r>
          </a:p>
        </p:txBody>
      </p:sp>
      <p:sp>
        <p:nvSpPr>
          <p:cNvPr id="3259" name="sanitized-shape-2426">
            <a:extLst xmlns:a="http://schemas.openxmlformats.org/drawingml/2006/main">
              <a:ext uri="{FF2B5EF4-FFF2-40B4-BE49-F238E27FC236}">
                <a16:creationId xmlns:a16="http://schemas.microsoft.com/office/drawing/2014/main" id="{B593CEFC-8DFD-4D3D-9ABD-9AB3EDF37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8183" y="3755577"/>
            <a:ext cx="1257600" cy="46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chemeClr val="dk1"/>
                </a:solidFill>
              </a:rPr>
              <a:t/>
            </a:r>
          </a:p>
        </p:txBody>
      </p:sp>
      <p:sp>
        <p:nvSpPr>
          <p:cNvPr id="3260" name="sanitized-shape-2427">
            <a:extLst xmlns:a="http://schemas.openxmlformats.org/drawingml/2006/main">
              <a:ext uri="{FF2B5EF4-FFF2-40B4-BE49-F238E27FC236}">
                <a16:creationId xmlns:a16="http://schemas.microsoft.com/office/drawing/2014/main" id="{F750F893-4529-439F-AD71-13103EB1D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0882" y="4819778"/>
            <a:ext cx="13098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/>
              <a:t/>
            </a:r>
          </a:p>
        </p:txBody>
      </p:sp>
      <p:sp>
        <p:nvSpPr>
          <p:cNvPr id="3261" name="sanitized-shape-2428">
            <a:extLst xmlns:a="http://schemas.openxmlformats.org/drawingml/2006/main">
              <a:ext uri="{FF2B5EF4-FFF2-40B4-BE49-F238E27FC236}">
                <a16:creationId xmlns:a16="http://schemas.microsoft.com/office/drawing/2014/main" id="{5EF7AB03-FFDC-40CA-8E87-334C77A56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0684" y="4819778"/>
            <a:ext cx="13098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/>
              <a:t/>
            </a:r>
          </a:p>
        </p:txBody>
      </p:sp>
      <p:sp>
        <p:nvSpPr>
          <p:cNvPr id="3262" name="sanitized-shape-2429">
            <a:extLst xmlns:a="http://schemas.openxmlformats.org/drawingml/2006/main">
              <a:ext uri="{FF2B5EF4-FFF2-40B4-BE49-F238E27FC236}">
                <a16:creationId xmlns:a16="http://schemas.microsoft.com/office/drawing/2014/main" id="{C78F27F1-19F8-4382-9DA2-B1D727EC3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0882" y="5636834"/>
            <a:ext cx="13098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/>
              <a:t/>
            </a:r>
          </a:p>
        </p:txBody>
      </p:sp>
      <p:sp>
        <p:nvSpPr>
          <p:cNvPr id="3263" name="sanitized-shape-2430">
            <a:extLst xmlns:a="http://schemas.openxmlformats.org/drawingml/2006/main">
              <a:ext uri="{FF2B5EF4-FFF2-40B4-BE49-F238E27FC236}">
                <a16:creationId xmlns:a16="http://schemas.microsoft.com/office/drawing/2014/main" id="{EBE3F3A3-A57C-4033-8D83-62766EDE7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0700" y="5616575"/>
            <a:ext cx="1202700" cy="6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/>
              <a:t/>
            </a:r>
          </a:p>
        </p:txBody>
      </p:sp>
      <p:sp>
        <p:nvSpPr>
          <p:cNvPr id="3264" name="sanitized-shape-2431">
            <a:extLst xmlns:a="http://schemas.openxmlformats.org/drawingml/2006/main">
              <a:ext uri="{FF2B5EF4-FFF2-40B4-BE49-F238E27FC236}">
                <a16:creationId xmlns:a16="http://schemas.microsoft.com/office/drawing/2014/main" id="{C91F2CCC-63A7-495E-ACDD-C6D6F3139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8175" y="5616575"/>
            <a:ext cx="1309800" cy="73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/>
              <a:t/>
            </a:r>
          </a:p>
        </p:txBody>
      </p:sp>
      <p:sp>
        <p:nvSpPr>
          <p:cNvPr id="3265" name="sanitized-shape-2432">
            <a:extLst xmlns:a="http://schemas.openxmlformats.org/drawingml/2006/main">
              <a:ext uri="{FF2B5EF4-FFF2-40B4-BE49-F238E27FC236}">
                <a16:creationId xmlns:a16="http://schemas.microsoft.com/office/drawing/2014/main" id="{E5B774F0-4791-44FB-8AD8-AB74D9FBD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9991" y="5616575"/>
            <a:ext cx="1257600" cy="87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/>
              <a:t/>
            </a:r>
          </a:p>
        </p:txBody>
      </p:sp>
      <p:sp>
        <p:nvSpPr>
          <p:cNvPr id="3266" name="sanitized-shape-2433">
            <a:extLst xmlns:a="http://schemas.openxmlformats.org/drawingml/2006/main">
              <a:ext uri="{FF2B5EF4-FFF2-40B4-BE49-F238E27FC236}">
                <a16:creationId xmlns:a16="http://schemas.microsoft.com/office/drawing/2014/main" id="{CA8B9D2A-C96B-4C70-870E-C39043256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673" y="1474289"/>
            <a:ext cx="1011900" cy="32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F1592B"/>
                </a:solidFill>
              </a:rPr>
              <a:t/>
            </a:r>
          </a:p>
        </p:txBody>
      </p:sp>
      <p:sp>
        <p:nvSpPr>
          <p:cNvPr id="3267" name="sanitized-shape-2434">
            <a:extLst xmlns:a="http://schemas.openxmlformats.org/drawingml/2006/main">
              <a:ext uri="{FF2B5EF4-FFF2-40B4-BE49-F238E27FC236}">
                <a16:creationId xmlns:a16="http://schemas.microsoft.com/office/drawing/2014/main" id="{173F6A64-51E3-4056-AEDF-D7C15EC00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1025" y="1474289"/>
            <a:ext cx="1011900" cy="32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F1592B"/>
                </a:solidFill>
              </a:rPr>
              <a:t/>
            </a:r>
          </a:p>
        </p:txBody>
      </p:sp>
      <p:sp>
        <p:nvSpPr>
          <p:cNvPr id="3268" name="sanitized-shape-2435">
            <a:extLst xmlns:a="http://schemas.openxmlformats.org/drawingml/2006/main">
              <a:ext uri="{FF2B5EF4-FFF2-40B4-BE49-F238E27FC236}">
                <a16:creationId xmlns:a16="http://schemas.microsoft.com/office/drawing/2014/main" id="{38BEC4C0-AB55-4174-8E88-1FAB4150B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9605" y="1474289"/>
            <a:ext cx="1011900" cy="32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F1592B"/>
                </a:solidFill>
              </a:rPr>
              <a:t/>
            </a:r>
          </a:p>
        </p:txBody>
      </p:sp>
      <p:sp>
        <p:nvSpPr>
          <p:cNvPr id="3269" name="sanitized-shape-2436">
            <a:extLst xmlns:a="http://schemas.openxmlformats.org/drawingml/2006/main">
              <a:ext uri="{FF2B5EF4-FFF2-40B4-BE49-F238E27FC236}">
                <a16:creationId xmlns:a16="http://schemas.microsoft.com/office/drawing/2014/main" id="{15A959C8-F528-4E83-AD9B-C9ED568B7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460" y="1474289"/>
            <a:ext cx="1011900" cy="32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F1592B"/>
                </a:solidFill>
              </a:rPr>
              <a:t/>
            </a:r>
          </a:p>
        </p:txBody>
      </p:sp>
      <p:sp>
        <p:nvSpPr>
          <p:cNvPr id="3270" name="sanitized-shape-2437">
            <a:extLst xmlns:a="http://schemas.openxmlformats.org/drawingml/2006/main">
              <a:ext uri="{FF2B5EF4-FFF2-40B4-BE49-F238E27FC236}">
                <a16:creationId xmlns:a16="http://schemas.microsoft.com/office/drawing/2014/main" id="{01B78022-0EA1-4344-8A72-AF44D7E68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3325" y="1474289"/>
            <a:ext cx="1011900" cy="32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F1592B"/>
                </a:solidFill>
              </a:rPr>
              <a:t/>
            </a:r>
          </a:p>
        </p:txBody>
      </p:sp>
      <p:cxnSp>
        <p:nvCxnSpPr>
          <p:cNvPr id="3531" name="sanitized-shape-2438"/>
          <p:cNvCxnSpPr/>
          <p:nvPr/>
        </p:nvCxnSpPr>
        <p:spPr>
          <a:xfrm xmlns:a="http://schemas.openxmlformats.org/drawingml/2006/main">
            <a:off x="3811126" y="1832034"/>
            <a:ext cx="0" cy="456360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3532" name="sanitized-shape-2439"/>
          <p:cNvCxnSpPr/>
          <p:nvPr/>
        </p:nvCxnSpPr>
        <p:spPr>
          <a:xfrm xmlns:a="http://schemas.openxmlformats.org/drawingml/2006/main">
            <a:off x="5020168" y="1832034"/>
            <a:ext cx="0" cy="456360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3533" name="sanitized-shape-2440"/>
          <p:cNvCxnSpPr/>
          <p:nvPr/>
        </p:nvCxnSpPr>
        <p:spPr>
          <a:xfrm xmlns:a="http://schemas.openxmlformats.org/drawingml/2006/main">
            <a:off x="6309900" y="1832034"/>
            <a:ext cx="0" cy="456360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274" name="sanitized-shape-2441">
            <a:extLst xmlns:a="http://schemas.openxmlformats.org/drawingml/2006/main">
              <a:ext uri="{FF2B5EF4-FFF2-40B4-BE49-F238E27FC236}">
                <a16:creationId xmlns:a16="http://schemas.microsoft.com/office/drawing/2014/main" id="{17409552-3368-4A69-8E99-09846728B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089" y="1474289"/>
            <a:ext cx="1011900" cy="32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F1592B"/>
                </a:solidFill>
              </a:rPr>
              <a:t/>
            </a:r>
          </a:p>
        </p:txBody>
      </p:sp>
      <p:cxnSp>
        <p:nvCxnSpPr>
          <p:cNvPr id="3535" name="sanitized-shape-2442"/>
          <p:cNvCxnSpPr/>
          <p:nvPr/>
        </p:nvCxnSpPr>
        <p:spPr>
          <a:xfrm xmlns:a="http://schemas.openxmlformats.org/drawingml/2006/main">
            <a:off x="8615900" y="1832034"/>
            <a:ext cx="0" cy="456360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276" name="sanitized-shape-2443">
            <a:extLst xmlns:a="http://schemas.openxmlformats.org/drawingml/2006/main">
              <a:ext uri="{FF2B5EF4-FFF2-40B4-BE49-F238E27FC236}">
                <a16:creationId xmlns:a16="http://schemas.microsoft.com/office/drawing/2014/main" id="{366E480B-7C97-465A-B9C7-A4E52EB90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893" y="2177475"/>
            <a:ext cx="132000" cy="13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9525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277" name="sanitized-shape-2444">
            <a:extLst xmlns:a="http://schemas.openxmlformats.org/drawingml/2006/main">
              <a:ext uri="{FF2B5EF4-FFF2-40B4-BE49-F238E27FC236}">
                <a16:creationId xmlns:a16="http://schemas.microsoft.com/office/drawing/2014/main" id="{209AD8A5-6A94-4289-A7B2-0B837C830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7173" y="905307"/>
            <a:ext cx="2483400" cy="327900"/>
          </a:xfrm>
          <a:prstGeom xmlns:a="http://schemas.openxmlformats.org/drawingml/2006/main" prst="homePlate">
            <a:avLst>
              <a:gd name="adj" fmla="val 50000"/>
            </a:avLst>
          </a:prstGeom>
          <a:solidFill xmlns:a="http://schemas.openxmlformats.org/drawingml/2006/main">
            <a:srgbClr val="FFF2CC"/>
          </a:solidFill>
          <a:ln xmlns:a="http://schemas.openxmlformats.org/drawingml/2006/main" w="9525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>
                <a:solidFill>
                  <a:schemeClr val="dk1"/>
                </a:solidFill>
              </a:rPr>
              <a:t/>
            </a:r>
          </a:p>
        </p:txBody>
      </p:sp>
      <p:sp>
        <p:nvSpPr>
          <p:cNvPr id="3278" name="sanitized-shape-2445">
            <a:extLst xmlns:a="http://schemas.openxmlformats.org/drawingml/2006/main">
              <a:ext uri="{FF2B5EF4-FFF2-40B4-BE49-F238E27FC236}">
                <a16:creationId xmlns:a16="http://schemas.microsoft.com/office/drawing/2014/main" id="{7EA1AD64-C41D-4E6B-AA52-88B945D02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725" y="909150"/>
            <a:ext cx="7842600" cy="327900"/>
          </a:xfrm>
          <a:prstGeom xmlns:a="http://schemas.openxmlformats.org/drawingml/2006/main" prst="chevron">
            <a:avLst>
              <a:gd name="adj" fmla="val 50000"/>
            </a:avLst>
          </a:prstGeom>
          <a:solidFill xmlns:a="http://schemas.openxmlformats.org/drawingml/2006/main">
            <a:srgbClr val="F1592B"/>
          </a:solidFill>
          <a:ln xmlns:a="http://schemas.openxmlformats.org/drawingml/2006/main" w="9525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chemeClr val="lt1"/>
                </a:solidFill>
              </a:rPr>
              <a:t/>
            </a:r>
          </a:p>
        </p:txBody>
      </p:sp>
      <p:sp>
        <p:nvSpPr>
          <p:cNvPr id="3280" name="sanitized-shape-2446">
            <a:extLst xmlns:a="http://schemas.openxmlformats.org/drawingml/2006/main">
              <a:ext uri="{FF2B5EF4-FFF2-40B4-BE49-F238E27FC236}">
                <a16:creationId xmlns:a16="http://schemas.microsoft.com/office/drawing/2014/main" id="{777356D9-45FC-48E2-B6F4-A788D21AE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893" y="3063232"/>
            <a:ext cx="132000" cy="13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9525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283" name="sanitized-shape-2447">
            <a:extLst xmlns:a="http://schemas.openxmlformats.org/drawingml/2006/main">
              <a:ext uri="{FF2B5EF4-FFF2-40B4-BE49-F238E27FC236}">
                <a16:creationId xmlns:a16="http://schemas.microsoft.com/office/drawing/2014/main" id="{C81E5E4D-F92E-45B9-AABA-5712E4D0D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893" y="3859878"/>
            <a:ext cx="132000" cy="13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9525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284" name="sanitized-shape-2448">
            <a:extLst xmlns:a="http://schemas.openxmlformats.org/drawingml/2006/main">
              <a:ext uri="{FF2B5EF4-FFF2-40B4-BE49-F238E27FC236}">
                <a16:creationId xmlns:a16="http://schemas.microsoft.com/office/drawing/2014/main" id="{F2EDA74F-B847-4492-9317-D371B1D52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893" y="4918509"/>
            <a:ext cx="132000" cy="13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9525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285" name="sanitized-shape-2449">
            <a:extLst xmlns:a="http://schemas.openxmlformats.org/drawingml/2006/main">
              <a:ext uri="{FF2B5EF4-FFF2-40B4-BE49-F238E27FC236}">
                <a16:creationId xmlns:a16="http://schemas.microsoft.com/office/drawing/2014/main" id="{1DBC9355-E9A4-4519-956C-896D287F9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893" y="5731502"/>
            <a:ext cx="132000" cy="13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9525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cxnSp>
        <p:nvCxnSpPr>
          <p:cNvPr id="3543" name="sanitized-shape-2450"/>
          <p:cNvCxnSpPr/>
          <p:nvPr/>
        </p:nvCxnSpPr>
        <p:spPr>
          <a:xfrm xmlns:a="http://schemas.openxmlformats.org/drawingml/2006/main">
            <a:off x="2708162" y="1832034"/>
            <a:ext cx="0" cy="456360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287" name="sanitized-shape-2451">
            <a:extLst xmlns:a="http://schemas.openxmlformats.org/drawingml/2006/main">
              <a:ext uri="{FF2B5EF4-FFF2-40B4-BE49-F238E27FC236}">
                <a16:creationId xmlns:a16="http://schemas.microsoft.com/office/drawing/2014/main" id="{E4EC8E4E-6E75-4419-9319-6B68BB849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681" y="2191900"/>
            <a:ext cx="132000" cy="13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9525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288" name="sanitized-shape-2452">
            <a:extLst xmlns:a="http://schemas.openxmlformats.org/drawingml/2006/main">
              <a:ext uri="{FF2B5EF4-FFF2-40B4-BE49-F238E27FC236}">
                <a16:creationId xmlns:a16="http://schemas.microsoft.com/office/drawing/2014/main" id="{86E699CB-AE8C-4239-B0F7-01CA88A8B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681" y="3063232"/>
            <a:ext cx="132000" cy="13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9525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289" name="sanitized-shape-2453">
            <a:extLst xmlns:a="http://schemas.openxmlformats.org/drawingml/2006/main">
              <a:ext uri="{FF2B5EF4-FFF2-40B4-BE49-F238E27FC236}">
                <a16:creationId xmlns:a16="http://schemas.microsoft.com/office/drawing/2014/main" id="{949978A9-A1B1-4748-B0EB-E28C52CD2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681" y="3874303"/>
            <a:ext cx="132000" cy="13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9525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290" name="sanitized-shape-2454">
            <a:extLst xmlns:a="http://schemas.openxmlformats.org/drawingml/2006/main">
              <a:ext uri="{FF2B5EF4-FFF2-40B4-BE49-F238E27FC236}">
                <a16:creationId xmlns:a16="http://schemas.microsoft.com/office/drawing/2014/main" id="{1BE5AC2A-C141-45D5-BE49-9003E76BC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681" y="4932934"/>
            <a:ext cx="132000" cy="13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9525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291" name="sanitized-shape-2455">
            <a:extLst xmlns:a="http://schemas.openxmlformats.org/drawingml/2006/main">
              <a:ext uri="{FF2B5EF4-FFF2-40B4-BE49-F238E27FC236}">
                <a16:creationId xmlns:a16="http://schemas.microsoft.com/office/drawing/2014/main" id="{0E690FAC-33B2-4333-B31B-9586A8376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681" y="5725667"/>
            <a:ext cx="132000" cy="13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9525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292" name="sanitized-shape-2456">
            <a:extLst xmlns:a="http://schemas.openxmlformats.org/drawingml/2006/main">
              <a:ext uri="{FF2B5EF4-FFF2-40B4-BE49-F238E27FC236}">
                <a16:creationId xmlns:a16="http://schemas.microsoft.com/office/drawing/2014/main" id="{0DCE102C-B295-484B-AB8C-3AEFF7195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7578" y="2191900"/>
            <a:ext cx="132000" cy="13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9525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293" name="sanitized-shape-2457">
            <a:extLst xmlns:a="http://schemas.openxmlformats.org/drawingml/2006/main">
              <a:ext uri="{FF2B5EF4-FFF2-40B4-BE49-F238E27FC236}">
                <a16:creationId xmlns:a16="http://schemas.microsoft.com/office/drawing/2014/main" id="{33B8CA8D-89FB-4FF2-B90B-0274F404A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7578" y="3874303"/>
            <a:ext cx="132000" cy="13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9525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294" name="sanitized-shape-2458">
            <a:extLst xmlns:a="http://schemas.openxmlformats.org/drawingml/2006/main">
              <a:ext uri="{FF2B5EF4-FFF2-40B4-BE49-F238E27FC236}">
                <a16:creationId xmlns:a16="http://schemas.microsoft.com/office/drawing/2014/main" id="{4C3C8249-7337-464E-8E28-82F23EA81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7578" y="4932934"/>
            <a:ext cx="132000" cy="13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9525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295" name="sanitized-shape-2459">
            <a:extLst xmlns:a="http://schemas.openxmlformats.org/drawingml/2006/main">
              <a:ext uri="{FF2B5EF4-FFF2-40B4-BE49-F238E27FC236}">
                <a16:creationId xmlns:a16="http://schemas.microsoft.com/office/drawing/2014/main" id="{89E33545-515F-4446-91FF-06F8140BA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7578" y="5725667"/>
            <a:ext cx="132000" cy="13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9525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296" name="sanitized-shape-2460">
            <a:extLst xmlns:a="http://schemas.openxmlformats.org/drawingml/2006/main">
              <a:ext uri="{FF2B5EF4-FFF2-40B4-BE49-F238E27FC236}">
                <a16:creationId xmlns:a16="http://schemas.microsoft.com/office/drawing/2014/main" id="{8733B178-0489-45E9-9256-85E2F0334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8050" y="2191900"/>
            <a:ext cx="132000" cy="13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9525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297" name="sanitized-shape-2461">
            <a:extLst xmlns:a="http://schemas.openxmlformats.org/drawingml/2006/main">
              <a:ext uri="{FF2B5EF4-FFF2-40B4-BE49-F238E27FC236}">
                <a16:creationId xmlns:a16="http://schemas.microsoft.com/office/drawing/2014/main" id="{38EB0944-32DA-47BE-ABEF-921C56483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8050" y="3874303"/>
            <a:ext cx="132000" cy="13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9525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298" name="sanitized-shape-2462">
            <a:extLst xmlns:a="http://schemas.openxmlformats.org/drawingml/2006/main">
              <a:ext uri="{FF2B5EF4-FFF2-40B4-BE49-F238E27FC236}">
                <a16:creationId xmlns:a16="http://schemas.microsoft.com/office/drawing/2014/main" id="{32F81939-C8D3-45EC-9E41-3BD91A52E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8050" y="5725667"/>
            <a:ext cx="132000" cy="13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9525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299" name="sanitized-shape-2463">
            <a:extLst xmlns:a="http://schemas.openxmlformats.org/drawingml/2006/main">
              <a:ext uri="{FF2B5EF4-FFF2-40B4-BE49-F238E27FC236}">
                <a16:creationId xmlns:a16="http://schemas.microsoft.com/office/drawing/2014/main" id="{A5D4E6B4-F3DE-42EF-8C01-6C36D0A6F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7692" y="2177475"/>
            <a:ext cx="132000" cy="13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9525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300" name="sanitized-shape-2464">
            <a:extLst xmlns:a="http://schemas.openxmlformats.org/drawingml/2006/main">
              <a:ext uri="{FF2B5EF4-FFF2-40B4-BE49-F238E27FC236}">
                <a16:creationId xmlns:a16="http://schemas.microsoft.com/office/drawing/2014/main" id="{BE5852BB-A123-4175-A9A7-E62E99ACF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7692" y="3063232"/>
            <a:ext cx="132000" cy="13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9525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301" name="sanitized-shape-2465">
            <a:extLst xmlns:a="http://schemas.openxmlformats.org/drawingml/2006/main">
              <a:ext uri="{FF2B5EF4-FFF2-40B4-BE49-F238E27FC236}">
                <a16:creationId xmlns:a16="http://schemas.microsoft.com/office/drawing/2014/main" id="{7E549B00-45AA-4E1C-8209-68C5D445B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225" y="1153329"/>
            <a:ext cx="1011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F1592B"/>
                </a:solidFill>
              </a:rPr>
              <a:t/>
            </a:r>
          </a:p>
        </p:txBody>
      </p:sp>
      <p:sp>
        <p:nvSpPr>
          <p:cNvPr id="3302" name="sanitized-shape-2466">
            <a:extLst xmlns:a="http://schemas.openxmlformats.org/drawingml/2006/main">
              <a:ext uri="{FF2B5EF4-FFF2-40B4-BE49-F238E27FC236}">
                <a16:creationId xmlns:a16="http://schemas.microsoft.com/office/drawing/2014/main" id="{64DF8503-271A-4A24-8F1A-D702EC2DF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9919" y="2177475"/>
            <a:ext cx="132000" cy="13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9525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303" name="sanitized-shape-2467">
            <a:extLst xmlns:a="http://schemas.openxmlformats.org/drawingml/2006/main">
              <a:ext uri="{FF2B5EF4-FFF2-40B4-BE49-F238E27FC236}">
                <a16:creationId xmlns:a16="http://schemas.microsoft.com/office/drawing/2014/main" id="{5BDB3857-CCBE-48A6-A308-425C0A8E4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9919" y="3063232"/>
            <a:ext cx="132000" cy="13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9525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304" name="sanitized-shape-2468">
            <a:extLst xmlns:a="http://schemas.openxmlformats.org/drawingml/2006/main">
              <a:ext uri="{FF2B5EF4-FFF2-40B4-BE49-F238E27FC236}">
                <a16:creationId xmlns:a16="http://schemas.microsoft.com/office/drawing/2014/main" id="{EAD1AB05-1265-40D6-BC8D-48B77E3A7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081" y="2177475"/>
            <a:ext cx="132000" cy="13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9525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305" name="sanitized-shape-2469">
            <a:extLst xmlns:a="http://schemas.openxmlformats.org/drawingml/2006/main">
              <a:ext uri="{FF2B5EF4-FFF2-40B4-BE49-F238E27FC236}">
                <a16:creationId xmlns:a16="http://schemas.microsoft.com/office/drawing/2014/main" id="{EC80E9CF-C3C2-430C-B2D0-8E5098280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3434" y="3063232"/>
            <a:ext cx="132000" cy="13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9525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306" name="sanitized-shape-2470">
            <a:extLst xmlns:a="http://schemas.openxmlformats.org/drawingml/2006/main">
              <a:ext uri="{FF2B5EF4-FFF2-40B4-BE49-F238E27FC236}">
                <a16:creationId xmlns:a16="http://schemas.microsoft.com/office/drawing/2014/main" id="{4946173D-EFDB-4C51-A578-A6AF8BF4F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9907" y="2066050"/>
            <a:ext cx="12027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1"/>
              <a:t/>
            </a:r>
          </a:p>
        </p:txBody>
      </p:sp>
      <p:cxnSp>
        <p:nvCxnSpPr>
          <p:cNvPr id="3564" name="sanitized-shape-2471"/>
          <p:cNvCxnSpPr/>
          <p:nvPr/>
        </p:nvCxnSpPr>
        <p:spPr>
          <a:xfrm xmlns:a="http://schemas.openxmlformats.org/drawingml/2006/main">
            <a:off x="9745327" y="1811299"/>
            <a:ext cx="0" cy="456360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308" name="sanitized-shape-2472">
            <a:extLst xmlns:a="http://schemas.openxmlformats.org/drawingml/2006/main">
              <a:ext uri="{FF2B5EF4-FFF2-40B4-BE49-F238E27FC236}">
                <a16:creationId xmlns:a16="http://schemas.microsoft.com/office/drawing/2014/main" id="{8FBC23A1-CD6C-4DA9-B66B-5473F8B46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2293" y="2064453"/>
            <a:ext cx="11103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chemeClr val="dk1"/>
                </a:solidFill>
              </a:rPr>
              <a:t/>
            </a:r>
          </a:p>
        </p:txBody>
      </p:sp>
      <p:cxnSp>
        <p:nvCxnSpPr>
          <p:cNvPr id="3566" name="sanitized-shape-2473"/>
          <p:cNvCxnSpPr/>
          <p:nvPr/>
        </p:nvCxnSpPr>
        <p:spPr>
          <a:xfrm xmlns:a="http://schemas.openxmlformats.org/drawingml/2006/main">
            <a:off x="10786311" y="1809625"/>
            <a:ext cx="0" cy="456360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310" name="sanitized-shape-2474">
            <a:extLst xmlns:a="http://schemas.openxmlformats.org/drawingml/2006/main">
              <a:ext uri="{FF2B5EF4-FFF2-40B4-BE49-F238E27FC236}">
                <a16:creationId xmlns:a16="http://schemas.microsoft.com/office/drawing/2014/main" id="{E966F837-5E16-4A99-83C7-EC84BA0FF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2286" y="2961074"/>
            <a:ext cx="1110300" cy="46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900">
                <a:solidFill>
                  <a:schemeClr val="dk1"/>
                </a:solidFill>
              </a:rPr>
              <a:t/>
            </a:r>
          </a:p>
        </p:txBody>
      </p:sp>
      <p:sp>
        <p:nvSpPr>
          <p:cNvPr id="3311" name="sanitized-shape-2475">
            <a:extLst xmlns:a="http://schemas.openxmlformats.org/drawingml/2006/main">
              <a:ext uri="{FF2B5EF4-FFF2-40B4-BE49-F238E27FC236}">
                <a16:creationId xmlns:a16="http://schemas.microsoft.com/office/drawing/2014/main" id="{01A442E1-611B-4C9F-8D45-EFD880843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0369" y="1163702"/>
            <a:ext cx="1011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F1592B"/>
                </a:solidFill>
              </a:rPr>
              <a:t/>
            </a:r>
          </a:p>
        </p:txBody>
      </p:sp>
      <p:sp>
        <p:nvSpPr>
          <p:cNvPr id="3312" name="sanitized-shape-2476">
            <a:extLst xmlns:a="http://schemas.openxmlformats.org/drawingml/2006/main">
              <a:ext uri="{FF2B5EF4-FFF2-40B4-BE49-F238E27FC236}">
                <a16:creationId xmlns:a16="http://schemas.microsoft.com/office/drawing/2014/main" id="{556B18E4-F8FC-4F43-8FAD-3836B8281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9114" y="2177475"/>
            <a:ext cx="132000" cy="13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9525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313" name="sanitized-shape-2477">
            <a:extLst xmlns:a="http://schemas.openxmlformats.org/drawingml/2006/main">
              <a:ext uri="{FF2B5EF4-FFF2-40B4-BE49-F238E27FC236}">
                <a16:creationId xmlns:a16="http://schemas.microsoft.com/office/drawing/2014/main" id="{F78A0FC1-E147-44D7-B610-F88CF4DDF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9114" y="3063232"/>
            <a:ext cx="132000" cy="13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9525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314" name="sanitized-shape-2478">
            <a:extLst xmlns:a="http://schemas.openxmlformats.org/drawingml/2006/main">
              <a:ext uri="{FF2B5EF4-FFF2-40B4-BE49-F238E27FC236}">
                <a16:creationId xmlns:a16="http://schemas.microsoft.com/office/drawing/2014/main" id="{A6BC4074-0016-472B-9962-B59377FBF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280" y="4765650"/>
            <a:ext cx="690900" cy="77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5CD"/>
          </a:solidFill>
          <a:ln xmlns:a="http://schemas.openxmlformats.org/drawingml/2006/main" w="9525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chemeClr val="dk1"/>
                </a:solidFill>
              </a:rPr>
              <a:t/>
            </a:r>
          </a:p>
        </p:txBody>
      </p:sp>
      <p:sp>
        <p:nvSpPr>
          <p:cNvPr id="3315" name="sanitized-shape-2479">
            <a:extLst xmlns:a="http://schemas.openxmlformats.org/drawingml/2006/main">
              <a:ext uri="{FF2B5EF4-FFF2-40B4-BE49-F238E27FC236}">
                <a16:creationId xmlns:a16="http://schemas.microsoft.com/office/drawing/2014/main" id="{AA38EB5A-5358-4979-83FA-FED1342A5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275" y="5622150"/>
            <a:ext cx="690900" cy="77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5CD"/>
          </a:solidFill>
          <a:ln xmlns:a="http://schemas.openxmlformats.org/drawingml/2006/main" w="9525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chemeClr val="dk1"/>
                </a:solidFill>
              </a:rPr>
              <a:t/>
            </a:r>
          </a:p>
        </p:txBody>
      </p:sp>
      <p:cxnSp>
        <p:nvCxnSpPr>
          <p:cNvPr id="3573" name="sanitized-shape-2480"/>
          <p:cNvCxnSpPr/>
          <p:nvPr/>
        </p:nvCxnSpPr>
        <p:spPr>
          <a:xfrm xmlns:a="http://schemas.openxmlformats.org/drawingml/2006/main" rot="10800000" flipH="1">
            <a:off x="269187" y="4607350"/>
            <a:ext cx="11523300" cy="309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317" name="sanitized-shape-2481">
            <a:extLst xmlns:a="http://schemas.openxmlformats.org/drawingml/2006/main">
              <a:ext uri="{FF2B5EF4-FFF2-40B4-BE49-F238E27FC236}">
                <a16:creationId xmlns:a16="http://schemas.microsoft.com/office/drawing/2014/main" id="{950F5519-FD1B-4768-ABBA-BDBCEEB24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964" y="2066053"/>
            <a:ext cx="1384200" cy="56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1"/>
              <a:t/>
            </a:r>
          </a:p>
        </p:txBody>
      </p:sp>
      <p:sp>
        <p:nvSpPr>
          <p:cNvPr id="3318" name="sanitized-shape-2482">
            <a:extLst xmlns:a="http://schemas.openxmlformats.org/drawingml/2006/main">
              <a:ext uri="{FF2B5EF4-FFF2-40B4-BE49-F238E27FC236}">
                <a16:creationId xmlns:a16="http://schemas.microsoft.com/office/drawing/2014/main" id="{11465BB9-0482-4B77-8A83-F72FE70A1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964" y="3755577"/>
            <a:ext cx="1257600" cy="46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chemeClr val="dk1"/>
                </a:solidFill>
              </a:rPr>
              <a:t/>
            </a:r>
          </a:p>
        </p:txBody>
      </p:sp>
      <p:sp>
        <p:nvSpPr>
          <p:cNvPr id="3319" name="sanitized-shape-2483">
            <a:extLst xmlns:a="http://schemas.openxmlformats.org/drawingml/2006/main">
              <a:ext uri="{FF2B5EF4-FFF2-40B4-BE49-F238E27FC236}">
                <a16:creationId xmlns:a16="http://schemas.microsoft.com/office/drawing/2014/main" id="{89863ABF-CB2E-44A6-998E-0FFEF75BD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964" y="5616575"/>
            <a:ext cx="1518000" cy="6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/>
              <a:t/>
            </a:r>
          </a:p>
        </p:txBody>
      </p:sp>
      <p:sp>
        <p:nvSpPr>
          <p:cNvPr id="3320" name="sanitized-shape-2484">
            <a:extLst xmlns:a="http://schemas.openxmlformats.org/drawingml/2006/main">
              <a:ext uri="{FF2B5EF4-FFF2-40B4-BE49-F238E27FC236}">
                <a16:creationId xmlns:a16="http://schemas.microsoft.com/office/drawing/2014/main" id="{D80A37FC-4D67-48B9-B1EF-2E4542F3E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8711" y="1474300"/>
            <a:ext cx="1257600" cy="32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F1592B"/>
                </a:solidFill>
              </a:rPr>
              <a:t/>
            </a:r>
          </a:p>
        </p:txBody>
      </p:sp>
      <p:cxnSp>
        <p:nvCxnSpPr>
          <p:cNvPr id="3578" name="sanitized-shape-2485"/>
          <p:cNvCxnSpPr/>
          <p:nvPr/>
        </p:nvCxnSpPr>
        <p:spPr>
          <a:xfrm xmlns:a="http://schemas.openxmlformats.org/drawingml/2006/main">
            <a:off x="7326956" y="1832034"/>
            <a:ext cx="0" cy="456360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323" name="sanitized-shape-2486">
            <a:extLst xmlns:a="http://schemas.openxmlformats.org/drawingml/2006/main">
              <a:ext uri="{FF2B5EF4-FFF2-40B4-BE49-F238E27FC236}">
                <a16:creationId xmlns:a16="http://schemas.microsoft.com/office/drawing/2014/main" id="{F4ECDC62-EAA0-40E3-AB9F-B4E0E1AC2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4839" y="2191900"/>
            <a:ext cx="132000" cy="13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9525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324" name="sanitized-shape-2487">
            <a:extLst xmlns:a="http://schemas.openxmlformats.org/drawingml/2006/main">
              <a:ext uri="{FF2B5EF4-FFF2-40B4-BE49-F238E27FC236}">
                <a16:creationId xmlns:a16="http://schemas.microsoft.com/office/drawing/2014/main" id="{F0EA67EF-60F7-458E-A0F1-4FBB5B51D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4839" y="3874303"/>
            <a:ext cx="132000" cy="13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9525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325" name="sanitized-shape-2488">
            <a:extLst xmlns:a="http://schemas.openxmlformats.org/drawingml/2006/main">
              <a:ext uri="{FF2B5EF4-FFF2-40B4-BE49-F238E27FC236}">
                <a16:creationId xmlns:a16="http://schemas.microsoft.com/office/drawing/2014/main" id="{0D359EF6-5A96-4729-9A39-13A3E77FB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4839" y="5725667"/>
            <a:ext cx="132000" cy="13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9525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326" name="sanitized-shape-2489">
            <a:extLst xmlns:a="http://schemas.openxmlformats.org/drawingml/2006/main">
              <a:ext uri="{FF2B5EF4-FFF2-40B4-BE49-F238E27FC236}">
                <a16:creationId xmlns:a16="http://schemas.microsoft.com/office/drawing/2014/main" id="{A4A8F731-EDC9-4CFE-A894-EB09322E449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406191" y="6403534"/>
            <a:ext cx="7314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51425" tIns="25700" rIns="51425" bIns="257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t/>
            </a:fld>
          </a:p>
        </p:txBody>
      </p:sp>
    </p:spTree>
    <p:extLst>
      <p:ext uri="{BB962C8B-B14F-4D97-AF65-F5344CB8AC3E}">
        <p14:creationId xmlns:p14="http://schemas.microsoft.com/office/powerpoint/2010/main" val="29185181"/>
      </p:ext>
    </p:extLst>
  </p:cSld>
</p:sld>
</file>

<file path=ppt/slides/slide5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1" name="sanitized-shape-2490">
            <a:extLst xmlns:a="http://schemas.openxmlformats.org/drawingml/2006/main">
              <a:ext uri="{FF2B5EF4-FFF2-40B4-BE49-F238E27FC236}">
                <a16:creationId xmlns:a16="http://schemas.microsoft.com/office/drawing/2014/main" id="{ABCBEF75-B9F4-4B8F-AEF2-8D269637D2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3625" y="133800"/>
            <a:ext cx="11082600" cy="486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68550" tIns="68550" rIns="68550" bIns="6855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332" name="sanitized-shape-2491">
            <a:extLst xmlns:a="http://schemas.openxmlformats.org/drawingml/2006/main">
              <a:ext uri="{FF2B5EF4-FFF2-40B4-BE49-F238E27FC236}">
                <a16:creationId xmlns:a16="http://schemas.microsoft.com/office/drawing/2014/main" id="{C5C47DAB-8C80-4CED-9E05-655C0F89F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9991" y="6372775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rPr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/>
            </a:fld>
          </a:p>
        </p:txBody>
      </p:sp>
      <p:graphicFrame>
        <p:nvGraphicFramePr>
          <p:cNvPr id="3336" name="sanitized-table-36"/>
          <p:cNvGraphicFramePr/>
          <p:nvPr/>
        </p:nvGraphicFramePr>
        <p:xfrm>
          <a:off xmlns:a="http://schemas.openxmlformats.org/drawingml/2006/main" x="344147" y="909348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{80D8D8A9-949E-4B8C-BB15-63F78EA36203}</a:tableStyleId>
              </a:tblPr>
              <a:tblGrid>
                <a:gridCol w="739925"/>
                <a:gridCol w="1701800"/>
                <a:gridCol w="8934400"/>
              </a:tblGrid>
              <a:tr h="526225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/>
                        <a:t/>
                      </a:r>
                    </a:p>
                  </a:txBody>
                  <a:tcPr marL="121875" marR="121875" marT="121900" marB="121900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/>
                        <a:t/>
                      </a:r>
                    </a:p>
                  </a:txBody>
                  <a:tcPr marL="121875" marR="121875" marT="121900" marB="121900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/>
                        <a:t/>
                      </a:r>
                    </a:p>
                  </a:txBody>
                  <a:tcPr marL="121875" marR="121875" marT="121900" marB="121900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33325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/>
                        <a:t/>
                      </a:r>
                    </a:p>
                  </a:txBody>
                  <a:tcPr marL="121875" marR="121875" marT="121900" marB="121900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sz="1500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121875" marR="121875" marT="121900" marB="121900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32385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AutoNum type="arabicPeriod"/>
                      </a:pPr>
                      <a:r>
                        <a:rPr sz="1500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121875" marR="121875" marT="121900" marB="121900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49775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/>
                        <a:t/>
                      </a:r>
                    </a:p>
                  </a:txBody>
                  <a:tcPr marL="121875" marR="121875" marT="121900" marB="121900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sz="1500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121875" marR="121875" marT="121900" marB="121900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sz="1500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121875" marR="121875" marT="121900" marB="121900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943250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/>
                        <a:t/>
                      </a:r>
                    </a:p>
                  </a:txBody>
                  <a:tcPr marL="121875" marR="121875" marT="121900" marB="121900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121875" marR="121875" marT="121900" marB="121900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32385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AutoNum type="arabicPeriod"/>
                      </a:pPr>
                      <a:r>
                        <a:rPr sz="1500"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121875" marR="121875" marT="121900" marB="121900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4888763"/>
      </p:ext>
    </p:extLst>
  </p:cSld>
</p:sld>
</file>

<file path=ppt/slides/slide5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8" name="sanitized-shape-2492">
            <a:extLst xmlns:a="http://schemas.openxmlformats.org/drawingml/2006/main">
              <a:ext uri="{FF2B5EF4-FFF2-40B4-BE49-F238E27FC236}">
                <a16:creationId xmlns:a16="http://schemas.microsoft.com/office/drawing/2014/main" id="{A27875A8-0EF1-4322-BEFE-484812E300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729" y="289373"/>
            <a:ext cx="10767300" cy="563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68550" tIns="68550" rIns="68550" bIns="6855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sz="1600"/>
              <a:t/>
            </a:r>
          </a:p>
        </p:txBody>
      </p:sp>
      <p:sp>
        <p:nvSpPr>
          <p:cNvPr id="3340" name="sanitized-shape-2493">
            <a:extLst xmlns:a="http://schemas.openxmlformats.org/drawingml/2006/main">
              <a:ext uri="{FF2B5EF4-FFF2-40B4-BE49-F238E27FC236}">
                <a16:creationId xmlns:a16="http://schemas.microsoft.com/office/drawing/2014/main" id="{D7B07072-34EB-49B7-98A5-8A27740BF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57055" y="1045391"/>
            <a:ext cx="5779050" cy="3651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0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68875" tIns="168875" rIns="168875" bIns="1688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3341" name="sanitized-shape-2494">
            <a:extLst xmlns:a="http://schemas.openxmlformats.org/drawingml/2006/main">
              <a:ext uri="{FF2B5EF4-FFF2-40B4-BE49-F238E27FC236}">
                <a16:creationId xmlns:a16="http://schemas.microsoft.com/office/drawing/2014/main" id="{0DA7E8C1-A48F-4C0C-A9DC-A7DDF31D0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7784" y="1045340"/>
            <a:ext cx="5108122" cy="3651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3F3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68875" tIns="168875" rIns="168875" bIns="1688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sz="1500" b="1">
                <a:solidFill>
                  <a:schemeClr val="lt1"/>
                </a:solidFill>
              </a:rPr>
              <a:t/>
            </a:r>
          </a:p>
        </p:txBody>
      </p:sp>
      <p:sp>
        <p:nvSpPr>
          <p:cNvPr id="3342" name="sanitized-shape-2495">
            <a:extLst xmlns:a="http://schemas.openxmlformats.org/drawingml/2006/main">
              <a:ext uri="{FF2B5EF4-FFF2-40B4-BE49-F238E27FC236}">
                <a16:creationId xmlns:a16="http://schemas.microsoft.com/office/drawing/2014/main" id="{997E17BF-9936-48B2-A9C7-3BB286690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57055" y="1480128"/>
            <a:ext cx="5779050" cy="24119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19725" tIns="75975" rIns="119725" bIns="759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1D0FFF"/>
                </a:solidFill>
              </a:rPr>
              <a:t/>
            </a:r>
          </a:p>
        </p:txBody>
      </p:sp>
      <p:sp>
        <p:nvSpPr>
          <p:cNvPr id="3343" name="sanitized-shape-2496">
            <a:extLst xmlns:a="http://schemas.openxmlformats.org/drawingml/2006/main">
              <a:ext uri="{FF2B5EF4-FFF2-40B4-BE49-F238E27FC236}">
                <a16:creationId xmlns:a16="http://schemas.microsoft.com/office/drawing/2014/main" id="{940C2180-E563-4E8E-B70D-56A2A4EEF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75150" y="4122529"/>
            <a:ext cx="5779050" cy="25143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19725" tIns="75975" rIns="119725" bIns="759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1D0FFF"/>
                </a:solidFill>
              </a:rPr>
              <a:t/>
            </a:r>
          </a:p>
        </p:txBody>
      </p:sp>
      <p:sp>
        <p:nvSpPr>
          <p:cNvPr id="3344" name="sanitized-shape-2497">
            <a:extLst xmlns:a="http://schemas.openxmlformats.org/drawingml/2006/main">
              <a:ext uri="{FF2B5EF4-FFF2-40B4-BE49-F238E27FC236}">
                <a16:creationId xmlns:a16="http://schemas.microsoft.com/office/drawing/2014/main" id="{79538FD6-AF39-4B39-AF8F-B19E39390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7784" y="4119263"/>
            <a:ext cx="5108122" cy="25143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0E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75975" rIns="0" bIns="759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chemeClr val="dk1"/>
                </a:solidFill>
              </a:rPr>
              <a:t/>
            </a:r>
          </a:p>
        </p:txBody>
      </p:sp>
      <p:sp>
        <p:nvSpPr>
          <p:cNvPr id="3345" name="sanitized-shape-2498">
            <a:extLst xmlns:a="http://schemas.openxmlformats.org/drawingml/2006/main">
              <a:ext uri="{FF2B5EF4-FFF2-40B4-BE49-F238E27FC236}">
                <a16:creationId xmlns:a16="http://schemas.microsoft.com/office/drawing/2014/main" id="{2B44F37E-F3DC-45F0-BBED-666EDE9AB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7784" y="1502494"/>
            <a:ext cx="5108122" cy="24119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0E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75975" rIns="0" bIns="759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sz="1300" b="1">
                <a:solidFill>
                  <a:schemeClr val="dk1"/>
                </a:solidFill>
              </a:rPr>
              <a:t/>
            </a:r>
          </a:p>
        </p:txBody>
      </p:sp>
      <p:cxnSp>
        <p:nvCxnSpPr>
          <p:cNvPr id="3383" name="sanitized-shape-2499"/>
          <p:cNvCxnSpPr/>
          <p:nvPr/>
        </p:nvCxnSpPr>
        <p:spPr>
          <a:xfrm xmlns:a="http://schemas.openxmlformats.org/drawingml/2006/main" rot="0" flipH="0" flipV="0">
            <a:off x="5730099" y="1502618"/>
            <a:ext cx="0" cy="2468261"/>
          </a:xfrm>
          <a:prstGeom xmlns:a="http://schemas.openxmlformats.org/drawingml/2006/main" prst="straightConnector1">
            <a:avLst/>
          </a:prstGeom>
          <a:ln xmlns:a="http://schemas.openxmlformats.org/drawingml/2006/main" w="58300" cap="flat">
            <a:solidFill>
              <a:srgbClr val="7F7F7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48" name="sanitized-shape-2500">
            <a:extLst xmlns:a="http://schemas.openxmlformats.org/drawingml/2006/main">
              <a:ext uri="{FF2B5EF4-FFF2-40B4-BE49-F238E27FC236}">
                <a16:creationId xmlns:a16="http://schemas.microsoft.com/office/drawing/2014/main" id="{882FE918-2BBB-4613-A607-8F1849ECB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0" flipV="0">
            <a:off x="5461080" y="2721404"/>
            <a:ext cx="697451" cy="99651"/>
          </a:xfrm>
          <a:prstGeom xmlns:a="http://schemas.openxmlformats.org/drawingml/2006/main" prst="triangle">
            <a:avLst>
              <a:gd name="adj" fmla="val 50419"/>
            </a:avLst>
          </a:prstGeom>
          <a:solidFill xmlns:a="http://schemas.openxmlformats.org/drawingml/2006/main">
            <a:srgbClr val="98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59175" tIns="559175" rIns="559175" bIns="5591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349" name="sanitized-shape-2501">
            <a:extLst xmlns:a="http://schemas.openxmlformats.org/drawingml/2006/main">
              <a:ext uri="{FF2B5EF4-FFF2-40B4-BE49-F238E27FC236}">
                <a16:creationId xmlns:a16="http://schemas.microsoft.com/office/drawing/2014/main" id="{59D9224D-927E-4DC9-AFE1-3E08B2B2F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80012" y="3271617"/>
            <a:ext cx="5374227" cy="1001175"/>
          </a:xfrm>
          <a:prstGeom xmlns:a="http://schemas.openxmlformats.org/drawingml/2006/main" prst="wedgeRectCallout">
            <a:avLst>
              <a:gd name="adj1" fmla="val -3082"/>
              <a:gd name="adj2" fmla="val -58209"/>
            </a:avLst>
          </a:prstGeom>
          <a:solidFill xmlns:a="http://schemas.openxmlformats.org/drawingml/2006/main">
            <a:srgbClr val="FEF0E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>
                <a:solidFill>
                  <a:schemeClr val="dk1"/>
                </a:solidFill>
              </a:rPr>
              <a:t/>
            </a:r>
          </a:p>
        </p:txBody>
      </p:sp>
      <p:cxnSp>
        <p:nvCxnSpPr>
          <p:cNvPr id="3386" name="sanitized-shape-2502"/>
          <p:cNvCxnSpPr/>
          <p:nvPr/>
        </p:nvCxnSpPr>
        <p:spPr>
          <a:xfrm xmlns:a="http://schemas.openxmlformats.org/drawingml/2006/main" rot="0" flipH="0" flipV="0">
            <a:off x="5729954" y="4164505"/>
            <a:ext cx="0" cy="2468261"/>
          </a:xfrm>
          <a:prstGeom xmlns:a="http://schemas.openxmlformats.org/drawingml/2006/main" prst="straightConnector1">
            <a:avLst/>
          </a:prstGeom>
          <a:ln xmlns:a="http://schemas.openxmlformats.org/drawingml/2006/main" w="49025" cap="flat">
            <a:solidFill>
              <a:srgbClr val="7F7F7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52" name="sanitized-shape-2503">
            <a:extLst xmlns:a="http://schemas.openxmlformats.org/drawingml/2006/main">
              <a:ext uri="{FF2B5EF4-FFF2-40B4-BE49-F238E27FC236}">
                <a16:creationId xmlns:a16="http://schemas.microsoft.com/office/drawing/2014/main" id="{D3FD3569-2CDB-4FD4-921A-D26BABD55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0" flipV="0">
            <a:off x="5294142" y="5399860"/>
            <a:ext cx="1028619" cy="66539"/>
          </a:xfrm>
          <a:prstGeom xmlns:a="http://schemas.openxmlformats.org/drawingml/2006/main" prst="triangle">
            <a:avLst>
              <a:gd name="adj" fmla="val 54664"/>
            </a:avLst>
          </a:prstGeom>
          <a:solidFill xmlns:a="http://schemas.openxmlformats.org/drawingml/2006/main">
            <a:srgbClr val="98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70600" tIns="470600" rIns="470600" bIns="4706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353" name="sanitized-shape-2504">
            <a:extLst xmlns:a="http://schemas.openxmlformats.org/drawingml/2006/main">
              <a:ext uri="{FF2B5EF4-FFF2-40B4-BE49-F238E27FC236}">
                <a16:creationId xmlns:a16="http://schemas.microsoft.com/office/drawing/2014/main" id="{3B94F5C0-0FA1-421C-BDEA-5029A3838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6341" y="6356350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rPr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/>
            </a:fld>
          </a:p>
        </p:txBody>
      </p:sp>
    </p:spTree>
    <p:extLst>
      <p:ext uri="{BB962C8B-B14F-4D97-AF65-F5344CB8AC3E}">
        <p14:creationId xmlns:p14="http://schemas.microsoft.com/office/powerpoint/2010/main" val="4535696"/>
      </p:ext>
    </p:extLst>
  </p:cSld>
</p:sld>
</file>

<file path=ppt/slides/slide5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58" name="sanitized-shape-2505">
            <a:extLst xmlns:a="http://schemas.openxmlformats.org/drawingml/2006/main">
              <a:ext uri="{FF2B5EF4-FFF2-40B4-BE49-F238E27FC236}">
                <a16:creationId xmlns:a16="http://schemas.microsoft.com/office/drawing/2014/main" id="{476FBADD-6ADB-491B-89FE-46E4765EC9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822" y="310923"/>
            <a:ext cx="11754000" cy="61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68550" tIns="68550" rIns="68550" bIns="68550" anchor="b">
            <a:noAutofit/>
          </a:bodyPr>
          <a:lstStyle xmlns:a="http://schemas.openxmlformats.org/drawingml/2006/main"/>
          <a:p xmlns:a="http://schemas.openxmlformats.org/drawingml/2006/main">
            <a:pPr marL="0" marR="508000" lvl="0" indent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300"/>
              <a:buNone/>
            </a:pPr>
            <a:r>
              <a:rPr sz="1600"/>
              <a:t/>
            </a:r>
          </a:p>
        </p:txBody>
      </p:sp>
      <p:sp>
        <p:nvSpPr>
          <p:cNvPr id="3359" name="sanitized-shape-2506">
            <a:extLst xmlns:a="http://schemas.openxmlformats.org/drawingml/2006/main">
              <a:ext uri="{FF2B5EF4-FFF2-40B4-BE49-F238E27FC236}">
                <a16:creationId xmlns:a16="http://schemas.microsoft.com/office/drawing/2014/main" id="{D1165FC6-7C94-4860-BA1E-1B122CC8D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635" y="1381700"/>
            <a:ext cx="2087400" cy="49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5050" cmpd="sng">
            <a:solidFill>
              <a:srgbClr val="EA4435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0150" tIns="45050" rIns="90150" bIns="4505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</a:p>
        </p:txBody>
      </p:sp>
      <p:sp>
        <p:nvSpPr>
          <p:cNvPr id="3360" name="sanitized-shape-2507">
            <a:extLst xmlns:a="http://schemas.openxmlformats.org/drawingml/2006/main">
              <a:ext uri="{FF2B5EF4-FFF2-40B4-BE49-F238E27FC236}">
                <a16:creationId xmlns:a16="http://schemas.microsoft.com/office/drawing/2014/main" id="{6CBF7265-C7F0-499A-98FC-87DB359AF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635" y="891500"/>
            <a:ext cx="2087400" cy="35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4D2D"/>
          </a:solidFill>
          <a:ln xmlns:a="http://schemas.openxmlformats.org/drawingml/2006/main" w="12525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120225" tIns="120225" rIns="120225" bIns="1202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3361" name="sanitized-shape-2508">
            <a:extLst xmlns:a="http://schemas.openxmlformats.org/drawingml/2006/main">
              <a:ext uri="{FF2B5EF4-FFF2-40B4-BE49-F238E27FC236}">
                <a16:creationId xmlns:a16="http://schemas.microsoft.com/office/drawing/2014/main" id="{FD39A371-B8D1-4650-B6E2-E41B1AA65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6599" y="876900"/>
            <a:ext cx="5928000" cy="35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4D2D"/>
          </a:solidFill>
          <a:ln xmlns:a="http://schemas.openxmlformats.org/drawingml/2006/main" w="12525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120225" tIns="120225" rIns="120225" bIns="1202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3362" name="sanitized-shape-2509">
            <a:extLst xmlns:a="http://schemas.openxmlformats.org/drawingml/2006/main">
              <a:ext uri="{FF2B5EF4-FFF2-40B4-BE49-F238E27FC236}">
                <a16:creationId xmlns:a16="http://schemas.microsoft.com/office/drawing/2014/main" id="{1140CA51-C602-4DDC-B649-28353FED1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226114" y="3534741"/>
            <a:ext cx="354300" cy="142800"/>
          </a:xfrm>
          <a:prstGeom xmlns:a="http://schemas.openxmlformats.org/drawingml/2006/main" prst="triangle">
            <a:avLst>
              <a:gd name="adj" fmla="val 50000"/>
            </a:avLst>
          </a:prstGeom>
          <a:solidFill xmlns:a="http://schemas.openxmlformats.org/drawingml/2006/main">
            <a:srgbClr val="ED4D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4850" tIns="42425" rIns="84850" bIns="42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</a:p>
        </p:txBody>
      </p:sp>
      <p:sp>
        <p:nvSpPr>
          <p:cNvPr id="3363" name="sanitized-shape-2510">
            <a:extLst xmlns:a="http://schemas.openxmlformats.org/drawingml/2006/main">
              <a:ext uri="{FF2B5EF4-FFF2-40B4-BE49-F238E27FC236}">
                <a16:creationId xmlns:a16="http://schemas.microsoft.com/office/drawing/2014/main" id="{892F6634-C851-41A9-A6B2-7EC1A80DC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417" y="1352500"/>
            <a:ext cx="4609200" cy="1441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marL="609600" lvl="0" indent="-3873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sz="1300" b="1">
                <a:solidFill>
                  <a:schemeClr val="dk1"/>
                </a:solidFill>
              </a:rPr>
              <a:t/>
            </a:r>
          </a:p>
        </p:txBody>
      </p:sp>
      <p:sp>
        <p:nvSpPr>
          <p:cNvPr id="3364" name="sanitized-shape-2511">
            <a:extLst xmlns:a="http://schemas.openxmlformats.org/drawingml/2006/main">
              <a:ext uri="{FF2B5EF4-FFF2-40B4-BE49-F238E27FC236}">
                <a16:creationId xmlns:a16="http://schemas.microsoft.com/office/drawing/2014/main" id="{76383A8A-B4D8-4056-A386-80EC17632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6670" y="4701933"/>
            <a:ext cx="4794300" cy="19296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marL="609600" lvl="0" indent="-3873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sz="1300" b="1">
                <a:solidFill>
                  <a:schemeClr val="dk1"/>
                </a:solidFill>
              </a:rPr>
              <a:t/>
            </a:r>
          </a:p>
        </p:txBody>
      </p:sp>
      <p:sp>
        <p:nvSpPr>
          <p:cNvPr id="3365" name="sanitized-shape-2512">
            <a:extLst xmlns:a="http://schemas.openxmlformats.org/drawingml/2006/main">
              <a:ext uri="{FF2B5EF4-FFF2-40B4-BE49-F238E27FC236}">
                <a16:creationId xmlns:a16="http://schemas.microsoft.com/office/drawing/2014/main" id="{A918CA28-41B7-467C-AE5D-5DD850EC9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385323" y="3773841"/>
            <a:ext cx="354300" cy="142800"/>
          </a:xfrm>
          <a:prstGeom xmlns:a="http://schemas.openxmlformats.org/drawingml/2006/main" prst="triangle">
            <a:avLst>
              <a:gd name="adj" fmla="val 50000"/>
            </a:avLst>
          </a:prstGeom>
          <a:solidFill xmlns:a="http://schemas.openxmlformats.org/drawingml/2006/main">
            <a:srgbClr val="ED4D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4850" tIns="42425" rIns="84850" bIns="42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</a:p>
        </p:txBody>
      </p:sp>
      <p:sp>
        <p:nvSpPr>
          <p:cNvPr id="3367" name="sanitized-shape-2513">
            <a:extLst xmlns:a="http://schemas.openxmlformats.org/drawingml/2006/main">
              <a:ext uri="{FF2B5EF4-FFF2-40B4-BE49-F238E27FC236}">
                <a16:creationId xmlns:a16="http://schemas.microsoft.com/office/drawing/2014/main" id="{9DF8FDC5-7FEA-4005-BCB8-3C93EE90B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163" y="2966100"/>
            <a:ext cx="4660500" cy="901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marL="609600" lvl="0" indent="-38735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sz="1300">
                <a:solidFill>
                  <a:schemeClr val="dk1"/>
                </a:solidFill>
              </a:rPr>
              <a:t/>
            </a:r>
          </a:p>
        </p:txBody>
      </p:sp>
      <p:sp>
        <p:nvSpPr>
          <p:cNvPr id="3368" name="sanitized-shape-2514">
            <a:extLst xmlns:a="http://schemas.openxmlformats.org/drawingml/2006/main">
              <a:ext uri="{FF2B5EF4-FFF2-40B4-BE49-F238E27FC236}">
                <a16:creationId xmlns:a16="http://schemas.microsoft.com/office/drawing/2014/main" id="{C2B3EAA1-5C37-4B80-97A5-ED469E966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6599" y="1352500"/>
            <a:ext cx="1242600" cy="15669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CECE2"/>
              </a:gs>
              <a:gs pos="100000">
                <a:srgbClr val="F9CB9C"/>
              </a:gs>
            </a:gsLst>
            <a:lin ang="13500032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81575" rIns="0" bIns="815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chemeClr val="dk1"/>
                </a:solidFill>
              </a:rPr>
              <a:t/>
            </a:r>
          </a:p>
        </p:txBody>
      </p:sp>
      <p:sp>
        <p:nvSpPr>
          <p:cNvPr id="3369" name="sanitized-shape-2515">
            <a:extLst xmlns:a="http://schemas.openxmlformats.org/drawingml/2006/main">
              <a:ext uri="{FF2B5EF4-FFF2-40B4-BE49-F238E27FC236}">
                <a16:creationId xmlns:a16="http://schemas.microsoft.com/office/drawing/2014/main" id="{53819230-7C9F-428A-9576-17F377BE5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6599" y="3071985"/>
            <a:ext cx="1242600" cy="15669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CECE2"/>
              </a:gs>
              <a:gs pos="100000">
                <a:srgbClr val="F9CB9C"/>
              </a:gs>
            </a:gsLst>
            <a:lin ang="13500032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81575" rIns="0" bIns="815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chemeClr val="dk1"/>
                </a:solidFill>
              </a:rPr>
              <a:t/>
            </a:r>
          </a:p>
        </p:txBody>
      </p:sp>
      <p:sp>
        <p:nvSpPr>
          <p:cNvPr id="3370" name="sanitized-shape-2516">
            <a:extLst xmlns:a="http://schemas.openxmlformats.org/drawingml/2006/main">
              <a:ext uri="{FF2B5EF4-FFF2-40B4-BE49-F238E27FC236}">
                <a16:creationId xmlns:a16="http://schemas.microsoft.com/office/drawing/2014/main" id="{F13B9E62-9FF9-4A20-B58F-133A46652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6599" y="4791469"/>
            <a:ext cx="1242600" cy="15669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CECE2"/>
              </a:gs>
              <a:gs pos="100000">
                <a:srgbClr val="F9CB9C"/>
              </a:gs>
            </a:gsLst>
            <a:lin ang="13500032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81575" rIns="0" bIns="815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chemeClr val="dk1"/>
                </a:solidFill>
              </a:rPr>
              <a:t/>
            </a:r>
          </a:p>
        </p:txBody>
      </p:sp>
      <p:sp>
        <p:nvSpPr>
          <p:cNvPr id="3371" name="sanitized-shape-2517">
            <a:extLst xmlns:a="http://schemas.openxmlformats.org/drawingml/2006/main">
              <a:ext uri="{FF2B5EF4-FFF2-40B4-BE49-F238E27FC236}">
                <a16:creationId xmlns:a16="http://schemas.microsoft.com/office/drawing/2014/main" id="{A3607267-6D94-4BB7-A6DC-E91C525EE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3340" y="887500"/>
            <a:ext cx="3174000" cy="35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4D2D"/>
          </a:solidFill>
          <a:ln xmlns:a="http://schemas.openxmlformats.org/drawingml/2006/main" w="12525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120225" tIns="120225" rIns="120225" bIns="1202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FFFFFF"/>
                </a:solidFill>
              </a:rPr>
              <a:t/>
            </a:r>
          </a:p>
        </p:txBody>
      </p:sp>
      <p:cxnSp>
        <p:nvCxnSpPr>
          <p:cNvPr id="3431" name="sanitized-shape-2518"/>
          <p:cNvCxnSpPr/>
          <p:nvPr/>
        </p:nvCxnSpPr>
        <p:spPr>
          <a:xfrm xmlns:a="http://schemas.openxmlformats.org/drawingml/2006/main" rot="10800000" flipH="1">
            <a:off x="2536599" y="2976450"/>
            <a:ext cx="5954400" cy="324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3432" name="sanitized-shape-2519"/>
          <p:cNvCxnSpPr/>
          <p:nvPr/>
        </p:nvCxnSpPr>
        <p:spPr>
          <a:xfrm xmlns:a="http://schemas.openxmlformats.org/drawingml/2006/main" rot="10800000" flipH="1">
            <a:off x="2536599" y="4698950"/>
            <a:ext cx="5928000" cy="324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375" name="sanitized-shape-2520">
            <a:extLst xmlns:a="http://schemas.openxmlformats.org/drawingml/2006/main">
              <a:ext uri="{FF2B5EF4-FFF2-40B4-BE49-F238E27FC236}">
                <a16:creationId xmlns:a16="http://schemas.microsoft.com/office/drawing/2014/main" id="{5365B9CC-FEC0-4438-8828-A27340630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8385" y="4690367"/>
            <a:ext cx="3174000" cy="1713900"/>
          </a:xfrm>
          <a:prstGeom xmlns:a="http://schemas.openxmlformats.org/drawingml/2006/main" prst="wedgeRectCallout">
            <a:avLst>
              <a:gd name="adj1" fmla="val -12123"/>
              <a:gd name="adj2" fmla="val -58322"/>
            </a:avLst>
          </a:prstGeom>
          <a:solidFill xmlns:a="http://schemas.openxmlformats.org/drawingml/2006/main">
            <a:srgbClr val="F3F3F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marL="368300" marR="266700" lvl="0" indent="-3746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sz="1300">
                <a:solidFill>
                  <a:schemeClr val="dk1"/>
                </a:solidFill>
              </a:rPr>
              <a:t/>
            </a:r>
          </a:p>
        </p:txBody>
      </p:sp>
      <p:sp>
        <p:nvSpPr>
          <p:cNvPr id="3376" name="sanitized-shape-2521">
            <a:extLst xmlns:a="http://schemas.openxmlformats.org/drawingml/2006/main">
              <a:ext uri="{FF2B5EF4-FFF2-40B4-BE49-F238E27FC236}">
                <a16:creationId xmlns:a16="http://schemas.microsoft.com/office/drawing/2014/main" id="{2CB914FD-01BE-447F-9AF3-B82BB974B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635" y="6418400"/>
            <a:ext cx="5240400" cy="3543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sz="1200" i="1">
                <a:solidFill>
                  <a:schemeClr val="dk1"/>
                </a:solidFill>
                <a:highlight>
                  <a:schemeClr val="lt1"/>
                </a:highlight>
              </a:rPr>
              <a:t/>
            </a:r>
          </a:p>
        </p:txBody>
      </p:sp>
      <p:sp>
        <p:nvSpPr>
          <p:cNvPr id="3382" name="sanitized-shape-2522">
            <a:extLst xmlns:a="http://schemas.openxmlformats.org/drawingml/2006/main">
              <a:ext uri="{FF2B5EF4-FFF2-40B4-BE49-F238E27FC236}">
                <a16:creationId xmlns:a16="http://schemas.microsoft.com/office/drawing/2014/main" id="{618F60B5-5904-4E89-B9B1-769FE28EA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712" y="4355600"/>
            <a:ext cx="752100" cy="22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i="1"/>
              <a:t/>
            </a:r>
          </a:p>
        </p:txBody>
      </p:sp>
      <p:sp>
        <p:nvSpPr>
          <p:cNvPr id="3383" name="sanitized-shape-2523">
            <a:extLst xmlns:a="http://schemas.openxmlformats.org/drawingml/2006/main">
              <a:ext uri="{FF2B5EF4-FFF2-40B4-BE49-F238E27FC236}">
                <a16:creationId xmlns:a16="http://schemas.microsoft.com/office/drawing/2014/main" id="{BF310AE9-1E86-4817-9D2C-EF3860FE2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94" y="4355600"/>
            <a:ext cx="786300" cy="28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i="1"/>
              <a:t/>
            </a:r>
          </a:p>
        </p:txBody>
      </p:sp>
      <p:sp>
        <p:nvSpPr>
          <p:cNvPr id="3384" name="sanitized-shape-2524">
            <a:extLst xmlns:a="http://schemas.openxmlformats.org/drawingml/2006/main">
              <a:ext uri="{FF2B5EF4-FFF2-40B4-BE49-F238E27FC236}">
                <a16:creationId xmlns:a16="http://schemas.microsoft.com/office/drawing/2014/main" id="{88B7024C-D0DD-4E37-859C-1418F5BB8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3206" y="4355600"/>
            <a:ext cx="840300" cy="28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i="1"/>
              <a:t/>
            </a:r>
          </a:p>
        </p:txBody>
      </p:sp>
      <p:sp>
        <p:nvSpPr>
          <p:cNvPr id="3385" name="sanitized-shape-2525">
            <a:extLst xmlns:a="http://schemas.openxmlformats.org/drawingml/2006/main">
              <a:ext uri="{FF2B5EF4-FFF2-40B4-BE49-F238E27FC236}">
                <a16:creationId xmlns:a16="http://schemas.microsoft.com/office/drawing/2014/main" id="{FD000F0C-0B35-4678-BEAF-AB1A5CBD7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6684" y="4355600"/>
            <a:ext cx="752100" cy="22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i="1"/>
              <a:t/>
            </a:r>
          </a:p>
        </p:txBody>
      </p:sp>
      <p:sp>
        <p:nvSpPr>
          <p:cNvPr id="3386" name="sanitized-shape-2526">
            <a:extLst xmlns:a="http://schemas.openxmlformats.org/drawingml/2006/main">
              <a:ext uri="{FF2B5EF4-FFF2-40B4-BE49-F238E27FC236}">
                <a16:creationId xmlns:a16="http://schemas.microsoft.com/office/drawing/2014/main" id="{0D49CF67-CCCA-4EBC-A4E7-E4E275BF4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4301" y="4355600"/>
            <a:ext cx="944700" cy="22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875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i="1"/>
              <a:t/>
            </a:r>
          </a:p>
        </p:txBody>
      </p:sp>
      <p:sp>
        <p:nvSpPr>
          <p:cNvPr id="3387" name="sanitized-shape-2527">
            <a:extLst xmlns:a="http://schemas.openxmlformats.org/drawingml/2006/main">
              <a:ext uri="{FF2B5EF4-FFF2-40B4-BE49-F238E27FC236}">
                <a16:creationId xmlns:a16="http://schemas.microsoft.com/office/drawing/2014/main" id="{33C54097-FCA7-45DB-AB13-272BC0604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066" y="6413000"/>
            <a:ext cx="27426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1425" tIns="25700" rIns="51425" bIns="257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69ADA83D-DF77-AA76-6DA0-7A70CD7A4D20}" type="slidenum">
              <a:rPr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/>
            </a:fld>
          </a:p>
        </p:txBody>
      </p:sp>
    </p:spTree>
    <p:extLst>
      <p:ext uri="{BB962C8B-B14F-4D97-AF65-F5344CB8AC3E}">
        <p14:creationId xmlns:p14="http://schemas.microsoft.com/office/powerpoint/2010/main" val="339778747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ED4D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92" name="sanitized-shape-2528">
            <a:extLst xmlns:a="http://schemas.openxmlformats.org/drawingml/2006/main">
              <a:ext uri="{FF2B5EF4-FFF2-40B4-BE49-F238E27FC236}">
                <a16:creationId xmlns:a16="http://schemas.microsoft.com/office/drawing/2014/main" id="{9D43798F-90A5-4A06-B82B-083FD4414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051" y="2816325"/>
            <a:ext cx="4119000" cy="78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sz="39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716944253"/>
      </p:ext>
    </p:extLst>
  </p:cSld>
</p:sld>
</file>

<file path=ppt/theme/theme1.xml><?xml version="1.0" encoding="utf-8"?>
<a:theme xmlns:a="http://schemas.openxmlformats.org/drawingml/2006/main" name="CM Report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2026-08-04T09:21:09.1080000Z</dcterms:created>
  <dcterms:modified xsi:type="dcterms:W3CDTF">2026-08-04T09:21:09.1080000Z</dcterms:modified>
</coreProperties>
</file>